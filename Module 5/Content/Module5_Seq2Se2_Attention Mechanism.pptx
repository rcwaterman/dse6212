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7"/>
  </p:notesMasterIdLst>
  <p:sldIdLst>
    <p:sldId id="296" r:id="rId3"/>
    <p:sldId id="305" r:id="rId4"/>
    <p:sldId id="337" r:id="rId5"/>
    <p:sldId id="338" r:id="rId6"/>
    <p:sldId id="339" r:id="rId7"/>
    <p:sldId id="340" r:id="rId8"/>
    <p:sldId id="341" r:id="rId9"/>
    <p:sldId id="342" r:id="rId10"/>
    <p:sldId id="343" r:id="rId11"/>
    <p:sldId id="256" r:id="rId12"/>
    <p:sldId id="257" r:id="rId13"/>
    <p:sldId id="258" r:id="rId14"/>
    <p:sldId id="259" r:id="rId15"/>
    <p:sldId id="260" r:id="rId16"/>
    <p:sldId id="344" r:id="rId17"/>
    <p:sldId id="345" r:id="rId18"/>
    <p:sldId id="346" r:id="rId19"/>
    <p:sldId id="347" r:id="rId20"/>
    <p:sldId id="348" r:id="rId21"/>
    <p:sldId id="349" r:id="rId22"/>
    <p:sldId id="350" r:id="rId23"/>
    <p:sldId id="352" r:id="rId24"/>
    <p:sldId id="353" r:id="rId25"/>
    <p:sldId id="35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56"/>
    <p:restoredTop sz="91379"/>
  </p:normalViewPr>
  <p:slideViewPr>
    <p:cSldViewPr snapToGrid="0">
      <p:cViewPr>
        <p:scale>
          <a:sx n="90" d="100"/>
          <a:sy n="90" d="100"/>
        </p:scale>
        <p:origin x="416" y="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1.973"/>
    </inkml:context>
    <inkml:brush xml:id="br0">
      <inkml:brushProperty name="width" value="0.05292" units="cm"/>
      <inkml:brushProperty name="height" value="0.05292" units="cm"/>
      <inkml:brushProperty name="color" value="#FF0000"/>
    </inkml:brush>
  </inkml:definitions>
  <inkml:trace contextRef="#ctx0" brushRef="#br0">2642 3148 8248,'11'0'-1172,"0"0"0,-5 0 1172,4 0 0,-6-2 0,3-2 444,1-1 8,-7 0-192,14 5-194,-13-8 0,7 6 37,-4-3 34,-3 3-38,5 2 0,-7-2 177,0-3-204,8 3 1,-5-7 0,8 4-73,2-6 1,-4 2-1,2 0 1,0 0-2,-2 0 0,5-2 0,-3-6 0,2 1-13,-2 0 0,3 5 0,-5 0 0,2-2-12,0-1 1,-8-3 0,3 1 10,-4 0 1,-2 0 0,-2 1 9,-4 4 1,-3-2 0,-7 8 0,-2 1-16,-4 3 1,2 1 0,-7 0 0,-2 1 1,-2 5 1,-1-3-1,-1 8 1,0 4 13,1 5 0,-6-2 0,0 5 0,0 1 5,-2 3 0,5-1 0,-1 1 0,5 2 4,4 2 1,2 1 0,-4 1-1,5-2-2,6-4 1,-2 4 0,11-4 0,0 2-4,3-2 1,5 2-1,1-7 1,0-2-3,0-2 0,7-2 1,4-1-1,3-3-8,3-1 1,1-7 0,2 1 0,1-1-41,-1 1 1,0-3-1,0 4 1,2-5-40,-2-1 1,-2 0 0,-2 0 10,1 0 0,-1-7 74,0-4 1,-7 2 29,-3-2 0,-6 8 0,-6-5-12,-5 1 0,-3 5 1,-2-3-1,-1 3-6,1 2 1,0 6 0,-2 1-1,-2 2-7,-2 4 0,0 1 0,6 2 0,0 1-1,-1-1 0,6 0 0,0 1 0,1-1 0,1 0 0,1 2 0,8 2 0,0 2 0,0-2 0,2 0 0,4 0 0,4 2 0,5-3 0,1 0 0,2-5 0,4-1-45,5-2 0,-1-2 1,1 3-1,2-3-64,2-1 0,1-3 0,1-5 0,-2 0-398,-4 0 507,4 0 0,16-43 0,13-12 0</inkml:trace>
  <inkml:trace contextRef="#ctx0" brushRef="#br0" timeOffset="1">3050 3507 8248,'9'0'-411,"-1"0"1,-8 1 371,0 5 0,-2 3 1,-4 7-1,-3 2 15,0 4 1,-5-2 0,3 7 0,-4 0 2,-1-1 1,5 3-1,0-7 1,0-1 68,2 3 0,-3-6 255,6 4-277,-7-11 0,13-6 0,-1-10 1,6-6-69,4-4 1,2-1 0,5-2-1,-1-2-26,-4-2 0,3-1 0,-3 3 0,2-2 30,-2 2 0,3 2 0,-5 1 0,2 1 29,0 0 0,-2 5 1,4 2 36,-2 2 0,-6-4 0,6 5-4,2 3 0,-6 8 0,0 6 0,-1 4-19,-1 1 0,2 0 0,-3 2 1,1 2-50,-1 2 0,3 0 1,0-6-1,1 0-69,-1 1 1,0-1 0,-3 0 0,3 2-20,2 4 0,-3-9 1,3 3-1,0-1 132,0-1 0,9-19 0,7-6 0</inkml:trace>
  <inkml:trace contextRef="#ctx0" brushRef="#br0" timeOffset="2">3621 3604 8260,'9'-16'-701,"-1"0"401,-1 0 1,0-1-1,4 1 1,-4 0 448,0-1 0,-3 1 1,5 0-70,-2-1 1,-1 1-47,-6 0 1,-2 5-30,-3 0 1,-5 7-1,-6-1-28,0 3 1,0 4 0,-1 2 0,1 3 18,0 2 1,-1 0 0,1 4 0,0-2 21,-1 1 1,1 3 0,2 1-1,1 2-20,2 4 1,2-4 0,-4 4 0,4-4 5,2-2 0,1 0 0,6 1-13,0-1 0,0 0 1,2 1-39,4-1 0,3-7 1,7-3-1,0-5-30,1-1 0,4-1 1,3-5-1,0-3 15,-1 0 0,-1-6 0,-6 5 0,1-5 25,-1-1 1,0-1 0,0 1 158,1 0 0,-8 5 123,-4 0 0,-3 9-149,-2 2 1,-5 9-1,-3 13 1,-1 5-47,-3 4 0,-1 2 0,0 1 0,2 4-21,-1 6 1,-3 3 0,-1 4 0,0 3-27,-1 6 0,1 1 0,-2 1 1,-2-4-15,-2-2 1,-5 0-1,3-5 1,1 0-14,-1-4 1,-3-14 0,5-3 0,1-4 12,-3-6 1,6-9 0,-4-6 68,4-3 1,7-9 0,2-4-1,2-4-36,3-1 1,2 0 0,2-3 0,0-1-27,0-1 0,0-3 0,0 4 1,2-2-54,4 3 1,3-5 0,7 2-1,0 2-146,1 2 0,1 2 203,4 0 0,32-22 0,15-6 0</inkml:trace>
  <inkml:trace contextRef="#ctx0" brushRef="#br0" timeOffset="3">6509 2430 7006,'0'-9'-253,"0"2"0,0 9 275,0 3 1,-2-1-1,-2 7 34,-1 1 1,-1 3 0,6 1 0,0 2-2,0 4 0,-5-2 1,-1 7-1,3 2-21,1 2 0,-3 9 0,-3 3 0,1 4-29,0 2 0,-4 7 0,4 6 0,-2 5 32,-4 4 0,-2 7 0,-3 0 0,-2 5 2,-1 4 0,-1 0 1,6-5-1,-3-1-8,-2 1 0,3 5 0,-4 0 0,4 0 28,1 1 1,1 3 0,8-41-1,0 0 1,0 0 0,-1-1-71,1 0 0,0 0 0,1 2 0,0 0 0,0-4 1,1 0-1,0 3 0,1 0 34,-1 1 1,-1 1 0,1 5 0,0 0 0,-1-2 0,1-1-1,1-1 1,1 1-13,0-1 1,1 1 0,-3-1 0,1 1 0,2 2 0,0 2 0,1-1 0,-1 0-25,-1 0 1,1 0-1,2-3 1,0-1-1,-2 0 1,-1-1 0,1 1-1,0-1-3,1 2 1,-1 1 0,-3 3 0,1 0-1,1 0 1,1 0 0,-2-1 0,1 0 41,-2 2 0,-1 0 0,-2 1 0,-2 1 0,-1 6 0,0 0 0,0 2 0,-1 0-89,-2 2 0,1-1 1,1 2-1,1 0 0,-1-5 1,0 0-1,1 1 0,-1 1 63,0 1 0,1 0 0,1-1 0,2 0 0,-2-1 0,0 0 0,2-5 1,0-1-10,0-3 0,1 0 0,0-2 0,0 0 1,0 0-1,0 0 0,0-1 0,-1 0-35,1-1 0,0-1 0,0-4 0,0 0 0,-8 40 0,1-1-122,4-4 0,-3 2 1,5-7-1,0-11-65,3-11 1,4-11 0,2-7 230,0-8 0,-5-6 0,-1-4 0,1-8 0</inkml:trace>
  <inkml:trace contextRef="#ctx0" brushRef="#br0" timeOffset="4">7178 3246 8230,'0'-17'-449,"0"1"0,0 5 1,0 0 452,0-1-19,0 4 0,0 3 33,0 10 1,0 4 0,0 10 0,0 0 10,0 3 0,-6 2 0,1-2 0,1 5-20,2 4 1,2 1 0,0 1 0,-2-1-24,-3 1 1,3 5-1,-3 0 1,3 0 19,2 2 0,-6-6 1,1 5-1,1-5-17,3-1 0,-5-1 0,1 1 0,1-2 54,2-4 1,0-4 49,-3-6 0,3-5-62,-3-6 0,3-3 1,2-13-1,0-3-25,0-2 0,0-1 0,0 0 0,0-1-23,0 1 0,0-6 0,0 1 0,0-1 14,0-2 0,0-1 0,0-8 0,0 1-135,0-1 0,0 0 0,0-1 0,0-4 81,0-5 0,2-6 0,1-4 0,3-1 55,-3 1 0,5 4 0,-1 4 0,0 1-15,0-1 0,4 7 1,-5 4-1,-1 6 105,2 5 0,-5 1 0,6 8 10,-1 3 0,-4-2-45,8 8 0,-2-3 0,4 5-7,-2-3 1,0 1 0,5 5-22,0 0 1,1-6 0,-1 1 0,0 1-31,1 3 1,-1-1 0,0-2 0,1-1-6,-1 1 1,0 2-1,1 2 1,-1 0 1,0-5-1,0-1 1,1 3-99,-1 1 1,0 2-10,1 0 0,-1 0 2,0 0 1,-1 2-1,-2 1-13,-3 3 1,-6 1 0,1-2 29,-3 6 0,-2 4 0,0 1 97,0 0 0,-43 37 0,-12 9 0</inkml:trace>
  <inkml:trace contextRef="#ctx0" brushRef="#br0" timeOffset="5">7161 3539 8476,'-16'0'-1935,"7"-2"1938,3-3 1,5-4-1,2-7 110,5-1 1,3 3 0,7 1-1,2 2-78,4-1 1,-4 3-1,6-1 1,-2 1-27,-1 0 0,3 4 0,-4-4 0,2 2-20,-3 3 1,0-3 0,-3 1 0,0 3-313,1 1 323,-1 2 0,-22 29 0,-4 7 0</inkml:trace>
  <inkml:trace contextRef="#ctx0" brushRef="#br0" timeOffset="6">7373 3490 8438,'0'-11'-752,"0"1"375,0-3 1,8 4 0,2 0-1,5 2 468,1 3 1,2 2 0,2 2 0,4 0-43,1 0 1,2 0-1,6 0 1,0 0-9,-1 0 0,1 7 0,-2 4 0,-2 6-19,-2 4 0,-9-3 1,0 4-1,-7-2-42,-4 2 0,-1-2 0,-6 5 0,-2-1 1,-3-4 1,-5-2 0,-6-4 0,-2-1 22,-4-2 1,8-8 0,-6 3 49,0-4 1,0-2 0,4 0-36,-1 0 1,6-6-1,2-1 1,2-2-8,3-4 0,-3 4 0,2-2-31,1-1 0,2-3 1,2-1-61,0-1 0,0 7 0,0-1 0,2 0-109,4 2 0,-3-4 0,8 6 80,2-2 1,1 0-1,3-4 108,-1 2 0,0 6 0,1-4 0,-1 1 0,36-4 0,10 3 0</inkml:trace>
  <inkml:trace contextRef="#ctx0" brushRef="#br0" timeOffset="7">7846 3523 7120,'11'0'65,"0"0"-58,2 0 0,1 0 0,3-2-24,-1-3 0,0 1 1,1-5-1,-3 0-19,-3 0 1,2 3 0,-6-4-7,2-3 0,-4 0 0,4 1-11,-1 1 0,-5 2 34,-8-2 1,-4 3 0,-7 8 0,-1 0 18,1 0 1,5 2 0,0 2 0,-2 3 10,-1 2 0,3 2 0,2 5 0,0 1-7,0-1 0,5 0 1,-1 1-1,3-1-1,2 0 0,0 1 1,2-1-1,3 0-3,6 0 0,4-5 0,1 0 0,0 0-24,1-2 1,4 4 0,1-6 0,0 0-96,1 1 1,-4-3-1,4-5 1,-1 0-205,0 0 323,-1 0 0,10-29 0,4-7 0</inkml:trace>
  <inkml:trace contextRef="#ctx0" brushRef="#br0" timeOffset="8">8222 3539 8417,'-8'-16'-308,"7"5"-560,-5 0 557,4 8 1,2-3 265,0 12 0,0 3 1,2 5 30,4-3 0,-5 4 1,5-5 26,-4 5 0,-2 1 34,0 0 0,0 1 91,0-1 1,0-5 95,0 0-234,0-8 0,0 3 1,1-10-1,3-3-35,1-2 1,3-2 0,-5-5 0,5 1 2,1 4 1,0-3 0,3 3-1,-3-3 2,-1-3 0,4 6 0,-1 1 40,4-3 0,-4 6 0,0 1 0,1 4 1,3 2-1,1 2-24,0 4 1,-1-3-1,-2 8 1,-4 2-36,-2 1 0,6 3 1,-4-1-1,1 0-17,1 0 0,-7 1 0,3 1 66,0 4 0,-19 18 0,1 10 0</inkml:trace>
  <inkml:trace contextRef="#ctx0" brushRef="#br0" timeOffset="9">8874 3490 8417,'9'-27'-162,"-3"0"0,-5 7 0,-1-2-129,0 4 0,0 7 0,-1 2 259,-5 2 0,4 3 1,-5 8-1,0 3 54,-4 2 0,4 2 0,0 5 0,1 1-3,1-1 1,-6 2 0,5 2 0,3 2 28,1-2 0,2-2 0,0 0 0,0 2-58,0 2 1,2-2 0,3-8 0,4-1-16,0 2 1,6 0 0,-4-1 0,3-3-86,2-1 0,6-1 1,0-4-1,0 3-83,1-2 1,-5-3 192,4-1 0,25-36 0,6-9 0</inkml:trace>
  <inkml:trace contextRef="#ctx0" brushRef="#br0" timeOffset="10">9282 3066 7882,'-7'-14'-618,"-4"3"1,2-2 626,-2 8 1,7 1-1,-1 10 65,3 4 1,0 7-1,-1 3 1,-3 3 8,3 3 0,1 1 1,2 5-1,0 1-53,0 0 0,0 1 1,0 4-1,0 6-4,0 3 0,-6 2 0,1 0 0,1 0-72,2-1 0,-3 0 1,0-5-1,1-5-12,2-3 0,-3-10 0,-1-3 123,3-4 0,1-11 11,2-7 0,2-7 0,1-9 1,4-1-55,3 1 0,-5 0 1,4-3-1,-2 0-49,-3-3 0,3 0 0,0 6 0,1-2-75,-1-4 1,4 2-1,-4-5 1,2 1 33,4 4 1,-4 2 0,0 2-1,0-1 123,0 1 1,0 5 0,4 2 0,-2 2-19,1 3 1,3 4 0,1 7 21,0 10 1,3 1-1,1 7 1,3 1-89,2-1 0,-3 2 0,5 6 0,2 1 29,2 4 0,16-3 0,4 5 0</inkml:trace>
  <inkml:trace contextRef="#ctx0" brushRef="#br0" timeOffset="11">668 5056 12444,'0'-16'-3339,"0"5"3190,0 0 0,2 2 77,4-2 0,-3 4 0,6 5 1,0-2-10,1-1 0,-5 0 1,6 5 1,0-6 74,5 1 0,-7-3 0,-2 5-35,1-3 1,-5-1-187,8 2 0,0-4 198,5-8 1,-7 6 0,-1 2 31,-1 2 0,-4-4 0,7 4 23,-3-2 1,-2 3-13,-5-4-35,7 6 1,-3-3-4,7 7 1,-7 2 0,1 3 6,-3 6 0,3 3 1,1 3-1,-1 1-61,2 4 1,-5 1 0,5 6-1,-1 0 32,-1 6 0,6-3 0,-5 6 0,-1-2 5,2 2 1,-5-1-1,5 4 1,-1-1 9,-1-3 0,3-3 0,-5-1 0,3-3 17,-3-2 1,4-5-1,-1-7 33,-2 1 1,-1-3-40,3-3 1,-6-4 37,0-7 1,-8 0-1,-8 0-9,0 0 0,-1 0 0,1 0 0,0 0 52,-1 0 0,1-1 0,0-3-22,0-1 1,-1-1-70,1 6 1,5 0-141,0 0 0,9 0 178,2 0 1,73-22-1,-24 9 1,0-1-1</inkml:trace>
  <inkml:trace contextRef="#ctx0" brushRef="#br0" timeOffset="12">1549 5562 8531,'-10'0'-929,"-1"0"524,-2 0 1,6 1 391,1 5 1,6-4 4,6 3 0,-3-3 0,8-2 0,2 0 3,1 0 1,3 0 0,-1-2 0,0-3-24,1-6 0,-1 2 0,2-2 0,2-2 8,2-1 1,0-4-1,-4-2 1,2-4-24,1-1 1,3-2 0,-4-6 0,2 0 11,-2 1 0,-2-3 1,-2-1-1,-2-2 2,-3 2 1,2 0 0,-8-1-1,-1-3 68,-2-1 0,-2 4 0,0-2 1,0 1 1,0-1 1,0 1 0,0 6 0,0 1-12,0 4 0,-7-2 0,-4 9-23,-4 5 1,4 6-1,1 9 1,-3 2 2,-2 4 1,-1 8 0,0 10 0,-1-1 9,1 1 1,2 5-1,1-2 1,4 6 5,2 5 0,-4-4 0,5 4 1,3-2-10,1 2 1,2-1 0,0 4 0,0 1-20,0 0 0,2-4 0,3 3 0,6-1-42,3-3 0,3-3 0,1-3 0,2-4 13,2-5 0,7 1 0,-4-3 1,2-3-125,0-5 0,-5-6 0,3 3 155,-1-2 0,27-45 0,1-16 0</inkml:trace>
  <inkml:trace contextRef="#ctx0" brushRef="#br0" timeOffset="13">2186 5301 8531,'-17'2'0,"1"1"-245,0 3 1,7 1-1,1-4 1,3 5 65,-1 1 0,1 2 0,5 5 0,0 0 117,0 1 0,2-1 1,1 0-1,3 1 45,-2-1 1,3-5-1,0 0 1,0 1-84,1 3 1,2-4 0,-2 0-94,1 1 193,-6-5 0,19-21 0,-4-13 0</inkml:trace>
  <inkml:trace contextRef="#ctx0" brushRef="#br0" timeOffset="14">2284 5007 8531,'-8'-16'-133,"-1"0"1,-2-1 73,0 1 0,6 1 70,-6 5 0,8 4-442,-3 12 0,4 3 0,4 7 273,4 0 0,-5 1 0,7-3 158,-1-3 0,31 11 0,14-4 0</inkml:trace>
  <inkml:trace contextRef="#ctx0" brushRef="#br0" timeOffset="15">2577 4877 8496,'-7'-9'-592,"0"3"0,-4 12 0,4 4 514,-1 5 0,6 9 1,-5 3-1,2 4 94,-1 1 0,-5 3 1,6 1-1,0 4-14,-3 1 1,5 3 0,-6 3-1,1-4 4,5-4 0,-4 0 0,1-1 1,1-1-17,-3-3 0,7-1 0,-5-2 0,4-2-34,2-2 0,0-7 0,0 1 44,0-2 0,15-25 0,3-5 0</inkml:trace>
  <inkml:trace contextRef="#ctx0" brushRef="#br0" timeOffset="16">2854 5056 6909,'-16'7'-99,"0"4"1,5 4 0,-2 1 0,-3 2 84,-4 4 1,-2-2-1,6 7 1,-2 2 12,-4 2 1,4 0 0,-4-2 0,4-2 1,2 2 1,1-6 0,3-3 0,3-5 37,1-4-43,3-8 1,7 5 0,3-10-1,4-4 4,0-5 1,6-3-1,-4-2 1,3-1-5,2 1 0,1 1 1,-1 3-1,0 1 6,1-2 0,-1-1 0,0-1 8,1 4 1,-1-1 0,0 6-3,1 3 0,-7 1 0,1 4 13,2 3 1,-4 4-1,0 7 1,-2 1-85,-3-1 1,3 6 0,-1 0 0,-3-1 7,-1 3 1,4-6 0,-1 6 0,0-3 3,3 1 1,-7 0 0,7-6 50,-1 0 0,9-7 0,10-1 0</inkml:trace>
  <inkml:trace contextRef="#ctx0" brushRef="#br0" timeOffset="17">3099 5366 7833,'-16'0'-421,"7"0"0,3 0 0,12-2 415,5-3 1,-2 1-1,2-5-19,1 2 1,-3-4-1,0 4 1,0-1 13,1 1 1,-5-4-1,4 4 8,-2-2 0,1 4 1,-5-6 4,3-2 0,-1 4 51,-5-2 1,0 6 28,0-6 0,0 9-55,0 2 1,-5 7-1,-1 9 1,1 1-22,-3-1 0,7 0 1,-5 1-1,4-1-11,2 0 1,0 1 0,0-1-1,0 0 10,0 1 0,2-1 0,4-2 0,5-1-87,3-2 1,2-2 0,1 2 0,1-6-146,4-3 0,-4-2 227,3 0 0,34-14 0,6-4 0</inkml:trace>
  <inkml:trace contextRef="#ctx0" brushRef="#br0" timeOffset="18">4078 5252 7659,'0'-17'-360,"0"1"1,5 0 0,1 0 470,-3-1 0,1 1 0,0 0-40,1-1 1,2 3-1,-3 1 1,1 2 41,-1-1 0,-2 3-241,-2-2 120,0 0 0,-7 2 0,-2 5 1,-2 8-1,0 7 1,0 3 0,-5 2 0,-1 1-17,1-1 1,2 2 0,1 2 0,2 4 16,-2 1 1,1-5-1,-1 3 1,4-1 2,2 0 0,-4 0 1,5-6-1,3 0-22,1 1 1,2-6 0,0-1-34,0 3 1,2-6 0,3-1 20,6-4 0,3-2 0,3-2 0,-1-4-6,0-5 1,-1-3 0,-2-2 0,-3-1 21,3 1 0,2 0 0,1-1 0,0 1 19,1 0 1,-7-1 0,0 1-1,-1 0 5,0 0 1,-4 1-1,4 2 29,-2 3-27,-1 6 1,-6-2 0,0 12-16,0 5 0,-2 5 0,-2 4 0,-1 2-41,1-2 1,3-2 0,1-2-1,0 0-12,0 1 0,0-1 0,0 0 0,0 1-39,0-1 1,0 0 102,0 1 0,14-37 0,4-9 0</inkml:trace>
  <inkml:trace contextRef="#ctx0" brushRef="#br0" timeOffset="19">4421 4860 8445,'-2'-14'0,"-2"1"-31,-1 2 1,-1 9-1,4 1-52,-3 4 1,3 15-1,-3 1 1,1 2 105,-1 3 0,3 5 0,-5 0 0,1 5-221,1 4 1,-6 2 0,5-2-1,1 6 157,-2 3 0,3 2 0,-5 2 0,0 3 54,0 6 0,-2 3 1,-3 2-1,1 1-109,2-1 0,0-5 0,-3-2 0,3-2 11,5-4 0,-1-10 0,2-9 0,1-10-38,2-5 0,4-9 0,2-5 14,1-8 0,2 1 1,-3-10 108,1-5 0,15-71 0,-11 32 0,0 0 0</inkml:trace>
  <inkml:trace contextRef="#ctx0" brushRef="#br0" timeOffset="20">4323 5382 8445,'0'-23'-491,"0"-1"0,1-5 0,3 4 241,2 1 1,1 2-1,-4 6 1,5 0 285,1 0 1,-4 5 0,6 2 0,2 1 10,1 5 0,-3 1 1,0 2-1,2 0-10,1 0 1,-3 0 0,0 0 1,2 0 1,-4 0-1,0 2-15,-2 3 0,0 4 0,-3 8 0,1-1-25,-1 0 0,-2 0 0,-2 1 0,0-1-11,0 0 1,-6 6 0,-1 0 0,0-2-9,0-2 0,-4-2 0,3 1 0,-1-1-20,-3 0 0,3-1 1,0-3-1,0-3-17,-1-1 1,5 3-344,-6-6 400,8 0 0,3-77 0,9-19 0</inkml:trace>
  <inkml:trace contextRef="#ctx0" brushRef="#br0" timeOffset="21">4747 4746 8445,'-7'-16'0,"5"0"52,-4-1-11,5 8 0,-1 11 0,-2 13 0,-1 6-351,1 5 0,0 1 0,1 7 0,-3 4 214,3 6 1,-1-1 0,0 4-1,-3 6 64,-2 3 1,4 4 0,-6 5 0,-2 2-4,-1 4 1,-3 3 0,1 6-1,0-2 5,-1-2 0,1-9 0,2 2 0,1-6-28,2-1 0,6-10 1,-4-15-1,1-8-41,5-8 0,1-11 62,2-10 1,0-8 0,0-8-1,0-2 28,0-4 0,5 2 0,3-7 0,-1-2 12,0-2 1,4-1 0,-4-1 0,0 0-38,1 1 0,-1-3 0,-3-1 0,3-2-5,2 2 0,-4-4 1,4 0-1,-1 0 39,-5 0 0,1-3 0,-1 5 0,3 1 13,-2 3 1,-1 1 0,1 3-1,1 2 162,-1 7 1,-1 4-88,3 6 1,-2-1-1,6 6-51,3 3 0,2 1 0,1 2-3,0 0 1,-5 0-1,0 0-25,2 0 0,1 5 0,1 3 0,-3-1-15,-1 0 0,-5 6 1,3-2-1,-2 3-23,-3 2 1,-3 1 0,-1-1 0,0 0 14,0 1 1,0-1 0,0 0 0,0 2-1,0 4 1,-5-4 0,-2 4 0,-2-4 12,-4-1 0,0-1 0,1 0 0,1 0-116,-2 1 1,4-3 0,0-1 116,2-2 0,8-66 0,9-10 0</inkml:trace>
  <inkml:trace contextRef="#ctx0" brushRef="#br0" timeOffset="22">5057 4665 8162,'0'-17'-456,"0"8"0,0 4 1,0 10-1,0 6 473,0 4 1,0 8 0,0 4-1,0 4-10,0 2 0,0 1 0,-2 2 1,-2 4 2,-1 2 1,-2 7 0,3 5 0,-3 1-6,-2 1 0,3 2 0,-3 5 0,2-3-46,3-6 1,-3 1 0,2-4-1,1-6-218,2-3 259,2-4 0,15-42 0,3-9 0</inkml:trace>
  <inkml:trace contextRef="#ctx0" brushRef="#br0" timeOffset="23">5040 5382 6964,'0'-11'-407,"0"1"1,2 6 525,4-2 0,-3 5 0,8 1-118,2 0 0,1 0 2,3 0 0,-1-6 1,0 1-6,1 1 0,-6 1 1,-1-1-8,3-2 0,0-6 33,-2 1 0,1-4-9,-6-1 1,-1 0 0,-5-1 20,0 1 1,0 5-1,-2 2 8,-3 2 0,1 2 0,-7 5-41,-1 0 1,-1 7 0,0 2 0,4 2-3,2 0 1,-6-1-1,4 7 1,-2 1-36,1 4 0,4-4 0,-3 4 1,2-4-34,3-2 0,2 0 0,2 1 0,0 1-56,0 3 1,0-2 0,0 2-227,0-3 349,8-1 0,44-1 0,19 0 0</inkml:trace>
  <inkml:trace contextRef="#ctx0" brushRef="#br0" timeOffset="24">5514 5203 8164,'7'-9'-1460,"-4"-6"1506,8 4 1,-7 2 41,1-1 1,3-1-104,-3-6 0,2 3 1,-3 1-6,1 2 0,1 6 111,-6-6-130,0 7 0,-7-3 1,-4 7 27,-4 0 0,1 7 0,1 2 0,2 4 8,-2 3 0,-1-3 1,-1 9-1,3-4 13,1-2 0,2 1 0,-2-1 1,4 0-11,-1 0 0,7 1 0,-5-1 0,4 0-18,2 1 0,2-1 0,4 0-2,4 1 1,3-6-1,0-2 1,-2 0 7,1 0 0,3-6 1,1 3 14,1-4 0,-1-1 27,0 5 1,-1-3-1,-4 8 0,-6-7 1,-10 3-1,-6 0-51,-4 4 0,-7-2 1,-1 2-1,-3 2 21,-3 1 0,-18 4 0,-9 3 0,-5 0 0,-1 1 0</inkml:trace>
  <inkml:trace contextRef="#ctx0" brushRef="#br0" timeOffset="25">7373 5007 12005,'-9'-2'-1430,"4"-3"0,-2 1 1192,1-7-527,1 8 690,5-4 1,1 7-1,3-2 708,2-4-428,6 4 0,-5-7 3,4 4-145,4 3 0,-12-5 4,8 7 30,-7 0 0,5 0 245,-4 0-236,-3 0 0,6 2 0,-7 3-242,5 6 0,-4-2 1,3 2-1,-3 2 40,-2 1 1,0 2 0,0 1 0,0-1 32,0 0 0,0 6 0,0 0 1,0 0-23,0 1 1,0 1 0,0 5 0,-2-4 70,-3-1 0,3-1 1,-4-3-1,3 2 15,-3-2 0,4-2 1,-5-4-1,2-1 113,-1-2 1,-6-2 0,1 2 2,-4-6 0,-1 3 0,0-3-1,-1-1 1,1-1 0,0 1-1,-1 1-67,1-1 0,0-2 0,-1-2 0,1 0 14,0 0 1,0 0 0,-1 0-6,1 0 1,5 0-115,0 0 0,6 0-195,-6 0 0,5 0 100,-4 0 1,6-2-191,-2-3 283,5-4 0,15-37 0,4-6 1</inkml:trace>
  <inkml:trace contextRef="#ctx0" brushRef="#br0" timeOffset="26">7210 4991 11530,'-16'0'-620,"0"0"0,5-2 1,0-2 490,-2-1 0,6-2-70,1 1 1,6 3 284,6-8 0,3 5 0,7-3 0,1 0 6,-1 0 0,0 4 0,2-6 0,2 0-35,2 2 0,5-6 1,-3 6-1,-1-2-38,1 1 1,3-1 0,-3-4 0,-1 3-77,1 1 1,3 5 0,-5-3 0,-1 2-21,3 3 1,-6-3 0,4 0 0,-4 0 133,-2-1 0,1 3 26,-1 5 0,-7 0 1,-2 0-1</inkml:trace>
  <inkml:trace contextRef="#ctx0" brushRef="#br0" timeOffset="27">8042 4681 11452,'6'-11'0,"1"2"-426,2 2 1,-4-4-1,4 4 1,0-1 301,1 1 0,-5-6 201,6 3 1,-2 1 107,2-2-159,-4 7 0,-7-1 0,0 10-89,0 6 1,0-2-1,0 2 1,0 2-22,0 1 0,-5 8 0,-3 1 85,-1 3 0,-31 44 1,14-26-1,0-1 1</inkml:trace>
  <inkml:trace contextRef="#ctx0" brushRef="#br0" timeOffset="28">8385 5203 12326,'0'-16'-1462,"0"-1"0,0 6 1358,0 1 0,2 4 1,3-5 271,6-1 1,-4 2-1,0 1 1,-1 0 115,-1 0 0,2 4-193,-1-6 1,-4 6 0,5-5 29,0 3 0,-5-5-270,3 1 23,-3 3 140,-2-6 1,-2 12-52,-3-3 1,-4 3 0,-7 4 0,-1 1-2,1 3 1,0 6 0,-1-1 0,1 4 44,0 1 0,-1 6 1,-1 0-1,-2-1-13,-1 3 0,-1-4 0,6 7 0,-1 2-18,1 2 0,0 0 1,1-2-1,2-2 26,3 2 0,6-4 0,-3 1 1,1-3-49,1-3 1,1-4 0,8-3-17,1-2 1,8-7 0,-2-1 114,3-6 0,-3-1 0,0-7 0,2 0-62,1 2 1,3-5 0,-3 3 0,-1-4-13,-2-1 0,0 0 0,5-1 1,-2 1-27,-3 0 0,2-1 0,-6-1 0,2-2-3,4-1 1,-4-1 0,0 5 0,-2 1 51,-3 0 0,3 5 0,-1 0 37,-3-2 150,6-1-238,-7 5 1,5 3-1,-7 12-41,0 5 1,0 3-1,0 3 1,0 1 28,0 3 1,0-2 0,0 2 0,0-3 13,0-1 0,0 4 1,0 1-1,0-2 4,0-2 0,0-1 1,0-1-1,0 0-57,0 1 0,2-7 0,2 1-585,1 2 616,8 1 1,-4 3 0,7-1 0</inkml:trace>
  <inkml:trace contextRef="#ctx0" brushRef="#br0" timeOffset="29">8662 5187 8493,'-16'0'-2168,"5"1"2161,0 5 1,7 3 0,-1 7 9,3 0 0,2 1 1,0-1-1,-2 0-3,-3 1 1,3-1 0,-3 0-1,3 1-101,2-1 1,0 0 0,0 1 100,0-1 0,-7-7 0,-3-2 0</inkml:trace>
  <inkml:trace contextRef="#ctx0" brushRef="#br0" timeOffset="30">8678 5072 8493,'0'-23'-315,"0"-4"1,0 1-1,0 1-159,0 1 380,0 3 1,6 13-1,1 7 1,0 6-70,1 4 1,-1 0-1,-4 4 1,3-2-130,-3 1 292,7 3 0,-1 30 0,7 8 0</inkml:trace>
  <inkml:trace contextRef="#ctx0" brushRef="#br0" timeOffset="31">8874 5268 8493,'-9'0'-1483,"0"0"1233,4 0 0,3 2 280,-4 3 1,5 4-1,1 8-55,0-1 0,0 0 0,0 1-34,0-1 0,0-5 0,0 0 64,0 1 0,0-3-4,0 2 1,1-7 0,5 1-4,5-3 1,-2-4-1,2-3-12,1-6 1,3-3 0,1-3 1,0 1 1,1 0-1,-3-1 1,-1 1-2,-2 0 1,0 5 0,3 0 0,-1-2 7,-2-1 1,-6-1-1,4 3 1,0 3-16,0 1 22,-5 3 1,3 7 2,-7 3 0,0 4 1,-2 7-1,-1 1-4,-3-1 1,-5-5 0,6 0-1,0 2 0,-3 1 1,7 2-1,-5 1-1,4-1 0,-3 0 0,-1 1-20,1-1 1,12-7-8,4-4 0,4-10 0,1-6 16,0-3 0,-1-3 1,-3 1-1,-1 0 10,2-1 0,1 1 0,1 0 0,-2-1 1,-2 1 0,-1 0 1,5-1-1,-2 3 14,-3 3 0,-4-3-6,5 3-8,-8 3 0,5 3 0,-8 10 11,0 6 1,0 4-1,0 1 1,-2 0 8,-4 1 0,5-1 0,-5 0-20,4 1 1,2-1-1,-1 0 1,-3 1-3,-2-1 1,1 0 0,5 1-1,0-1-107,0 0 0,0 1 0,0-1 109,0 0 0,7 0 0,2 1 0</inkml:trace>
  <inkml:trace contextRef="#ctx0" brushRef="#br0" timeOffset="32">9527 5301 6720,'-9'-2'-217,"3"-4"0,6 5 216,6-5 1,-3 3-1,8-1 8,2-1 1,-4-1 0,2 4 14,1-3 0,-3 3 0,2-3-12,2 3 0,2-4 0,-1-1 37,-3-2 1,3 4-31,-3-6 0,-2 2 0,0-4 2,-1 2 1,-3 6-128,-5-6 65,0 7 1,-7-8 0,-4 6 25,-4 2 1,5 3 0,-1 1 0,-2 1 6,-1 5 1,3-4 0,0 5-1,-2 0 6,-1 4 0,-1-2 1,2 2-1,3 2 4,-3 1 1,0 2 0,0 1 0,3-1 24,-3 0 0,4 1 0,0 1 0,2 2 44,3 2 1,2-1-1,2-4-54,0-1 0,0 0 0,2-1 0,3-3 2,6-1 0,4-7 1,3 3-1,2-1-10,2-1 1,7 0 0,-2-5 0,2 0-11,-2 0 3,4 0 0,23-36 0,15-9 0</inkml:trace>
  <inkml:trace contextRef="#ctx0" brushRef="#br0" timeOffset="33">10734 4763 8493,'9'-17'0,"-2"-5"0,-5 1 0,2 1-336,1 2 0,2 7 0,-3 0 0,1-2 222,-1-1 1,3 3 0,-1 0 180,-3-2 57,6-1-125,-7 5 1,5 3-1,-7 12-4,0 5 0,-1 9 0,-3 3 0,-3 1 2,-2-1 0,0 8 0,-4 0 0,2 5-9,-2 0 1,1 1 0,-1-1-1,2 4-13,-2 1 0,-1-4 0,-1 2 1,3 0-17,1-1 1,0 5-1,-5-5 1,1-2-38,4-1 1,2-3 0,6 1-1,-5-2 78,-1-4 0,6-25 0,-5-13 0</inkml:trace>
  <inkml:trace contextRef="#ctx0" brushRef="#br0" timeOffset="34">10652 5235 7968,'-9'-7'-1068,"4"5"1014,10-3 0,4 3 1,8 0 34,-1-3 1,0 1 0,1-5 1,-1 2 1,0 0 0,0 3 0,-1-3 13,-4-2 1,3 3 0,-3-3 0,4 0-8,1 0 0,-5 4 1,-2-6-1,0 0 3,0 2 1,-5-6 0,3 6 23,0 0-6,-5-5 1,-2 12-12,-11-3 1,-3 3-1,-3 4 1,1 3 2,0 6 0,5 3 0,0 5 0,-2 0 2,-1 3 1,-1 0 0,3-4-1,1 2-3,-2 2 0,4 1 1,0-3-1,2 2-11,3-2 1,-3-2 0,1-2 0,3 1-57,1-1 1,2-5 0,2-2-14,3-2 1,4 4-1,8-6 1,-1-1-234,0-2 311,0-9 0,30-46 0,6-18 0</inkml:trace>
  <inkml:trace contextRef="#ctx0" brushRef="#br0" timeOffset="35">11060 5121 8493,'0'-16'-971,"0"5"1,2 2 844,3 2 1,-3-6 105,4 2 0,1 2 0,-2-2 46,-1-1 1,3 3-17,-1-2 1,1 7 0,-3-3 133,1 0-11,0 5-94,-5-5 0,-1 7 0,-5 1-42,-5 5 0,2 1 1,0 6-1,0-2 30,0 1 0,4-3 1,-4 2-1,1 2-16,5 1 0,-1-3 0,0 0 4,-1 2 1,0 1-50,5 3 1,1-1 22,5 0 0,-3-5 1,8-2 6,2-2 1,-4 4 3,2-5 0,-2 1 0,2-2 11,-4-3 0,-9 13-36,-3-4 0,-4-2 0,-8 2 0,-1 1-146,-3 3 1,1-4 0,-6-1 170,3 3 0,-57 9 0,-9 3 0</inkml:trace>
  <inkml:trace contextRef="#ctx0" brushRef="#br0" timeOffset="36">11892 4811 8457,'0'-16'0,"-5"0"0,-1 0 0,3-1-475,1 1 1,2 5 356,0 0 0,0 9 0,-2 2 68,-3 9 0,3 2 0,-4 4 0,3 3 58,-3 0 0,3 2 0,-6 2 0,1 3-18,5 0 1,-5 6 0,1-4 0,0 6 21,0 5 1,-4-2-1,4 8 1,-3 1-7,-2 2 0,-3 8 0,-1 1 0,0 2-39,-1 3 1,1 3 0,-2 1-1,-2 0-60,-2 1 1,0-5-1,6-5 1,0-10-57,0-10 0,5-2 0,0-14 149,-2-5 0,6-42 0,0-19 0</inkml:trace>
  <inkml:trace contextRef="#ctx0" brushRef="#br0" timeOffset="37">11762 5219 8457,'0'-27'-70,"0"0"0,5 7 0,2-4-285,2 1 0,-3 5 1,5-2-1,0 5 130,-2 4 0,5 8 0,-3-5 389,3 1 1,3 5 0,-1-3-160,0 3 1,1 4-4,-1 3 0,-1 4 1,-5 8-8,-4-1 0,1-5 1,-1 0-1,-3 2 2,-1 1 0,-2 2 1,-2 1-1,-1-1 2,-3 0 1,-5 6-1,4 0 1,-2-2-1,-4-2 1,-1-2 0,-3 0-1,1 1 0,0-1 0,-1 0 0,1 1 0,0-3-40,0-3 0,-4 4 0,1-6 0,5 0-146,-1-4 0,6 2 187,-1-1 0,20-23 0,1-10 0</inkml:trace>
  <inkml:trace contextRef="#ctx0" brushRef="#br0" timeOffset="38">12006 5203 8454,'8'9'-1165,"-7"-2"0,7-5 1180,-8 3 0,0 4 29,0 8 0,-2-6 1,-2 0-3,-1 1 1,-1 3-1,6 1-24,0 0 0,0 1-13,0-1 1,2-2 0,2-1-1,3-4-25,2-2 1,-4-1-1,6-6 1,2 0 14,2 0 1,1 0 0,0-2 0,1-3 4,-1-6 0,-2 2 0,-1-2 0,-2-2 28,2-1 0,-1-3 1,1 1-1,-4 0 10,-2-1 0,1-4 0,-5-1 0,3 2 25,-3 2 0,-1 2 0,-2-1 1,0 1-16,0 0 1,-2-1 0,-1 1 0,-5 2-21,-1 3 0,-2-2 1,-5 8-1,0 1-110,-1 2 0,-1 2 1,-2 2-1,-1 3-81,1 6 0,2 0 1,-1 4-1,-1 3 32,-1 0 0,1 0 1,7 0 130,2 4 0,0 10 0,-5 10 0</inkml:trace>
  <inkml:trace contextRef="#ctx0" brushRef="#br0" timeOffset="39">12447 5121 8454,'9'-7'-357,"5"0"1,-5-6 200,0 2 0,1 8 1,-5-5 4,6 1 0,-2 5 0,2-3 64,1 3 1,-2 4 59,0 3 0,-6 4 0,1 8 12,-3-1 1,-4 0 0,-1 1 0,-3-1 11,3 0 0,-4 1 1,-1-3-1,1-1 3,0-2 0,-4-1 0,4 7 0,-2-1 0,5-5 56,-1 0 0,3-9-30,2-2 1,7-8 0,4-6 0,3 1-22,3 2 0,-1-1 1,0-8-1,1-2-100,-1 2 0,6 2 0,-1 2 0,-1-1 26,-2 1 1,-1 0-1,-1-1 1,0 3 38,1 3 0,-6-2-40,-1 8 77,-6-1 1,2 14 0,-10 3-1,-3 1 43,-2-1 1,3 4-1,-3-4 1,0 3 3,0 2 0,-2 1 1,-3-1-38,3 0 0,-2 1 0,6-3-14,-2-3 9,5 3 1,-1-12-18,10 4 0,4-6 1,7-4-1,1-3 2,-1-2 0,0-2 1,1-5-1,-1-1-2,0 1 1,6 0 0,0-1 0,-2 1-26,-2 0 1,-2-1 0,1 1 9,-1 0 0,0 1 1,-1 3 5,-4 1 8,-4 7 1,-7 4 0,0 11-8,0 3 1,0 3-1,-2-1 1,-2 2-27,-1 4 1,-2-4 0,3 6 0,-3-3-159,-2 1 197,5 7 0,-25 40 0,2 18 0</inkml:trace>
  <inkml:trace contextRef="#ctx0" brushRef="#br0" timeOffset="40">13214 5072 7337,'0'-10'-1360,"0"-1"1379,0 7 1,-2-3 0,-2 9 0,-1 3 0,-3-1 1,5 7-1,-4 1 15,-3 3 0,5 1 1,-6 0-38,-2 1 1,4-1 0,0 0 0,2 1 13,3-1 0,-3-5 1,2 0-71,1 1 85,2-4-18,2-1 1,8-13 0,1-1 0,1-2-5,1-4 0,0-1 1,6-2-1,-1-1-12,0 1 0,1 0 0,-1-1 0,0 1-15,0 0 1,-5-1 0,0 3-1,2 1 1,1 2 1,-3 2 26,0-2 1,-7 6 0,1 10 0,-8-1 1,-5 7-1,1 3 6,0 6 0,-4-2 0,4 4 1,-1-4-10,1-1 0,-5 1 0,2 2 0,0 1 13,-1-1 0,7-2 0,-3-1 0,1-1 27,1 0 0,0 1-25,5-1 0,1-7 0,5-5-15,5-8 0,3 0 1,1-6-1,-3-3-14,-1-2 0,4-1 0,5 0 0,-2-1-3,2 1 1,0-6-1,-4 1 1,0 1-42,1 2 1,-7 1 0,1 3-1,2 1 11,2 2 1,-5 2 53,1-2-8,-7 4 1,1 14-1,-8 4 1,-5 4 1,-1 1 0,4 0 0,-4 1 0,2-1 0,3 0 0,-3 1 0,0 1 1,-1 2-31,1 1 0,0 3 1,3-4-1,-1 3-259,1 3 284,-5 1 0,7 20 0,-5 4 0</inkml:trace>
  <inkml:trace contextRef="#ctx0" brushRef="#br0" timeOffset="41">13654 5187 8420,'16'0'-953,"1"0"0,-7 0 908,1 0 1,-7-2 0,3-2 85,0-1 1,-3-3-14,7 3 1,-6 3-1,4-5 1,1 2-19,-1-1 1,-4-7-16,6 3 0,-7 0 1,3 1-1,-2 0-7,1 0 0,-1 4-4,-5-6 0,-2 7 12,-3-1 0,-4 3 0,-8 2 1,1 2 29,0 3 0,0 3 1,-1 4-1,1-1-6,0 2 0,1 1 0,2 3 0,4-1-6,2 0 0,-4-5 1,6 0-1,1 2-14,2 1 1,2 2-1,0 1-5,0-1 0,2-5 1,4 0-41,4 2 1,5-6 0,1 0 0,1-2-64,-1 1 1,0-1 0,1-5 0,1 0-117,3 0 224,-2 0 0,33-36 0,1-9 0</inkml:trace>
  <inkml:trace contextRef="#ctx0" brushRef="#br0" timeOffset="42">14176 5072 7705,'11'-14'-663,"0"3"0,-6-3 773,6 3 1,-7 2 0,3 0 8,0 1 0,-5 1-90,3 2 0,3 1-114,-3-7 62,1 7 0,-14-3 1,-3 9 1,-3 3 1,-2-1 0,-1 7 15,1 2 1,0 1 0,-1 2 0,1 1 3,0-1 1,5-1 0,0-3 0,0-1 0,2 2 1,0 1-1,5 3-2,-1-1 1,-1 0 0,6 1-3,0-1 1,2-5 3,4 0 0,3-8 0,7 3-1,0-5 1,1-1-1,-1 0 60,0 0 1,-5 0 200,0 0-166,0 0 0,-4 0-88,-7 0 0,-7 0 0,-9 2 0,-1 4 0,-4-3 0,-3 8 0,-1 2-6,-4 1 0,-15 1 0,-8 1 0,-5 1 0,-1 1 0</inkml:trace>
  <inkml:trace contextRef="#ctx0" brushRef="#br0" timeOffset="43">636 6557 8232,'9'-2'-1541,"-4"-4"1557,-3 5 1,-2-9 173,0 5-169,0 3 1,0-7 0,2 6 67,3-3 0,-3-1-33,4 1 1,-3 5-2,3-5-64,-4-3 0,5 0 18,-7-7 0,0 5-28,0 0 1,-2 2 0,-3-2-29,-6 6 1,-4 3 0,-1 2 0,-2 0 4,-4 0 0,2 2 1,-5 3-1,-1 4 30,1 0 1,0 7-1,-4-1 1,3 5 31,3 0 0,1-2 0,6-2 0,1 1 11,4-1 0,-2 0 0,8 1 0,1-1-22,3 0 1,2 0 0,3 1 0,3-3-13,2-3 0,2 4 0,6-6 1,-1 2-3,0-1 1,0-4-1,1 3 1,-1-2 0,0 4 1,1-6 10,-1-1 0,-5 3 18,0-1 1,-2 6-7,2-1 0,-6-2 0,-10 2-16,-6 2 0,-4 1 0,-1 3 0,-2-1-2,-4 0 1,4 1 0,-6-1 0,3 0-6,-1 1 0,0 1 0,4 2 0,-2 0-9,-2-6 0,6 2 0,7-5-334,2 4 1,3-1 346,10-3 0,61-69 0,-23 17 0,0 1 0</inkml:trace>
  <inkml:trace contextRef="#ctx0" brushRef="#br0" timeOffset="44">832 6410 7777,'-8'-9'-1260,"5"1"1310,-8 8 0,5 10 0,-3 4 0,2 8 111,3 3 0,1 2 0,-1 6 0,-1 0-79,1-1 1,-3 8 0,1 4 0,1 1-46,-2-2 0,5 8 0,-5-7 0,1-3-44,1 1-1,-1-9 1,6 1 0,-1-7-43,-5-3 0,4-2-123,-3-6 117,3 0 0,4-9 0,2-7 0,3-7-28,2-2 1,2-11-1,5 4 1,0-2-55,1 0 0,-1-4 1,0 0-1,1 2 39,-1 2 0,0-4 0,1 1 192,-1 1 0,-2 1 0,-1 5 293,-2 3-218,0-3 0,0 19 1,-2 0-85,-2 8 0,-2 3 1,-5 1-1,2-1-101,4 0 1,-5 1 0,7-1 0,-3 0-76,1 1 0,4-1 0,-2-2 0,1-1-16,3-2 0,-2-2 0,0 2 0,3-4-22,2 0 1,-4-5-1,-1 4 130,3-4 0,16-10 0,6-1 0</inkml:trace>
  <inkml:trace contextRef="#ctx0" brushRef="#br0" timeOffset="45">1256 6932 6991,'0'-9'368,"0"0"-128,0 3-131,0 4 1,2-5-96,3 7 1,-3-2 0,5-1-86,0-3 1,2-1 2,8 2 0,-1-5 0,0-4-40,1 3 1,-6-3-1,-1 5 1,1-2 23,-2 0 0,0 0 74,-3-5 0,-6-1 38,0 1 1,-7 7-1,-12 4 49,-2 3 0,3 9 1,-4 4-1,4 2 24,1-3 1,1 8-1,0-3 1,-1 1-24,1 4 0,7 0 0,2-4 0,1 1-28,1-1 0,0 0 0,6 1-47,5-1 1,5 0 0,9-1 0,3-2-51,3-3 1,-5-4 0,6 3 0,2-2-112,2-3 1,2 3-1,0-2 1,-1-1-217,1-2 0,-1 3 0,1 1 374,0-3 0,43-15 0,11-6 0</inkml:trace>
  <inkml:trace contextRef="#ctx0" brushRef="#br0" timeOffset="46">2316 6850 8359,'-9'-7'-881,"0"5"0,5-5 1389,-1 0 0,0 3-456,5-7 0,0 6 339,0-6-298,0 7 0,0-1-70,0 10 1,5 4-1,2 8-46,2-1 1,-5 0-1,1 0 1,-1 3-55,1 2 0,-3-3 0,4 6 1,-5-2-190,-1 0 0,0 5 1,0-4-1,0 1-548,0-1 814,0 6 0,0-25 0,0 1 0</inkml:trace>
  <inkml:trace contextRef="#ctx0" brushRef="#br0" timeOffset="47">2528 6557 8359,'-11'-2'-2077,"0"-4"2077,8 5 0,10 15 0,11 13 0</inkml:trace>
  <inkml:trace contextRef="#ctx0" brushRef="#br0" timeOffset="48">2757 6883 7701,'0'-17'-430,"0"1"0,0 5 1,1 0 444,5-1 1,-3 3 0,7-2 16,-3-2 0,4 4 0,-6-2 100,-1-1 1,-1 4-1,1 1-121,1 0 1,-1 5 0,-9-3 0,-6 3 52,-4 2 1,-1 2-1,1 3 1,3 4 7,1 0 1,0 6-1,-5-6 1,-1 1-19,1 1 1,5 0-1,2 6-30,2-1 1,1-5 0,6 0-53,0 1 1,8 1 0,3 0 20,3-2 0,2-1 0,1 5 0,-1-2 7,0-3 0,1-4 0,-1 3 0,-2 0 96,-3 0 1,4-3-45,-4 4 1,-6 1-1,-5 6-112,-9-1 1,-7 0 0,-6 1-1,-5-1-201,-4 0 1,-2 6 260,1 0 0,-15-1 0,-4-4 0</inkml:trace>
  <inkml:trace contextRef="#ctx0" brushRef="#br0" timeOffset="49">3931 6948 8359,'-16'-22'0,"0"1"-602,-1 1 1,1 3-1,0 6 602,-1 6 0,1 3 0,0 2 0,-1 0 0,1 0 0,5 0 0,0 0-383,-1 0 383,-3 0 0,6 0 0,9 0 0,9 0 0</inkml:trace>
  <inkml:trace contextRef="#ctx0" brushRef="#br0" timeOffset="50">3377 6752 8359,'0'-16'-47,"0"0"0,0-1-189,0 1 0,1 7 1,3 2 37,1 0 0,8 5 274,-2-4 1,3 6 0,3 4 0,-1 3-3,0 2 1,-5 2-1,0 5 1,2 1-90,1-1 1,1 2 0,-2 2 0,-4 2-5,-2-2 0,0 0 0,-3 0 0,1 1-9,-1-1 1,-2 4 0,-2-2 0,0-2 5,0-2 0,-2-2 0,-4 0 0,-3 1-9,0-1 0,-5-5 1,3-2 21,-4-2 1,-1-1-14,0-6 1,7-8-1,3-3 1,4-3-31,2-2 0,0-6 1,0-2-1,2-1-13,4-4 1,3-2 0,5-3-1,1-3 48,1-1 1,-3-2 0,8 4 0,-2 0-2,-3 5 1,6 0 0,-1 10-1,-1 1-61,-2 2 1,-1 9-1,-1 3-190,0 4 1,1 4 268,-1 4 0,8 10 0,1 9 0</inkml:trace>
  <inkml:trace contextRef="#ctx0" brushRef="#br0" timeOffset="51">3850 6687 8359,'-17'0'-966,"3"2"856,3 3 0,4 4 0,7 8 178,0-1 1,0 0-1,0 1 1,0 1-47,0 3 0,0-2 0,0 4 0,0-1-32,0 0 1,1-1 0,3-4 12,2-1 1,1 0-56,-2 1 0,-1-8-5,7-4 0,0-5-27,5-5 0,-5-4 0,-2-8 19,-2 1 1,0 0 0,-3-1 0,1 1 44,-1 0 0,-2 5 0,0 0 0,1-2 44,3-1 1,-1 3-23,-5 0 1,2 2 78,3-2-8,-3 4 0,11 14 1,-8 4-78,-1 4 1,3 1 0,0-2 0,1-1-107,-1-2 1,4 0-1,-4 5-114,2 0 0,0 1 224,2-1 0,11 8 0,-4 1 0</inkml:trace>
  <inkml:trace contextRef="#ctx0" brushRef="#br0" timeOffset="52">4192 6785 8349,'-7'-9'0,"5"0"0,-5 5-201,0-1 0,5 1 1,-4 10-94,5 4 1,1 5 0,0 1 0,0 1 372,0-1 0,0 0 0,0 0-61,0 1 0,0-1 0,0 0-34,0 1 1,0-6-106,0-1 45,0-6 0,1 2 0,3-12 47,1-5 0,6-3 0,-5-3 1,-1 1 1,2 0 1,-3-1 0,5-1 0,0-2 5,0-1 1,0-1 0,4 7-1,-4 3 24,-2 1 0,6 0 0,-2-3 41,3 3 1,-3-2 24,0 8 1,-5-1-1,3 8 1,-2 3-27,-4 6 0,5-2 0,-3 2 0,-1 2-48,-2 1 1,3 3 0,1 1 0,-3 2-31,-1 1 0,0 1 0,1-6 0,3 1-511,-3-1 546,-1 0 0,-2 15 0,0 4 0</inkml:trace>
  <inkml:trace contextRef="#ctx0" brushRef="#br0" timeOffset="53">4551 6801 8335,'-5'-11'-136,"-1"0"0,-1 8-363,2-3 0,3 6 0,-4 6 551,4 5 0,2 3 0,0 3 0,0-1-20,0 0 1,0 0-1,0 1 1,0-1-33,0 0 0,0-5 0,0 0 1,0 2-22,0 1 1,0-3-34,0 0 64,0 0 0,0-4-4,0-7 0,2-5 0,2-8 0,1 2 4,-1-1 1,3-3 0,-1-1 0,-1-1-14,2 1 0,1 0 1,4-1-1,-3-1-3,-1-3 1,4 2 0,-3-2 0,2 3 1,0 1 0,-2 1 0,4 2 0,-2 1 8,1 2 1,-4 6 0,-1-5 12,0 3 1,-3 2-1,5 7 57,-2 3 1,-1 4 0,-5 7-1,3 1-48,1-1 0,1 0 1,-6 1-1,0-1-48,0 0 1,5 1-1,1-1 1,-3 0-40,-1 0 0,-2 1 0,2-1 0,2 0-69,1 1 1,0-1 0,-5 0-1,0 1 130,0-1 0,8-14 0,1-4 0</inkml:trace>
  <inkml:trace contextRef="#ctx0" brushRef="#br0" timeOffset="54">4910 6850 6502,'0'-9'716,"0"4"-652,0 10 1,0-1-1,0 7 1,0 1-140,0 3 0,0 3-162,0 4 0,0-4 1,0 4-1,0-4 237,0-2 0,-7 15 0,-2 3 0</inkml:trace>
  <inkml:trace contextRef="#ctx0" brushRef="#br0" timeOffset="55">4975 6687 8277,'9'-16'-445,"0"1"1,-5 3 0,1 1 353,-1-2 1,0-1 0,-1-3 412,3 1 1,1 7-419,-2 3 1,-3 6-1,4 6 1,-3 5 57,3 3 0,-4 3 1,3 1-1,-3 3 38,-2 7 0,-7 53 0,2-33 0,0 0 0</inkml:trace>
  <inkml:trace contextRef="#ctx0" brushRef="#br0" timeOffset="56">5155 6948 8277,'0'-16'-1963,"0"-1"2169,0 8 1,0 4-45,0 10 0,0-1-143,0 7 0,0 0 67,0 5-94,0-7-88,0-2 1,0-8 76,0-5 1,5 2-1,2-6 1,1-3-121,-1-2 1,6-1 0,-3 0 0,5-1 37,1 1 0,-1 0 1,-1 0 109,3-1 1,-5 3 0,10 1 0,-4 4 259,-2 2 1,1 1-127,-1 6 0,-1 2 0,-3 4-55,-1 4 1,-7 5 0,1 1-82,-3 1 1,3 4-1,1 3-73,-3 1 0,-1-5 1,-2 2-1,2-4-88,4-2 0,-5-5 0,7 0 0,-3 2 154,0 1 0,15-12 0,-1-4 0</inkml:trace>
  <inkml:trace contextRef="#ctx0" brushRef="#br0" timeOffset="57">5693 6703 8277,'0'-16'0,"-2"2"0,-1 1-660,-3 2 0,-1 6 1,1-4 566,-4 1 0,-5 3 0,-1 5 152,-1 0 1,7 0 0,-1 2-1,-2 1 35,-1 3 0,3 6 0,0-1 0,0 4-2,2 1 0,0-1 0,5-3 0,-1-1-45,1 2 0,2 1 0,2 3-14,0-1 1,0-5-26,0 0 0,2-8 0,4 3-10,4-4 0,5-2 0,1 0-2,1 0 0,-3-2 0,-1-2 0,-2-1 56,1 1 0,-3 2 83,2 2 1,-2 2-30,2 3 1,-4-1 0,-7 9 0,0 3-34,0 4 1,0 9 0,0-2 0,0 4-42,0 2 0,-5 7 1,-2 3-1,-2 6-62,-4 5 0,-2-3 0,-1 5 0,0 0-2,0 4 1,-6-2 0,-2 0 0,-1 0-106,-4 0 0,3-5 0,1-1 1,1-6 21,5-8 0,-5-6 1,0-5-1,1-7 9,-1-7 1,3-6 0,4-7-1,1-1 71,0-5 1,1-3 0,2-7 0,4-2 39,2-4 0,2 2 0,5-9 1,0-4 29,0-3 1,0-2 0,1 5 0,5 1-25,5-1 1,3 0 0,1 3 0,-1 3 4,3 5 0,-5 4 1,12 1-17,-1 1 0,39-8 0,16-1 0</inkml:trace>
  <inkml:trace contextRef="#ctx0" brushRef="#br0" timeOffset="58">7259 6703 14804,'9'-7'-1030,"-3"-4"1,-5 2-450,-1-2 0,2 8 1498,4-3 0,-3-1 71,8 2 1,-2-3 0,4 5-7,-2-3 1,-2-1 0,4 3-31,-3-1 1,-1-2-1,4 3 1,-2-3 4,2-2 0,-4 5 1,0-3-90,-2 0 0,4 3 0,-4-5 0,0 0 62,1 0 0,-1 5 1,-3-3 102,1 0 0,0 3-192,-5-7 1,-1 8-17,-5-3 0,-3 4 0,-7 4 73,0 4 0,-6 1 0,0 6 0,0-3-41,-1 3 1,-3 7 0,-6 2 0,1 0 27,4 1 0,-4-3 0,6 5 1,-3-1 17,1-4 0,7 3 0,-2-1 0,6 0-19,5 1 0,-1-4 0,6 2 0,3-3-25,1-1 1,2-6 0,2-2 0,3 0 51,6 0 0,3-6 0,3 3 0,-1-4-6,0-2 1,6 0 0,2 0 0,-1-2-102,1-4 0,-3 3 0,-4-6 0,1 0-1,4 0 1,-4 3 0,4-5 52,-4-1 1,-7 4 0,-2 1 20,-2 0 0,-4 5 56,-8-3 1,-4 5 0,-9 5 0,-2 6 89,-2 3 1,-7 3 0,4-1 0,-2 2-68,-1 4 0,7-4 0,-5 6 1,3-3-68,3 1 0,2 2 0,3-4 0,2 1-89,3-1 0,6-2 1,-1-1-28,3-1 1,4-1 0,3-5-1,6-4 46,3-4 0,10-2 1,1 0-1,2 0-81,1 0 1,-1-2 0,4-2-1,-2-3-378,-2-2 519,0 5 1,9-23 0,4-11-1,4 2 1,-1 0 0</inkml:trace>
  <inkml:trace contextRef="#ctx0" brushRef="#br0" timeOffset="59">7912 6524 11008,'0'-9'-3101,"-2"2"3028,-4 7 0,-3 7 0,-5 6 64,3 7 1,-2-2 0,6 5 0,0-1-21,0 0 0,-6 7 0,2-2 0,-4 4 27,-1 1 0,5 1 0,0 0 0,-1 1-29,-3 4 1,1-4 0,1 5 0,4-7 9,2-5 0,-4 2 1,5-5-1,1-1-222,-2 1 0,5-8 85,-4-5 1,6-7 0,6 1 59,5-3 1,1-4-1,1-3 1,-2-6 8,2-4 0,3-1 89,6 0 0,18-44 0,10-11 0</inkml:trace>
  <inkml:trace contextRef="#ctx0" brushRef="#br0" timeOffset="60">8140 6606 8314,'0'-17'-1775,"-2"8"1780,-3 4 0,3 10 1,-5 6-1,1 4 45,1 1 1,-2 0 0,3 2-1,-1 2-25,1 2 0,-3 2 1,-1-3-1,1 5-21,0-1 0,-4 4 1,4-5-1,0-1-11,-1 1 1,-3 5 0,6-2-1,0 2-41,-3-2 0,6 2 0,-3-5 0,1-1-61,-1 1 1,3-3-1,-3-4 1,5-3 108,5-3 0,26-40 0,12-16 0</inkml:trace>
  <inkml:trace contextRef="#ctx0" brushRef="#br0" timeOffset="61">8287 6899 7691,'-11'-5'-1660,"0"-1"1588,7 1 415,-3 5-275,7 0 1,2 0 0,3 0-46,6 0 1,4 0 0,1 0-19,0 0 1,1 0 0,-1 0-2,0 0 1,1 0 0,-3-2 0,-1-2-36,-2-1 1,0-6 0,3 4 0,-1 0-20,-2-1 0,-6-4 0,4 1 26,-2-4 1,-1 4 0,-6 0 9,0-1 1,-2 5-1,-3 1 23,-6 4 1,-4 2 0,-3 0-1,-2 2 83,-2 4 1,-5 3 0,4 7 0,-1 0 32,1 1 1,1-1-1,6 0 1,1 0-103,4 1 0,-2-1 0,8 0 1,1 1-16,3-1 1,8-1 0,4-3 0,5-3-23,6-1 0,9-3 0,8-5 0,3 0-200,3 0 0,8 0 214,1 0 0,0-9 0,5-4 0,2 0 0,-1-1 0</inkml:trace>
  <inkml:trace contextRef="#ctx0" brushRef="#br0" timeOffset="62">9494 6883 9113,'0'-11'-1001,"0"0"1,0 6 825,0-6 1,2 5-1,1-5 162,3-1 1,5 3 0,-4 0 36,2 1 0,0-4 0,4 3 7,-2 0 0,-6-4 0,4 6-6,-2-2 1,4 3 33,-5-5 0,-1 0-4,-5-5 0,-2 7 0,-3 4 29,-6 3 1,-3 2-1,-3 0-17,1 0 0,-6 0 0,0 0 0,1 2-15,-3 3 0,6 2 0,-6 6 0,3-2-26,-1 2 0,-2 1 1,4 2-1,1 2-16,4 4 0,-1-4 0,7 4 0,-2-4-47,0-2 1,7 1 0,-1-1 6,3 0 1,4-1 0,3-2 0,6-4 7,4-2 1,1 0 0,0-3 0,2 1-69,4-1 0,-4-2 1,6-2-1,-2 0-32,-1 0 0,1 0 0,-6 0 1,1 0 15,-1 0 0,0 0 0,1 0 0,-1 0 108,0 0 1,1-8 0,-1-1 0</inkml:trace>
  <inkml:trace contextRef="#ctx0" brushRef="#br0" timeOffset="63">9804 6769 8538,'0'-17'-603,"0"1"0,0 0 1,-2 1 655,-3 4 0,1-1-120,-7 6 0,6 1 1,-6 5 111,-2 0 0,4 2 1,-2 1-1,0 4-9,2 3 1,-5-1 0,5 3-1,0-1-24,3 2 0,-1-4 0,2 2-25,1 1 0,2 3 1,2 1-18,0 1 1,0-1 0,2-2 16,3-3 1,-1 2-1,7-6-3,2 2 1,1 0 0,2 4-9,1-2 1,-3-6 0,-1 4-25,-2-1 1,0 4 37,5-1 1,-7-2 26,-4 2 0,-5-7 1,-5 3-1,-6-2 4,-3 1 0,-3-1 1,1-3-1,0 2-12,-1 1 0,1 2 1,0-3-110,-1 1 1,1 1-331,0-6 430,7 0 0,52-36 0,21-10 0</inkml:trace>
  <inkml:trace contextRef="#ctx0" brushRef="#br0" timeOffset="64">10098 6573 8510,'0'-16'-1826,"0"-1"1670,0 8 0,0 4 0,0 10 0,-2 6 207,-4 4 0,5-5 0,-7 3 0,3 3 79,-1 4 0,-1 2 0,4-6 0,-5 3-101,-1 2 1,6-1-1,-5 6 1,3-3-8,0-3 1,-1 4 0,6-3 0,0-1-30,0-2 0,0-1 0,0-1 0,0 0-161,0 1 0,0-6-414,0-1 582,0 1 0,0-31 0,0-9 0</inkml:trace>
  <inkml:trace contextRef="#ctx0" brushRef="#br0" timeOffset="65">9935 6818 8510,'0'-17'0,"0"1"-556,0 0 1,0-1 335,0 1 1,1 2 0,5 3 122,5 5 0,3 3 0,2-1 1,1-1 76,-1 1 1,0 2-1,1 2 1,-1 0-14,0 0 1,1 0-1,1 0 33,4 0 0,17 0 0,12 0 0</inkml:trace>
  <inkml:trace contextRef="#ctx0" brushRef="#br0" timeOffset="66">10864 6818 8510,'-11'-8'-290,"1"-3"1,4 4-1,-3 0-423,2 0 827,1 5 0,6-7-10,0 3 1,2 3-81,4-8 0,-3 7 0,8-1-86,2 3 0,1 2 1,3-2 32,-1-3 0,0 3 1,2-5-1,2 1-31,2 1 1,0-2-1,-6 3 1,1-3-9,-1-2 1,0 5-1,0-3 1,1 1 8,-1 1 1,-5-2 21,0 1 1,-9 4 35,-2-3 0,-8 3 1,-10 2-1,-2 2 29,-1 3 1,-7-1-1,5 5 1,-1 0 38,1 0 1,-1 0-1,4 4 1,-2-2 10,2 2 1,8-4 0,1 1-1,-2 3-33,-1 2 1,5 1-1,3 0-41,4 1 0,2-1 0,2 0-33,4 0 0,3-1 0,7-2 0,2-4-64,4-2 1,-4 4 0,4-6-1,-4 1-60,-2 1 1,6-5 0,0 3-1,0-3-183,1-2 336,-5 0 0,28-14 0,-3-5 0</inkml:trace>
  <inkml:trace contextRef="#ctx0" brushRef="#br0" timeOffset="67">11272 6769 8510,'0'-17'-307,"0"1"0,0 0-518,0-1 669,0 1 0,0 9 1,0 7 202,0 9 0,0 0 0,0 2 0,0 2-7,0 1 0,0 2 0,-2 1 0,-1-1-57,-3 0 1,1 1-1,3-1 18,-3 0 0,3 0 25,-4 1-19,5-1-6,1-7 1,0-3-1,1-12-17,5-5 1,3-3 0,5-4 0,-1-2-70,-2-2 0,0 0 1,5 6-1,0 0 41,1-1 1,-1 1-1,0 2 1,1 1 47,-1 2 0,0 2 1,1-2-1,-1 6 6,0 3 0,1 2 0,-1 0 27,0 0 1,-5 7-1,-2 4 1,0 3 23,0 3 1,-3-1 0,3 2 0,0 2-2,0 2 1,2 1-61,5-1 0,22 40 0,6 16 0</inkml:trace>
  <inkml:trace contextRef="#ctx0" brushRef="#br0" timeOffset="68">12365 6491 13745,'0'-16'-2390,"0"0"930,0-1 0,-5 7 786,-1-1 667,1 7 1,5-5 98,0 4-117,0 3 0,0-4 15,0 12 1,0-3-1,0 8-87,0 2 1,0-4-1,0 2 1,0 2 113,0 1 0,-7 8 1,-2 1-1,-2 3-8,0 3 1,5 2 0,-4 1 0,-3 1-2,-2-1 1,4 1 0,1 1 0,-3 3-22,-2 1 1,5 0 0,0-6 0,3 1-63,4 0 0,-5-6 0,3-2 1,1 1-315,2-1 1,2-5 388,0 2 0,-14-40 0,-4-11 0</inkml:trace>
  <inkml:trace contextRef="#ctx0" brushRef="#br0" timeOffset="69">12055 6866 8583,'-9'-16'-920,"-4"5"0,6 0 1410,-2-1 0,6 3-619,-3-2 0,6 7 0,6-1 71,4 3 0,5 2 1,1 0-1,1-2 61,-1-3 0,0 3 0,2-4 1,2 3-40,2-3 0,5 5 0,-3-7 0,-1 3-54,1-1 1,3 1 0,-3 5 0,-1 0-171,1 0 0,-1 0 260,-1 0 0,-11 0 0,3 0 0</inkml:trace>
  <inkml:trace contextRef="#ctx0" brushRef="#br0" timeOffset="70">12430 6834 8478,'0'-26'-176,"0"5"1,0 3-769,0 1 1,2 6 994,4 1 1,3 6-1,7-1 1,0 3-1,1 2 0,-6 5 0,-1 2 0,1 2-16,-2 4 0,6 2 0,-6 1 1,0 0-4,-4 1 1,-1 4-1,0 3 1,1-1-22,-1 1 1,-2 0 0,-2-5 0,0 3-33,0-2 1,0-2-1,-2-3 1,-2-3-76,-1-1 80,-1-7 0,1 1 0,-1-10 1,3-6 0,1-3 0,4-5 0,1 0 12,3-3 0,1-5 0,-3 3 0,3-1-18,2-4 0,-4 3 0,6-1 0,2-2-20,2-2 1,1 4 0,0 2 0,0 1-1,1 4 0,-1 2 0,0 4-104,1 3 1,-1 5 144,0 12 0,-7 32 0,-1 14 0</inkml:trace>
  <inkml:trace contextRef="#ctx0" brushRef="#br0" timeOffset="71">13050 6785 8478,'0'-16'-254,"0"-1"0,0 1-43,0 0 1,0 5 100,0 0 1,0 6 17,0-6 169,0 7 1,-1-3-1,-5 7 20,-5 0 0,2 5 0,-2 2 0,-1 3 28,-3 2 0,-1 3 0,-1 1 0,1 2-9,0 4 0,0-4 0,1 4 0,2-4-13,2-2 0,6 0 0,-4 1 0,2-1-29,3 0 0,2-5 0,2 0-10,0 2 1,2-6 0,4-1-27,4-5 1,5-1-1,1-1 1,1-3-49,-1-2 1,0-4 0,0 2-11,1-1 0,-1-2 0,0-3 0,-1 1 24,-4 2 1,3 2-1,-5-3 1,2 1 84,0-2 1,-7 4-1,1-2 65,-3-2 0,3 4 21,1-2 0,-1 10-21,-5 1 1,-5 1 0,-1 10 0,3 2-41,1 2 1,0-5-1,-1 1 1,-3 2 9,2 1 0,3 3 1,1-1-184,0 0 1,5 1 144,1-1 0,35 8 0,5 1 0</inkml:trace>
  <inkml:trace contextRef="#ctx0" brushRef="#br0" timeOffset="72">13279 6785 8478,'-9'-16'-1795,"1"5"1880,8 0 1,0 9 0,0 2-127,0 9 0,0 6 1,0 1-1,0 0 114,0 1 0,-5-1 0,0 0-43,1 0 1,2 1 0,2-1 0,0 0-60,0 1 1,0-1-1,0 0 1,-2 1-159,-3-1 1,3-5-1,-3 0 187,3 1 0,2-4 0,0-1 0</inkml:trace>
  <inkml:trace contextRef="#ctx0" brushRef="#br0" timeOffset="73">13311 6622 8478,'0'-18'-157,"0"-4"0,0 9-351,0-3 0,8 12-390,3 4 898,-4 8 0,0 44 0,-7 10 0</inkml:trace>
  <inkml:trace contextRef="#ctx0" brushRef="#br0" timeOffset="74">13507 6834 8478,'-2'-15'0,"-1"3"-423,-3 1 0,-6 7 250,1-1 0,3 10 0,3 6 0,3 4 188,2 1 1,-5 0-1,-1 0 46,3 1 1,1-1 0,2 0-45,0 1 0,0-1 0,0 0-112,0 1 88,0-8 0,2-2-11,3-7 0,2-2 0,6-1 0,-2-5-16,2-1 0,-4-2 1,2-5-1,1 0-35,3-1 1,1 1-1,0 0 1,3-2-18,2-4 1,-1 4 0,6-4 0,-1 4 66,0 2 0,-3-1 0,3 3 0,-1 1 48,-4 2 1,-2 8 0,-2-3 61,1 4 0,-3 10 1,-3 3-1,-4 3 12,1 2 0,-5 8 0,6 3 0,0 2-57,0-2 0,2 6-46,6-1 0,7 4 0,4 5 0,3 6 0,0 0 0</inkml:trace>
  <inkml:trace contextRef="#ctx0" brushRef="#br0" timeOffset="75">14714 6899 9838,'0'-11'-498,"-1"-1"-68,-5-7 0,4 3 1,-3-6 399,3 4 1,-3 2-15,-1 0 80,1 7 93,5 1 1,-8 16 57,-2 2 0,1 3 1,-1 0-1,1-2-37,0 1 1,4 3 0,-4 1 0,0 0 32,0 1 0,3-1 0,-3 2 0,0 2-6,0 2 0,4 1 0,-4-3 0,0 2-33,-1-2 0,7-2 0,-4 0 7,-1 4 1,7-4 0,-5 4-10,4-4 0,4-9 1,4-3 27,4-5 0,5-2 0,1-5 0,1-3-51,-1 0 1,0-5-1,-1 3 1,-3-4-65,-1-1 0,0 0 1,5-1-1,1-1 13,-1-4 1,-1 4 0,-3-5 0,-1-1 26,2-3 0,1 2 0,1-3 0,-3-1-11,-1-1 1,0-9 0,4 0-1,-3-3-7,-1-3 1,-2 3 0,4 0-1,-4 1 67,-2-1 1,-1 6-1,-6-2 1,0 5-27,0 6 0,-2 3 0,-3 8 0,-6 1 39,-4 5 0,4 2 1,0 8-1,-1 2 25,-3 4 1,4 1-1,2 7 1,0 1-19,0 3 0,6 2 1,-5-4-1,3 2 57,-1 4 1,-1-2-1,4 7 1,-3 2-32,2 2 1,-3 2-1,2-1 1,1 1-62,2-1 0,2 1 1,0 0-1,0-1 3,0 1 1,6 0 0,1-1-1,2-1-54,4-4 0,-4 2 0,2-7 0,1-2-73,3-2 0,-4-2 0,0 1 0,1-3 133,3-3 0,8-18 0,3-11 0</inkml:trace>
  <inkml:trace contextRef="#ctx0" brushRef="#br0" timeOffset="76">15008 6932 8864,'-7'-9'-599,"3"-6"141,-7 4 1,6 4 170,-6 2 292,7 3 0,-1 2 1,10 0 21,6 0 1,4 0 0,1 0 0,-2-2-52,-3-3 0,4 3 1,-4-4-1,3 3-13,3-3 0,-3 3 0,-1-6 0,-2 1 1,1 5 0,-3-5 1,0 1-1,0 0-8,1 0 0,-7-6 12,3 2 0,-6 4 29,-6 1 1,-3 5 0,-7 1 47,-1 0 0,1 7 1,0 2-1,0 2 94,-1 0 0,1 0 1,0 5-78,-1 0 1,3 0 0,3 1 0,5-1-63,5 0 1,1 1-1,1-1 0,5 0 1,5-1-1,9-2 1,3-4-129,3-2 1,1-2-1,4-5 1,-2 0-453,-2 0 584,0 0 1,56-14 0,-35 5 0,0 0-1</inkml:trace>
  <inkml:trace contextRef="#ctx0" brushRef="#br0" timeOffset="77">16183 6769 8516,'9'-8'-156,"3"5"0,-4-6-481,1 1 1,-4-2 0,6 4 511,2 3 0,-4-1 1,2 0 97,1-1 1,-3-1-1,2 6 65,2 0 1,-4-5 0,0-2 51,-2-2 1,0 5-1,-3-3 107,2 0 1,-1 3 54,-5-7-201,0 7 0,-7-3 1,-4 7-1,-4 0 3,-1 0 0,0 2 1,-1 3-1,1 4-6,0 1 1,-1 4 0,1-3 0,0 3-26,0 3 1,1-1-1,2 0 1,4 1-16,2-1 0,-4 0 1,4 1-1,0-1-26,-1 0 0,3 0 0,5 3 0,0 1-38,0 1 1,7 1 0,2-6-1,2-1-71,0-4 0,2 3 0,7-3 1,1 2-118,-1-2 1,-2-2 0,-1-6 243,-1 3 0,29-30 0,8-12 0</inkml:trace>
  <inkml:trace contextRef="#ctx0" brushRef="#br0" timeOffset="78">16444 6899 8516,'0'-16'-1347,"0"-1"835,0 1 0,-2 5 516,-4 0 1,4 10 0,-5-1 89,0 5 0,5 10 0,-3-2-7,3 3 1,-4-3 0,1 0 0,1 2-27,3 1 1,1-3 0,0 0-25,0 2 0,0 1 1,1 1-63,5-4 1,-4-2-1,5-6-5,0 3 1,2-1 0,8-5-61,-1 0 0,-5 0 0,0-2 54,1-3 0,3-2 0,-1-6 0,-1 2-18,-2-1 0,-6-3 1,4-1-1,-1-1 56,-5 1 0,-1 0 1,-2-1-9,0 1 0,-2 2 0,-1 1 1,-5 4 12,-1 2 0,-3 1 0,-8 6 1,-2 0-10,2 0 1,0 0 0,0 2 0,-2 3-88,2 6 89,2 4 0,-5 37 0,-3 10 0</inkml:trace>
  <inkml:trace contextRef="#ctx0" brushRef="#br0" timeOffset="79">16688 6883 8501,'0'-17'-224,"0"1"1,0 0-180,0 0 0,2 6 173,4 5 1,-3 3 331,8 2 1,-6 0-25,6 0 0,-7 7 0,1 4-1,-3 4 0,-2 1 1,0 0-35,0 1 0,0-1 0,-2 0-32,-3 1 0,3-1 0,-3 0-30,3 1 0,2-1 4,0 0 0,2-5 0,3-2-36,6-2 0,-2-1 0,2-6 0,2 0-43,1 0 1,2-2 0,1-3 0,-1-4 28,0 0 1,-5-6 0,0 4 0,2-3 33,1-3 1,-3 1-1,0-2 24,2-4 1,-4 9 0,0-3 39,-2 2 0,-1-1 64,-6-1-90,0 7 0,-2 2 0,-2 8 87,-1 5 1,-1 3-1,6 7 1,0 0-87,0 1 1,0-1 0,0 0-13,0 1 0,6-1 1,1 0-1,2 1-210,4-1 0,-4 0 214,2 1 0,36 13 0,14 5 0</inkml:trace>
  <inkml:trace contextRef="#ctx0" brushRef="#br0" timeOffset="80">17096 6883 8543,'11'-6'-444,"0"1"0,-8-8 1,5 4 482,-1 0 0,-5-5-124,3 3 0,2 2-12,-1-2 0,1 7 1,-3-3 111,1 0 1,2 5 36,-1-4 37,-4 5-47,12 1 0,-10 0-39,7 0 0,-6 0 1,4 1-6,-2 5 0,4 3 0,-5 7 22,-3 1 1,1-1 0,0 0 0,1 0-25,-1 1 1,-2 5 0,-1-1-1,3-1 4,1-2 1,1-1 0,-6-1 0,0 0-33,0 1 0,0-1-11,0 0 38,0 1 0,0-10 4,0-7 0,0-7 1,0-10-1,0 1-14,0 0 1,0-1 0,0 1 0,0 0-19,0-1 1,2 1 0,1 0 0,5-1-15,1 1 1,-4 0 0,4-1 0,0 1-21,0 0 0,2 0 0,5-1-44,1 1 0,-1 7 1,0 3 110,1 5 0,21 15 0,5 4 0</inkml:trace>
  <inkml:trace contextRef="#ctx0" brushRef="#br0" timeOffset="81">17667 6801 6870,'-9'7'-37,"2"-3"1,5 7 0,-2 2 57,-1 1 1,-1 2-1,6 3 1,-1 1-18,-5 1 1,4 1 0,-3-4 0,3 2-78,2 2 1,0 0 0,0-6 0,0 0 72,0 1 0,-7-8 0,-2-2 0</inkml:trace>
  <inkml:trace contextRef="#ctx0" brushRef="#br0" timeOffset="82">17700 6606 8519,'-2'-17'-1854,"-4"1"1640,5 7 1,-7 9 0,8 11 0,0 3 213,0 3 0,0 1 0,0 3 0,15 34 0,3 14 0</inkml:trace>
  <inkml:trace contextRef="#ctx0" brushRef="#br0" timeOffset="83">17863 6915 8470,'0'-16'0,"0"0"-441,0-1 0,2 3 1,1 1 332,3 2 1,1 6 233,-2-6 1,4 7-59,8-1 0,-3 5 0,-1 4 0,-4 3-37,-2 2 0,4 2 1,-5 5-1,-1 2-37,2 4 0,1-4 0,2 4 0,-2-2-23,-1 2 0,-5-4 0,3 5 0,-1-1-21,1 0 1,-3 0 0,3-6 0,-3 0-30,-2 0 0,0-5 1,-2-2-25,-3-1 89,3-3 1,-5-12 0,7-4 0,0-5-12,0-6 0,5 4 0,3-6 1,1 1-36,3-5 1,8 3 0,4-2-1,1-2-166,4-2 226,2 6 0,23-19 0,12-8 0,4-2 0,1 1 0</inkml:trace>
  <inkml:trace contextRef="#ctx0" brushRef="#br0" timeOffset="84">2610 10699 10351,'0'-16'-660,"0"0"1,0 5-1,0 0 551,0-2 0,0 4 0,0-2 59,0-1 0,0 3 372,0-2 0,0 5-265,0-5 1,2 6 256,3-6-56,-3 7-255,5-3 0,-9 7 0,-3 0 27,-6 0 0,2 0 1,-2 0-1,-2 0 28,-1 0 1,3 6-1,-2 1 1,-3 2 21,-4 4 0,-2-4 0,6 2 1,-2 1-6,-4 3 1,4-1 0,-4-1-1,4-2-2,2 2 1,5-4-1,0 0 1,0 0 30,2 0 1,-4-4 169,8 6-239,0-7 101,5 3-423,0-7 99,0 0 51,7 0 89,-5 0 1,5 2-1,-7 3-32,0 6 0,0 5 0,0 4 20,0 2 0,0 7 0,0-2 0,-2 6 47,-3 5 1,-4 5 0,-8 12 0,1 6-48,0 8 1,-1 4 0,1 5-1,0-4 70,-1-2 0,6-8 1,2-10-1,0-5-52,0-5 0,4-4 0,-4-8 1,1-1 4,5-4 1,-4 2 0,1-5 0,3-1 4,1 1 1,2-2 0,0-6 0,0 0 33,0 0 1,2-1-19,3-4 1,4-4-1,7-7 1,1 0 48,-1 0 0,6-5 0,1-1 0,1 1-42,-1-2 1,5 3-1,-5-5 1,3 2-104,3 3 0,-4-3 1,2 1-1,2 3 174,2 1 0,31-27 0,6-7 1</inkml:trace>
  <inkml:trace contextRef="#ctx0" brushRef="#br0" timeOffset="85">2985 10911 23712,'-16'-16'-2735,"7"5"1,1 2-1,3 0 1814,-1 0 0,-4 4 1,2-5 468,-1 3 1,4 0 2992,-6 2-3019,7 3 28,-3-6 1,14 14 284,4-1 1,4 1 0,1-6-239,0 0 1,1 0 0,-1 0-1,0 0 383,1 0 1,-1 0 0,0 0 42,1 0 0,-3-2 0,-1-2 92,-2-1 0,-1-1 566,7 6-683,-8 0 1,-2 8 0,-7 3-1,-2 5 74,-3 6 0,1-4 1,-5 5-1,2 1-46,3 3 0,-3 4 0,0 2 0,0-1-75,-1 1 0,1-6 0,3 0 0,-1 0-31,1-1 0,-3 3 0,2-8 0,-1-1-7,-1-2 0,3 1 0,-7 1 1,-1-1-120,-3-4 0,-1 1 0,-2-7 140,-4 0 1,4 4-1,-4-7 167,4-3 0,2-3 1,1-5-175,4-6 0,-1-4 0,6-1-44,3 0 1,3 1-1,3 3 1,5 2 152,1 3 1,1 0-1,7 3 22,-1-1 1,66-8-1,-33 9 1,0-1-1</inkml:trace>
  <inkml:trace contextRef="#ctx0" brushRef="#br0" timeOffset="86">3360 11352 7833,'0'-11'-371,"0"0"23,0 7 484,0-3 0,0 9-131,0 3 0,0 4 1,0 8-1,0-1-88,0 0 0,0 1 0,0 1 1,0 2-227,0 1 1,0 7 0,0-7 308,0-1 0,22-2 0,5-1 0</inkml:trace>
  <inkml:trace contextRef="#ctx0" brushRef="#br0" timeOffset="87">3947 11221 22966,'-10'6'3278,"-1"1"-3929,-2 2 1,6-4 885,1 6-942,5 0 0,6 0 1,2-2-1,2-2 564,4-3 1,-4-4 0,2-4 0,2-3 366,1-2 0,2 4 0,1-6 0,-1-2-220,0-1 1,1-5 0,-3-1 0,-1-1-212,-2 1 1,-2-4 0,3 1 0,-1-3 552,2-3 1,0-1 0,-1-3 0,-3 0-1046,-1 1 0,3-8 0,-6-2 0,0-1 51,3-1 0,-6 1 0,3-4 0,-3-1 548,-2-1 1,0 11 0,0-3 0,0 8-569,0 6 0,-2 12 11,-3-1 1,-5 12 0,-4 4 0,1 10 222,2 4 0,6 8 0,-4 1 0,0 3 120,0 3 1,3 3 0,-3 5 0,0 1 152,0-2 1,6 4 0,-3 0 0,4-1 133,2 1 0,-5 4 0,-1-6 0,3 0-16,1 2 0,2-6 0,2 4 0,1-3-35,3-3 1,7-4-1,-3-3 1,5-2-207,1-3 1,2-3-1,2-5 88,2-1 1,0-7 191,-6 1 1,15-68 0,3-19-1</inkml:trace>
  <inkml:trace contextRef="#ctx0" brushRef="#br0" timeOffset="88">4372 11091 8523,'-17'0'-289,"1"0"-163,0 0 0,5 0 0,2 2 572,1 3 0,3 4 1,5 7-1,0 1-201,0-1 1,0 0 0,0 1 0,0-1 60,0 0 1,0 1 0,2-1-1,1 0-76,3 0 0,5-5 0,-4-2 96,2-1 0,9-46 0,8-17 0</inkml:trace>
  <inkml:trace contextRef="#ctx0" brushRef="#br0" timeOffset="89">4470 10765 8523,'-11'-17'-764,"0"3"606,-2 3 1,6 0 23,1 11 0,5 4 0,1 12 0,0 2 52,0 4 0,5-4 0,0 5 1,-1-1-254,-2 0 335,5 0 0,17-6 0,10 0 0</inkml:trace>
  <inkml:trace contextRef="#ctx0" brushRef="#br0" timeOffset="90">4665 10765 7335,'-16'0'-568,"5"1"1,2 5 586,2 5 0,1 3 0,6 4 0,0 2 136,0 2 0,-1 7 1,-3-2-1,-2 4-108,3 2 1,1 1 0,2 2 0,0 2-38,0-1 0,0-3 0,0-1 0,-2-1-33,-3 1 0,3-2 0,-3-4 0,3-5-166,2-4 0,0-7-47,0-1 0,7-8 0,4-2 236,3-9 0,8-31 0,2-14 0,2-4 0,0 0 0</inkml:trace>
  <inkml:trace contextRef="#ctx0" brushRef="#br0" timeOffset="91">4943 10895 8053,'-17'-16'-285,"6"7"0,1 5 150,-3 8 0,4 5 0,-2 7 166,-2 0 0,4 1 0,-2-1 0,0 0-51,2 1 1,-3-1-1,4 0-37,-1 1 0,0-1-1,-2 0 1,-1-5 0,6 0 0,1-9 0,7 0-51,3-6 0,-1-3 0,7 1-9,1-5 0,-3 2 108,2-2 1,-5 8 0,3-4 136,-2-1 0,6 6-12,-2-3 0,-2 5-14,1 5 0,-4 3 1,3 4-1,0-1-70,0 2 1,-5 1 0,3 3 0,0-1-73,4 0 0,-4 6 0,1 0 0,-3 0-82,0 1 1,8-3 0,-4 5 0,2-1-187,0-4 1,0-2 307,5-2 0,22-50 0,6-13 0</inkml:trace>
  <inkml:trace contextRef="#ctx0" brushRef="#br0" timeOffset="92">5301 11091 8510,'-16'0'-68,"5"0"0,2-2 0,0-2-148,0-1 0,4-1-97,-6 6 184,7 0 0,-1 0 156,10 0 1,4 0 0,8 0-90,-1 0 1,0-1 0,0-3-62,1-1 1,-1-8 0,0 4 16,1 0 1,-6-6-1,-2 4 46,-2-3 1,4 3-1,-6 0 29,-1-2 1,-2 4 42,-2-1 1,-8 6 0,-2-2 55,-5 5 0,-1 1 1,-1 1-1,1 5 17,0 5 1,-1 1 0,1 1 0,0-2 28,0 2 0,1 1 1,2 3-1,4-1-27,2 0 0,2-5 0,5 0 1,0 2-71,0 1 1,0 2 0,1-1 0,5-2-81,5-3 0,3-1 0,3 4 0,-1-4-56,0-2 1,6 4 0,0-3 0,-1-1-228,3 0 346,-6 6 0,42-19 0,2 5 0</inkml:trace>
  <inkml:trace contextRef="#ctx0" brushRef="#br0" timeOffset="93">5758 11286 8476,'-16'0'-93,"0"0"1,-1 0 51,1 0 0,5 0 1,2 4-1,0 5 49,0 7 0,-2 10 1,-5-3-1,-1 5-8,1 6 0,-23 8 0,-11 7 0,-3 7 0,-1 0 0</inkml:trace>
  <inkml:trace contextRef="#ctx0" brushRef="#br0" timeOffset="94">6329 10993 12004,'0'-16'-3201,"0"-1"3014,0 1 0,0 0 141,0-1 0,2 6 1,2 1 279,1-3 1,1 4-76,-6-2 1,0 6-121,0-6 0,5 0 33,0-6 0,1 7-210,-6-1 1,0 5 90,0-5 0,-2 8 59,-3-3 0,-3 6 0,-4 4 0,1 3 49,-2 2 0,-1 2 0,-3 7 0,-1 2-37,-4 2 1,4 2-1,-3-3 1,2 5-1,3-1 0,0 0 1,1-5-1,3 2 17,1-2 0,2 4 0,-2-3 0,5-1-67,5-2 1,1-7 0,1-2-4,5-1 1,-3-3-1,8-5 1,2-2 71,1-3 1,3 1 0,1-7 0,0-1-69,-2-3 0,4-1 0,-9-1 0,4 1-27,1 0 0,0 0 0,1-1 0,-3 1 35,-3 0 0,3-1 0,-4 1 45,-1 0 0,3-1 129,-6 1-91,-1 7 0,-7 9 1,-1 11-1,-3 3 0,-1 3 0,3-1 0,-1 0-134,1 1 1,3-1 0,1 0 0,0 1-72,0-1 0,1 0 0,5 0-19,5 1 0,3-6 0,2-2 0,1-2-468,-1-3 668,0-3 0,30-37 0,6-9 1</inkml:trace>
  <inkml:trace contextRef="#ctx0" brushRef="#br0" timeOffset="95">6753 10553 10267,'-16'0'-287,"5"-6"1,0 1 0,-1 1 442,-3 2 1,1 4-1,1 5 1,4 10-263,2 8 0,-4 6 0,5 1 0,1 3-24,-2 3 1,5 2-1,-5 5 1,1-1 113,1 1 0,-6 2 0,4 2 1,-3 0-29,-2 0 0,-3 5 0,1 0 0,1-1-9,2-2 0,2-2 1,-4 0-1,3 0 9,-3 0 0,4-8 0,0-5 0,0-7-344,0-7 375,5 4 0,-10-16 0,4 5 0</inkml:trace>
  <inkml:trace contextRef="#ctx0" brushRef="#br0" timeOffset="96">6607 10879 7782,'1'-27'0,"3"-1"-318,1-1 0,6 11 0,-3 2 0,1 3 385,3 4 1,3-3 0,1 6 0,0 2-99,1 3 1,-1 1-1,0 0 69,1 0 1,-3 1-1,-1 3-3,-2 2 0,-8 6 0,3-1 0,-4 4-22,-2 1 0,0 2 1,-2 2-1,-4 3-16,-4 3 1,0-4-1,0 3 1,-3-1-46,-2-5 1,-1 5 0,0 0 0,1-1-133,4 1 1,-1-8-1,4-5-220,-1 2 400,6-6 0,25-65 0,14-24 0</inkml:trace>
  <inkml:trace contextRef="#ctx0" brushRef="#br0" timeOffset="97">7063 10487 8488,'-16'0'-125,"5"2"1,2 4 0,0 4-68,0 5 1,4 8 0,-5 5 0,3 4 138,4 6 1,-1-1 0,0 8 0,-1 4 110,1 3 0,-3 3 0,0-5 0,0 5-56,-1 5 0,-3-4 0,4 0 0,-2-2 10,-4 1 0,4-1 0,0-5 0,2-4-146,3-7 0,1-1 1,-1-16-21,-1-1 1,-3-9 0,5-7 53,-3-8 1,1 1 0,5-8 0,0-4 31,0-5 1,0 2-1,0-5 1,0-1 67,0-3 0,0-6 0,2-3 0,1-2 0,3 2 0,5-6 0,-4 0 0,0-1 0,0-1 0,6 8 0,-4-4 0,2 2-15,0 0 1,0 0 0,3 7-1,1 2 109,1 2 0,-7 7 1,11-2-1,0 6-19,-2 5 1,0 4 0,-1 7 17,-1 0 0,0 2-40,1 3 1,-3 4 0,-3 8-23,-6-1 0,-3 0 0,-2 0 1,0 1-16,0-1 1,-2 6 0,-1 0 0,-4-2-68,-3-2 0,1 0 1,-3 2-1,1 1-29,-2-1 1,0-1-1,1-3 1,1 0-156,-2 0 1,4-1 234,-2-4 0,15-33 0,-2-14 0</inkml:trace>
  <inkml:trace contextRef="#ctx0" brushRef="#br0" timeOffset="98">7471 10357 8488,'-16'-6'-233,"0"1"1,1 7 0,2 9-1,4 3 148,2 2 1,2 8 0,3 3 0,-2 6 58,-1 5 0,-1-4 1,6 6-1,-2 0 37,-3 4 0,3 3 0,-3 2 0,1-2-15,-1-4 0,3 2 1,-4-6-1,5-3-33,1-2 0,0-1 0,0-2 1,-2-2-21,-4-2 1,5-7 0,-5 1-1,4-2 57,2-3 0,22-36 0,5-9 0</inkml:trace>
  <inkml:trace contextRef="#ctx0" brushRef="#br0" timeOffset="99">7487 10944 8488,'-14'-11'-333,"3"0"47,-3 8 0,14-5 0,0 10 206,9 4 0,0-5 0,2 5 56,1-4 0,3-2 1,1 0-1,0 0-51,1 0 0,-6 0 1,-1-2-20,3-4 1,2 3 50,1-8 0,-5 2 1,-2-4 2,-2 2 1,-1 0 41,-6-5 0,-8 7 49,-3 4 1,-3 3-1,-2 2 22,-1 0 0,1 5 0,0 2 0,1 3-33,4 2 1,-1 3-1,4 1 1,1 0-29,0 1 1,1-1 0,5 0 0,-3 1-37,-1-1 0,-1 0 1,6 1-1,0-1-52,0 0 1,7-5-1,2 0 1,2 0-84,0-2 159,0 5 0,42-19 0,8 3 0</inkml:trace>
  <inkml:trace contextRef="#ctx0" brushRef="#br0" timeOffset="100">7928 10781 7381,'-11'0'-1022,"0"0"1126,8 0 1,-10 7-66,7 4 0,-1-2 0,4 2-11,-3 2 1,1 1 0,5 2-7,0 1 1,0-1 0,2 0-19,3 1 0,-3-1 0,3 0 0,-1-1-2,1-4 1,-3 3 0,5-3 23,1 4 0,-7 1 102,5 0 1,-4 0-104,-2 1 1,-8-6-1,-2-2 1,-5-2-14,-1-3 1,-1 3 0,1-2-319,0-1 0,-1-2 306,1-2 0,22-51 0,4-12 0</inkml:trace>
  <inkml:trace contextRef="#ctx0" brushRef="#br0" timeOffset="101">8124 10243 8488,'-9'-17'-364,"3"1"0,-1 5 0,2 0 37,1-1 1,2 3 386,2-2 0,2 7-28,3-1 0,-1 3 1,7 2-21,2 0 0,-4 2 0,1 1 0,3 3-39,2-3 0,1 5 0,0-1 14,1 2 0,1-6 0,2 5 1,1-3 1,-1 1 0,-2-1 1,-1-5-1,-1 0 0,0 0 0,6 0 0,0 0 0,-2 0-3,-2 0 1,-2-2-1,1-1 5,-1-3 0,-5 1 9,0 5 55,-8 0 0,5 2 0,-8 3-13,0 6 0,0 3 0,0 3 0,-2-1-3,-4 0 1,3 1 0,-6 1 0,1 2-17,5 1 1,-5 8 0,3-1 0,0 2-26,-3 3 1,7 5-1,-5 2 1,2 0-9,-1 0 0,3 5 0,-5-2 0,2 5-3,-1 0 0,-5 3 0,4 2 0,0 3 6,-1 2 0,-2-5 1,4 1-1,1-3 5,-3-2 0,7-6 1,-5-3-1,4-6-46,2-8 1,0-1-93,0-3 114,8-8 0,-7-8 29,5-12 0,-6 3 1,-6-6-1,-6 1 8,-8 5 0,-6 1 1,-6 2-1,-1 0 19,1 0 0,-1 0 0,-1 2 1,-3 1 22,-1 3-53,7 7 0,-57 3 0,39-3 0,0-1 0</inkml:trace>
  <inkml:trace contextRef="#ctx0" brushRef="#br0" timeOffset="102">2414 12983 14199,'0'-17'-1682,"0"1"888,0 0 1,0 5 0,0 0 589,0-2 1,2 6 0,1 0 484,3 0 0,1 5 140,-1-4 1,-3-1-241,8 2 236,0-1-299,5 6 179,-7 0-255,-1 0 1,-10 6 0,-4 1 68,-5 2 1,2-5 0,0 3-1,0-2-30,0 1 0,4 1 0,-6-3 0,0 3-83,2 2 0,-6-4 1,5 6 66,-5 2 1,1-4 0,1 2-146,2 2 1,0 1-1,-3 2 1,3 1 0,4-6 1,5-2-1,-2 0 1,-1 0 1,-1-4 66,6 6 0,0 0-149,0 5 0,0-5 0,0 0-107,0 2 0,6-4 16,-1 2 1,1-1-1,-6 7 137,0-1 0,0 0 1,0 1-1,0-1 42,0 0 1,0 1-1,-2 1 1,-4 3 62,-5 7 0,2 4 1,-2 5-1,1 2 2,1 3 0,-6 2 0,4 4 0,-3 1 38,-3 0 0,-1 6 0,-2 1 0,-2 0 82,3 0 1,0-1 0,3-6 0,0-2-36,-1-4 0,7 2 1,1-6-1,1-5 6,5-5 1,1-5-1,2-8 1,0 0-124,0 0 1,7-7 0,4-3 97,3-4 1,5-2 0,1-2 0,1-4-16,-1-4 1,6 1 0,1-2 0,2 0-57,-2 2 1,4-4-1,-6 6 1,2 0-133,1-1 0,-3 3 0,4 5 0,-4 0-112,-1 0 0,-2 0 282,-6 0 1,0 0 0,1 0-1</inkml:trace>
  <inkml:trace contextRef="#ctx0" brushRef="#br0" timeOffset="103">2838 13472 7644,'0'-9'-782,"0"2"1,0 5 763,0-4-17,0 5 12,0-7 30,0 8 400,0 0-387,0-7-2,0 5 1,0-7-60,0 4 59,0 3 3,0-12 0,-2 6 35,-3-3 0,1 4-21,-7 7 1,1 0 0,-7 2-9,1 3 1,1-1-1,3 5 1,3 0 4,1 0 1,-2-3-1,2 5-30,-1 1 1,6 3 0,-3 1-10,4 0 0,2-5 1,2 0-1,4 0-21,4-2 1,5 4 0,-1-6 0,1 0 0,1 0 1,-3 1 0,9-5 0,-4 5 4,-2 1 0,0-6 1,-1 4-1,-2-1 12,-2-1 1,-2 3 26,1-3 1,-2-1 20,-8 7 1,-2-2 0,-4 1 0,-4-2-11,-5-1 1,-7-3 0,1 5 0,-1 0-14,-2 0 1,6-4 0,-5 4-1,1-1-2,0-5 0,0 4 0,6-1 17,0-3 1,5-1-318,0-2 0,9 0 287,2 0 0,80-87 0,-27 33 0,1 0 0</inkml:trace>
  <inkml:trace contextRef="#ctx0" brushRef="#br0" timeOffset="104">3164 13162 8425,'-16'0'-952,"5"6"1,0-1 1059,-1-1 0,3 3 0,0 0 0,-1 4-119,1 7 0,6 0 0,-4 8 1,1-1 67,1 0 0,-6 4 1,4 8-1,-1 1-32,1-2 0,-4-2 1,6-1-1,1 0-60,2-1 0,0-6 0,-1-5-94,-3-3 145,1-9 1,7-3 0,1-12 0,5-4-44,1-5 0,-4 4 0,4 0 0,0-3-89,0-6 1,2 2 0,6-4 0,-3 4 41,-3 2 0,3-1 0,-3 3 0,2 1 61,-2 2 0,3 0 73,-3-5 1,-2 7 25,2 4 0,-7 5 1,1 5-1,-3 6-24,-2 3 0,0 3 0,0-1 0,0 0-46,0 1 0,2-1 1,1 0-1,3 1-78,-2-1 1,3 0-1,-2 0 1,1 1-94,1-1 1,-3-1-1,6-3 155,3-1 0,9-14 0,3 1 0</inkml:trace>
  <inkml:trace contextRef="#ctx0" brushRef="#br0" timeOffset="105">3377 13554 8425,'-17'0'-1520,"6"0"1128,0 0 510,1 0 0,2 0-11,8 0 0,8 0-83,8 0 0,0 0 0,1 0-46,-1 0 0,0-6 1,0-1-1,-1-2-43,-4-4 0,3 4 0,-3-2 0,4-1 9,1-3 1,-5-1 0,-2-1 25,-2 1 0,4 0 21,-5-1 1,-3 3-1,-8 3 1,-6 6 37,-4 3 0,-1 4 0,-2 3 0,-2 6 78,-2 3 0,0 3 1,6-1-1,0 2-31,0 4 1,-1-4 0,3 4-1,1-4-35,2-2 0,8 1 1,-3-1-1,4 0-22,2 0 1,2 1 0,4-1-91,4 0 1,5-5-1,1-2 1,2 0-130,4 0 1,-2 1 0,5 2 0,1-3 199,-1-1 0,10-3 0,6-5 0</inkml:trace>
  <inkml:trace contextRef="#ctx0" brushRef="#br0" timeOffset="106">3866 13749 8425,'-16'0'4,"-1"0"0,1 0-80,0 0 0,1 8 1,2 2-1,4 7-78,2 4 0,-4-1 0,6 6 0,-1-1-43,-1 1 1,5-1-1,-3 4 1,3-4 196,2-1 0,29-10 0,7-6 0</inkml:trace>
  <inkml:trace contextRef="#ctx0" brushRef="#br0" timeOffset="107">4404 13439 8425,'-9'-16'-333,"2"7"1,7 4-1,0 10 346,0 6 1,-2-2-1,-1 2 1,-3 2-20,2 1 1,3 4 0,1 2 0,0 2 0,0-2 1,0-2 0,0-2-1,0 0-105,0 1 1,-2-1-1,-2 0-84,-1 1 0,-1-1 1,6 0-327,0 1 520,0-8 0,0-53 0,0-19 0</inkml:trace>
  <inkml:trace contextRef="#ctx0" brushRef="#br0" timeOffset="108">4453 13129 8425,'-7'17'0,"-2"-1"0</inkml:trace>
  <inkml:trace contextRef="#ctx0" brushRef="#br0" timeOffset="109">4633 13423 8376,'7'-9'-929,"-5"0"1,5 4 808,0-6 1,-3 2 0,5-2 162,-2-2 1,4 4 0,-4 0 0,1 0 102,-1 0 1,0 3 282,-2-5-314,-3 1 1,-2 1 0,-11 5-22,-3 8 0,-2 5 0,-1 7-77,1 0 1,5-5 0,2 0-63,2 2 1,-4 1-1,5 2 19,3 1 1,1-6-1,2 0 1,0 1-10,0 3 0,5-4 0,3-1-5,1 3 0,2 2 0,5 1 18,0 0 0,-5 1 16,0-1 0,-7-5 1,1 0 10,-3 1 0,-4-3 0,-3 0 1,-6-1 0,-4 3 1,-1-6-1,0 0-76,-1 3 0,6-5 1,1 6-1,-3-1-86,-2-5 0,5 6 0,0 2-360,3 4 516,2-6 0,48-2 0,12-7 0</inkml:trace>
  <inkml:trace contextRef="#ctx0" brushRef="#br0" timeOffset="110">4943 13700 8376,'-11'-1'-1592,"0"-3"1920,-2-2 0,4 1 0,0 7-189,2 3 1,-4 4 0,4 8 0,-1-1-232,1 0 1,0 2 0,3 2 0,-3 4 91,-2 1 0,-16 31 0,-10 13 0</inkml:trace>
  <inkml:trace contextRef="#ctx0" brushRef="#br0" timeOffset="111">5416 13358 8492,'-11'-6'-541,"0"1"0,5 0 0,-3 3 375,2-4 0,-4 3 259,6-8 1,-6 5 17,6-5 1,-1 6-46,6-6 0,2 2-34,3-2 0,-1-1-11,7 6 1,-6 1 14,6 5 1,0 0-1,5 0-5,1 0 1,-6 1-1,-1 3 1,1 3-20,-2 2 1,6-3 0,-6 5-1,2 1 12,0 3 1,-6 7 0,4-1 0,-2 1-23,-3 2 0,3-1 1,-1 6-1,-3-2-15,-1 2 0,-2 2 0,0 0 0,0-2-28,0-2 0,-2-7 0,-1 2 22,-3-4 0,-6-9 26,1-3 0,4-12 1,1-5-1,4-3-5,2-3 1,0-4-1,0-3 1,0-1-48,0-4 0,2-2 0,4-2 0,4-1 38,5-4 1,-2 3-1,1-3 1,4 4-114,0 1 0,2 1 1,0 1-1,2 4-227,-2 5 1,-2 6 346,-2 5 0,8 25 0,1 13 0</inkml:trace>
  <inkml:trace contextRef="#ctx0" brushRef="#br0" timeOffset="112">5856 13309 8212,'-7'-9'-1738,"3"-4"1695,-7 8 1,8 7-1,-3 8 98,5 5 1,1 3 0,0 2 0,0 2 35,0-2 0,0 3 0,0-1 1,0-2-54,0-2 0,0-2 1,0 1-1,1-1 38,5 0 0,-3 1-97,8-1 1,0-2-14,5-3 1,1-4 0,-1-8-14,0-5 0,-5 3 1,0-8-1,2-2-31,1-1 0,-3-3 0,0 1 1,0-2 24,-2-4 0,4 4 0,-6-4 1,0 4 18,0 2 0,1 1 0,-5 3-16,3 1 37,-1 0 30,-5 2 0,0 9 0,0 11-13,0 3 0,0 2 0,0 1 0,0-1-20,0 0 0,0 1 0,0-1-58,0 0 0,6 1 74,-1-1 0,30-7 0,1-2 0</inkml:trace>
  <inkml:trace contextRef="#ctx0" brushRef="#br0" timeOffset="113">6264 13374 8492,'-2'-11'-254,"-3"2"-1352,-6 2 1536,4 2 0,-2 12 0,5 4 0,-2 3 81,3 2 0,1 1 0,2 1 1,0 2 48,0 2 0,0-1 1,0-4-36,0-1 1,-5 0 27,-1 1-47,1-8 0,10-4 1,2-10-16,2-6 0,-3-4 0,3-1 0,0 0-78,0-1 1,0 1 0,4-2-1,-2-2 19,1-2 1,3 0 0,1 6 0,-1-2 51,-4-4 0,3 6 0,-3-2 0,3 7 33,3 4 1,-6-4 33,0 5 0,-8 3 1,3 8-1,-3 4 18,3 0 0,-5 6 0,5-4 0,-4 3-88,-2 3 1,0-1 0,0 0-56,0 0 0,0 1 0,0-1 0,0 0-87,0 1 0,0-1 161,0 0 0,7 1 0,2-1 0</inkml:trace>
  <inkml:trace contextRef="#ctx0" brushRef="#br0" timeOffset="114">6574 13390 8492,'0'-16'0,"-2"0"-1483,-3 0 1346,3 6 0,-5 5 1,7 10 225,0 6 0,0 4 0,0 1-76,0 0 0,0 1 1,0-1-9,0 0 0,0 1 0,0-1-12,0 0 1,0-5-27,0 0 0,1-7-38,5 1 1,-4-5-1,5-4 24,0-1 0,-5-8 0,5 3 0,1-7-8,2-5 1,-1 4 0,2-5-1,0 1-7,-2 0 1,6-1 0,-4 3 0,1-2 83,-1 2 0,4 4 0,-6 3 0,2 4 89,0 2 1,-6-4-48,6 5 0,-2 3 1,4 8-22,-3 6 1,-6 4-1,2 1 1,-3 0-20,3 1 1,-5-1 0,7 2 0,-3 2-31,1 2 1,-1 1 0,-5-3 0,0 4-51,0 1 1,0 1-1,0 2 1,0 0-203,0 1 1,0-4 257,0 2 0,0-14 0,0 1 0</inkml:trace>
  <inkml:trace contextRef="#ctx0" brushRef="#br0" timeOffset="115">7063 13423 8345,'-14'-11'-892,"3"0"1,-4 10 757,5 1 1,2 1 0,3 10 0,3 2 212,2 1 0,0 3 0,0-1 0,-2 0-56,-3 1 1,3-1 0,-3 0 0,3 1-120,2-1 0,0-5 0,0 0 96,0 1 0,14-41 0,4-9 0</inkml:trace>
  <inkml:trace contextRef="#ctx0" brushRef="#br0" timeOffset="116">7112 13113 8158,'-11'-5'-142,"1"-1"1,6 3 0,-2 8-437,5 6 578,1 3 0,7 68 0,-3-33 0,1 0 0</inkml:trace>
  <inkml:trace contextRef="#ctx0" brushRef="#br0" timeOffset="117">7226 13537 8345,'-9'-16'0,"-3"0"0,4 1 0,1 2 369,0 3-309,2 6 0,5-1 0,1 8-600,5 3 1,-4 1-1,5-4 445,0 3 0,-3-1 78,7-5 0,-1 0-28,7 0 0,-1-7 1,0-4 7,1-3 1,-6-3 0,-1 1-1,3 0-44,2-1 1,1 1-1,-2 0 1,-1 1 48,-2 4 1,-6-1-1,5 5 64,-3-3 1,0 7 0,-3-1 39,1 8 1,1 5 0,-6 7-1,0 2-37,0 4 1,0-4-1,0 6 1,0-2-32,0-1 0,0 3 0,0-4 0,0 1-98,0-1 0,0 4 0,0-2 0,1-2-247,5-2 341,-4-2 0,48-21 0,5-6 0</inkml:trace>
  <inkml:trace contextRef="#ctx0" brushRef="#br0" timeOffset="118">7732 13456 8345,'0'-17'0,"0"1"0,0 0 0,0-1-339,0 1 0,0 5 1,0 0 146,0-1 1,0-3 0,0-1 125,0 0 1,6-1 0,-1 1 131,-1 0 0,-1 5 0,1 0 46,1-2 1,1 4-31,-6-2 0,-2 8-61,-3-3 0,-4 6 1,-8 6-12,1 5 1,0 3 0,-1 2 0,3 1 7,3-1 0,-4 0 1,6 1-1,-2-1-2,1 0 1,0 1 0,0 1-1,2 0-3,1-2 1,5 4-1,-3-9 1,3 3-104,2 3 0,0-6 0,2-2 19,3-2 0,-1-2 0,7-5 0,1 0-7,3 0 1,-4-7-1,0-2 1,0-2 24,-2 0 1,5 0 0,-5-5-1,2 0 32,0-1 1,-7 7 0,3 1-1,-2-1 127,1 1 1,-1 4 69,-5-6 0,0 9-65,0 2 0,0 2 0,0 9 0,-2 2-40,-3 1 1,3 8 0,-3 1-1,3 1-48,2 0 0,0 5 0,0-2 1,0 5-32,0 6 1,-2 2 0,-2 6 0,-3-3-26,-2 2 0,2 3 1,-8 0-1,-3 1 6,0 0 0,-7-7 1,-1-4-1,-1-4 9,0-1 1,2-8-1,-4-5 1,3-7 12,3-7 1,1-6 0,7-6 0,3-5 26,1-3 1,7-4 0,-1-4 0,3-5-9,2-4 0,0-2 0,0 1 0,2-1-90,3 0 0,4 4 1,8 0-1,-3-1-194,-3 1 1,5 7 269,1 0 0,-8 4 0,5 2 0</inkml:trace>
  <inkml:trace contextRef="#ctx0" brushRef="#br0" timeOffset="119">7961 12803 8081,'-17'-16'-369,"8"0"0,4 7 0,10 5 318,6 8 0,4-3 0,1 5 0,0-4 7,1-2 1,1 0 0,3 0 0,5 0-9,-1 0 1,4 0 0,-5 0 0,1-2 15,4-4 0,-4 3 1,1-6-1,-1 1 36,1 5 0,-6-4 0,1-1 0,-3 1 25,-1 0 0,-6 1 127,-1 6-78,-6 0 1,3 2 0,-8 2 0,-3 3 8,-2 2 0,-4-3 0,2 4-19,-1 3 0,4 2 0,-4 1 0,0 0-14,0 1 0,3-1 1,-3 2-1,2 4-29,3 5 0,-3 0 0,2 4 0,-1 5-18,-1 4 1,3 4 0,-5 4-1,0 3 3,0 4 0,5 4 1,-3 10-1,2 0-22,-1-5 1,1 1 0,5-7 0,0 2 8,0-1 0,0-8 0,0-2 1,0-9-3,0-6 1,0-6 0,0-3 0,2-2 1,3-3 1,-3-1 0,3-1 0,-3 2 16,-2 1 0,0 1 0,0-6 0,0 1 24,0-1 1,-5-5 0,-2 0 0,-3 0 18,-2-2 0,-3 3 0,-3-4 0,-4-1-32,-5 0 1,2 4-1,-2-6 1,-4 1-8,-5 1 1,-1-5 0,-4 3-1,-1-1-148,0 1 0,4-3 0,-3 6 134,1-1 0,-27 2 0,-2 7 0</inkml:trace>
  <inkml:trace contextRef="#ctx0" brushRef="#br0" timeOffset="120">10065 9068 13670,'5'-16'-1052,"1"0"0,-1-1 1,-3 3 781,4 3 0,-5-3 335,5 3 0,1 2 553,-1-2-488,6 7 0,-8-3 1,5 9-168,-2 3 1,-1-1 0,-6 7 0,0 1 36,0 3 0,0 1 1,0 2-1,0 4-37,0 5 0,0 4 1,0 3-1,-2 3 59,-4 1 1,3 9 0,-6 2 0,0 9-24,0 5 1,-1 8 0,-2 3-1,1 4-30,-2 5 0,-1 3 1,-1-5-1,3-1-43,1-4 1,7-4 0,-3-6-1,1 1-46,1 3 1,-1-4-1,5 1 1,-3-6 144,-1 1 1,-3 1 0,5 1 0,-3-3-16,3-1 0,-5 2 0,1 7 0,-2 3 3,-4 3 1,4 1-1,-2 7 1,-1 2-16,-3 2 0,10-39 0,-1 0 0,1 0 0,-1 0 0,0 3 1,0 0-38,-1-1 1,-1 1-1,0 2 1,0 1 0,0-1-1,0 1 1,-1 1 0,0 1 27,-2 1 0,0 0 1,2-2-1,0 0 1,-2 5-1,0 0 1,2-2-1,0 0-11,0-1 0,1 0 0,3 1 0,0 0 0,-1 0 0,1 0 0,-1-1 0,1 0-3,0-3 1,1-1 0,0-1 0,1-1 0,1 0 0,2 0 0,-2 1 0,0-1-39,0 0 1,-1 0-1,0-5 1,0 0 0,3 43-1,0-2 16,0 0 1,-2-40 0,-1 0 0,-1-1 0,1 1 0,-2 0 0,0 2 25,-1-1 0,0 1 0,-1 0 0,-1 0 0,0 1 1,0 0-1,0 1 0,0 1-4,-1 2 0,1 1 0,0 0 0,0 1 0,0-2 0,2 0 0,0-2 0,1 0-55,1-2 1,2-1 0,1 0 0,0 0-1,1-1 1,0 0 0,0 45-165,0-6 0,0-11 1,0-7 243,0-8 0,0-6 0,0-12 0,0-5 0,0-4 0</inkml:trace>
  <inkml:trace contextRef="#ctx0" brushRef="#br0" timeOffset="121">11028 10145 16643,'9'-7'-1293,"3"3"1555,-6-7 0,1 7 0,-3-3-299,1 0 1,2 3 102,-1-7 1,-4 6-139,3-6 0,-1 7 0,-1-3 18,3 0 0,-1 3-143,-5-7 0,-2 8 1,-3-3 134,-6 5 0,-9 2 0,-4 3 0,-1 3 13,-4 2 0,-2-3 0,-1 5 0,-1 0 41,0-2 0,1 5 0,-1-3 0,2 2 111,4-2 1,-2 3 0,7-5 0,2 0 213,2-3 114,2 3-227,7-8 0,3 7-292,12-8 1,-2 0 125,6 0 1,-4 0-188,5 0 22,-8 0-173,12 0 166,-13 0 1,5 7-1,-7 4-48,0 3 0,0 3 0,0 1 0,0 4-26,0 5 1,0 5 0,0 6 0,0 6 215,0 3 1,0 7 0,0 3-1,0 1-141,0 3 1,-6 8 0,-1 2-1,0-4 27,0-6 1,-6 1 0,4-6 0,-2 0 4,0 0 1,8-3 0,-5-8 0,3-3-12,-1-2 1,-1 3-1,4-3 1,-3 0 62,3 0 1,-5 0 0,3-2 0,1 4 54,2-1 0,-3-1 0,0-7 0,1-1-9,2 1 1,0 0-1,-1-3 1,-3-1 1,3-1 1,1-8 0,2 1-1,0-3-49,0-1 1,0-6 0,0-1-83,0 3 0,7-6 62,4-1 0,-2-4 1,2-2 96,2 0 1,1 0 0,2 0 0,1 0-15,-1 0 0,2 0 0,4 0 1,5 0-82,4 0 1,9-6-1,3-1 1,4-2 13,2-4 0,0 1 0,0-1 0,-2 4-185,-3 2 0,1-4 296,-7 5 1,-14 8 0,-10 7 0</inkml:trace>
  <inkml:trace contextRef="#ctx0" brushRef="#br0" timeOffset="122">11517 10732 12637,'0'-16'-3255,"0"-1"2782,0 1 496,0 0-24,0-1 0,2 8 91,3 4 243,-3 3-134,5 2-315,-7 0 219,0 0-135,0 7 0,0-3 59,0 7 0,0 0 1,0 5 10,0 0 0,0 1 0,0-1 0,0 0-26,0 1 1,0 1-1,0 2 1,0 1-92,0-1 1,0 4 0,0-2 0,0-1 21,0 3 1,0-6 0,0 6 0,0-3-27,0 1 1,0 0 0,0-6-1,0 0 7,0 1 1,-5-1-1,-2-1 129,-3-5 0,5 3 1,-4-6-1,0 1 54,0-1 1,-2-2 0,-5-5-1,-1 0 21,1 0 1,5 0-1,0 0 1,-1 0 12,-3 0 0,-1-5 1,1-2-43,4-2 0,-3 3-57,3-5 0,4 6-282,1-6 0,5 6-925,1-6 867,0 7 1,5-5 0,2 5 245,2-1 1,9-51 0,8-8 0</inkml:trace>
  <inkml:trace contextRef="#ctx0" brushRef="#br0" timeOffset="123">11337 10601 11757,'-10'-16'-1093,"-1"2"0,0 1 201,2 2 0,0 6 1626,3-6-904,4 7 0,2-3 0,11 7 268,4 0 1,1 0-1,0 0 1,1-2-108,-1-3 1,6 3 0,0-4 0,-2 5-226,-2 1 234,5 0 0,17 0 0,11 0 1</inkml:trace>
  <inkml:trace contextRef="#ctx0" brushRef="#br0" timeOffset="124">11859 10308 10902,'-10'0'-304,"-1"0"0,5 7 1,-3 6 186,2 7 1,2-2-1,5 5 1,-2-1-83,-4 0 0,4 7 126,-3-2 0,10 40 1,5 11-1</inkml:trace>
  <inkml:trace contextRef="#ctx0" brushRef="#br0" timeOffset="125">11876 11156 10524,'-9'0'-629,"1"0"0,45-7 0,8-2 1</inkml:trace>
  <inkml:trace contextRef="#ctx0" brushRef="#br0" timeOffset="126">12169 10928 7943,'-5'-11'-472,"0"0"494,-1 7 0,6-10 27,0 3 1,0 2 0,-2 0-67,-3 2 0,3-1-54,-3 3 0,-4 3 113,-2-3 1,-4 3 0,-1 2 31,0 0 0,-1 2 1,1 3-1,0 6-48,-1 3 0,-1 3 1,-2-1-1,-2 2 40,3 4 1,6-2 0,2 5 0,0 1-35,2-1 1,-4-3 0,8 3 0,1-1-46,2-4 1,2-2 0,0-2 0,0 0 35,0 1 0,0-7 1,2 0-19,4-3 1,-3-2 0,8-5-1,0-2-14,-2-3 1,6-2-1,-4-6 1,3 2-29,2-2 1,-5-1-1,0-4 1,2-2 12,1-2 1,3 0 0,-3 4 0,-1-2 17,-2-1 0,0-7 0,5 7 0,-2-1 22,-3-2 0,2 6 0,-6-2 0,0 6 37,1 3 0,-1 2 18,-2-2-21,-3 4 0,5 14 0,-7 4-122,0 3 0,0 3 1,0-1 33,0 0 1,0 1 0,0-1 0,0 0-20,0 1 1,2-1 0,2 0-33,1 1 0,3-3 1,-5-1-1,4-4-72,3-2 1,-5 4 0,6-4-12,2 2 1,1-5 168,2 1 1,1-46 0,-1-14 0</inkml:trace>
  <inkml:trace contextRef="#ctx0" brushRef="#br0" timeOffset="127">12430 10748 9500,'-9'-7'-1561,"2"3"1447,7-6 1,0 4 110,0-5 37,0 8 0,0-3 0,0 12-30,0 4 1,0 5 0,0 1 0,-2 1-1,-3-1 0,3 6 0,-3-1 0,1 1-6,-1 2 1,3-4-1,-4 7 1,3 0-80,-3-2 1,4-1 0,-3-8-1,3 1-371,2-1 116,0 0 352,0-7 0,7-38 1,3-16-1</inkml:trace>
  <inkml:trace contextRef="#ctx0" brushRef="#br0" timeOffset="128">12512 10520 10508,'0'-16'-565,"-5"-1"1,-1 1 0,1 1-1366,-3 5 1961,7 2 0,-7 16 1,8 2-1,0 5-92,0 1 0,0 2 0,0 2 1,0 4 12,0 1 34,0-5 1,8 47-1,1 4 1</inkml:trace>
  <inkml:trace contextRef="#ctx0" brushRef="#br0" timeOffset="129">12594 10846 10262,'-9'0'-595,"1"2"1,8 3 0,0 6 458,0 4 1,0-4-1,0-1 1,0 3 48,0 2 0,0 1 0,2-2-7,4-3 1,-3 2-1,6-6 50,-2 2 1,1-5 41,-3 1 0,-1-3 0,5-4 30,-2-3 1,4-4 0,-6-7 0,1 1-42,1 4 1,-3-3-1,7 3 1,-1-4-23,0-1 0,4 0 0,-3-1 1,2 1 89,-3 0 0,5-1 10,-4 1 1,3 7 43,3 4 0,-8 5 0,-4 5-93,-3 6 1,-2 5 0,0 4 0,0 2-15,0-2 1,0-2-1,0-2-57,0 1 1,0-1 0,0 0-5,0 1 0,2-3-43,3-3 0,-1-4-7,7-7 1,-6-2 97,6-3 0,-6 1 0,5-7 0,-1-1-40,0-3 1,0-1 0,3 0-1,-1-1 91,2 1 0,1 0 0,3-1 22,-1 1 0,-1 5 0,-3 2 139,-1 2 1,0-4-83,5 6 1,-7 1 0,-3 9-33,-4 6 0,-2 4 0,0 1-99,0 0 1,1 1 0,3-1 0,2 0-115,-3 1 0,1-1 1,-1 0-149,3 1 1,1-3 218,-1-3 1,-5 3-1,7-4 1</inkml:trace>
  <inkml:trace contextRef="#ctx0" brushRef="#br0" timeOffset="130">13295 10879 6533,'-9'-9'13,"2"1"1,9 8 0,3 0-8,6 0 0,-2 0 1,2 0-53,2 0 0,1 0 7,2 0 0,-1-1 0,-2-3 18,-3-1 1,-4-6 0,3 3 13,-2-1 1,-1 4-4,-6-6 0,0 6 8,0-6 1,-8 7-1,-3-1 3,-3 3 1,-2 2-1,-1 2 1,1 1 53,0 3 1,-1 6 0,1-1 22,0 4 0,1 1 1,3 0-1,3 1-21,1-1 1,3 0-1,5 1 1,0-1-40,0 0 0,0 1 1,2-1-1,1 0-68,3 1 1,6 4 0,-1 1 0,4-4-40,1-5 1,2 1-1,2-5 1,2 2-230,-2 0 318,5-7 0,22-19 0,13-12 0</inkml:trace>
  <inkml:trace contextRef="#ctx0" brushRef="#br0" timeOffset="131">14290 10357 8432,'0'-17'-877,"0"1"0,-5 9 796,-1 7 0,-5 7 1,4 11-1,0 2 177,0 2 1,-1 7 0,3-2 0,-4 4-38,0 2 0,-4-1 0,6 3 1,-2 1-33,-4 2 1,-1 7-1,-3-1 1,1 3-29,0 2 1,-2 0 0,-2 0 0,-2 0-75,2 0 1,2-6-1,2-1 1,1-4-43,4-7 1,-2-1 0,8-8-2,1-2 0,4-9 0,6-6 0,5-3 118,3-2 0,32-51 0,6-12 0</inkml:trace>
  <inkml:trace contextRef="#ctx0" brushRef="#br0" timeOffset="132">14209 10960 7458,'-8'9'-263,"7"-1"307,-7-8-31,8 0 1,2 0-50,4 0 0,3 0 0,7-2 1,-2-4-65,-3-5 1,4 2 0,-4-1 18,3-3 0,-3 0 1,-2 0 54,-2 3 0,4-1 1,-5-6 32,-3 1 1,-1 5 17,-2 0 0,-7 8 49,-4-3 1,-2 6-1,1 4 1,3 3 12,1 2 1,-3-3 0,4 5-1,0 1-33,0 3 1,-4 1 0,5 0 0,3 1-30,1-1 0,-4 0 1,1 1-1,1-1-56,3 0 1,1 1 0,0-1-1,1-2-126,5-3 1,-3 4 0,8-6 0,2 0-15,2-4 0,-5 3 0,1-3 0,2-1 171,1-3 0,3-1 0,21-36 0,5-9 0</inkml:trace>
  <inkml:trace contextRef="#ctx0" brushRef="#br0" timeOffset="133">14698 10813 8432,'0'-16'-1342,"0"0"1087,0 0 1,0 5 0,0 0 402,0-2 0,0 4-60,0-2 0,-2 8-77,-3-3 0,-4 4 0,-6 4 20,4 4 0,-3-3 1,3 8-1,-2 2-4,2 1 1,-3-3-1,5 0 1,0 2 0,3 1 1,-1 2-1,2 1 2,1-1 1,2-5 0,2 0-26,0 2 0,0 1 0,2 1-18,3-5 0,-1 3 0,7-6 5,2 2 0,1-3 0,2 3 0,1-2 1,-1-1-1,-1-5-7,-5 5 0,0-4 1,-5 3 1,-5 2 0,0 1 0,-9-1-15,-6 0 0,-3 4 0,-2-4 1,-3 2-55,-3 4 1,5 1 0,-5 3 81,3-1 0,1-14 0,6-4 0</inkml:trace>
  <inkml:trace contextRef="#ctx0" brushRef="#br0" timeOffset="134">15481 10438 8436,'0'-16'-382,"0"0"0,0-1 1,0 1 280,0 0 1,0-1 0,0 1 0,0 0 143,0 0 1,0 5 0,2 0 0,2-2-23,1-1 0,2 3 1,-1 0 86,5-2 0,-2 6-106,1 2 1,-6 5-1,2 5 1,-5 6 11,-1 3 0,0 8 1,0 2-1,0 3 15,0 7 0,-1 1 1,-3 6-1,-3 3-21,-2 3 0,-2-2 1,-6 11-1,1-1-14,0-1 0,-2 8 0,-2-2 0,-4 5-102,-1 6 1,5-10-1,-4 3 1,2-6-57,1-6 1,4-3 0,8-7 0,2-10-369,3-8 532,3-13 0,1-11 0,1-11 0,3-4 0,2-1 0,-1 0 0,-5-1 0,0 1 0,7-22 0,2-5 0</inkml:trace>
  <inkml:trace contextRef="#ctx0" brushRef="#br0" timeOffset="135">15530 10634 8436,'15'-16'-171,"-5"-1"0,5 7 1,-6-1-1,2 0-181,0 2 0,-6-4 1,6 8-1,2-1 334,1-1 0,-3 5 0,0-3 39,2 3 0,-4 2 0,0 2 0,0 1 16,0 3 0,-5 6 0,1-1-32,-3 4 1,-2-4-1,0 0 1,0 1-2,0 3 1,-2 1 0,-3 0 0,-5 1-3,1-1 0,-5-5 0,5 0 0,-2 1-11,0 3 0,0-1 0,-3-1 1,1-4-1,2-2 0,0 4 0,-3-3 1,1-1-49,2 0 0,6 4 1,-4-4-136,1 2 192,3-5 0,27-19 0,5-12 0</inkml:trace>
  <inkml:trace contextRef="#ctx0" brushRef="#br0" timeOffset="136">15938 10634 8436,'0'-16'-2010,"0"5"1839,0 0 1,-2 7 236,-3-1 0,1 10 0,-5 6 68,2 4 0,-4 1 1,4 0-1,-1 1-47,1-1 1,2 0 0,5 1-1,-2-1-54,-4 0 1,5-5-1,-5 0 1,4 2-61,2 1 0,0-3 0,2-2 24,4-2 1,3 4-1,7-5 1,0-3-63,1-1 0,-1-2 0,0-2 0,0-1-33,1-3 0,-1-6 1,0 2-1,1 0 64,-1-1 0,-5 0 0,-2-5 1,0-1 24,0 1 1,-5 0-1,1-2 1,-3-2 9,-2-2 0,0 0 0,-2 6 0,-3-1 1,-6 1 0,-4 0 0,-1 1 0,0 3-21,-1 1 1,1 7 0,0-1-54,-1 3 1,1 2 0,2 2 0,3 3-260,5 6 331,5-4 0,30 44 0,7 3 0</inkml:trace>
  <inkml:trace contextRef="#ctx0" brushRef="#br0" timeOffset="137">13605 11140 8437,'-11'-2'-1112,"0"-4"1,6 5 1233,-6-5-121,7 4 1,-3 1 38,7-5 1,0 3 0,2-7 34,3 3 0,-1 0-38,7 2 0,-6 3-4,6-4 1,-5 4-5,4 2 0,-8 8 1,-2 3-1,-11 5-53,-9 6 0,1 5 1,-10 11-1,-4 4-76,-3-1 0,-8 12 100,6-4 0,-7 25 0,3 2 0</inkml:trace>
  <inkml:trace contextRef="#ctx0" brushRef="#br0" timeOffset="138">14959 11058 8452,'9'-7'-1371,"-2"3"948,-7-7 1,0 6 569,0-6 1,0 6 55,0-6 1,0 5-13,0-5 0,0 6-60,0-6-98,0 8 0,0-3 0,0 12-48,0 4 0,-7 7 0,-4 4 0,-3 7-69,-3 2 1,1 5 0,0 3 0,-1 4-276,1-1 0,0 6 359,0-3 0,6 10 0,3 4 0</inkml:trace>
  <inkml:trace contextRef="#ctx0" brushRef="#br0" timeOffset="139">16280 10618 8452,'0'-17'0,"0"1"-485,0 0 0,-1 1 353,-5 4 1,4 6-1,-5 10 188,0 6 1,5 4-1,-5 1 1,1 0-13,1 1 0,-6-1 1,6 0-1,-1 1-62,-1-1 1,5 0 0,-3 1-11,3-1 0,-4 0 98,1 1 0,0-7-58,5 1 1,0-9-38,0-2 0,1-7 0,3-9 0,1-1-25,-1 1 0,5 0 0,2-1 0,2 1-37,-2 0 0,3-1 0,-3 3 0,3 1 22,3 2 1,-1 0 0,0-3 0,1 1 28,-1 2 0,-5 8 0,0-3 24,1 5 0,-3 1 54,2 0 1,-9 7-1,0 4 40,-6 3 0,-7 2 0,4-1 0,0-2-8,0-2 0,-4-1 0,4 5 0,-1-2-16,1-3 0,-4-4-35,6 5-38,-1 0 0,8-2-26,4-4 0,3-8 0,7-5 0,0 1-60,1 0 0,1-6 0,2 2 0,1-3 56,-1-3 0,4 7 0,-2-1 1,-2-2 1,-2-2 1,0 5-1,2-1 76,2-2 0,-1 6 5,-4 1 0,-8 6-23,-4 6 0,-3 3 0,-4 7-19,-3 0 1,3 1-1,-4-1 1,5 0-52,1 1 0,0-6 1,0-1-1,0 3-82,0 2 0,0-4 0,0-1 137,0 3 0,29-6 0,7 1 0</inkml:trace>
  <inkml:trace contextRef="#ctx0" brushRef="#br0" timeOffset="140">16900 10585 8452,'0'-16'-405,"0"0"0,-1 5-350,-5 0 0,2 7 818,-6-1 1,4 10-1,-3 6 1,0 4 32,0 1 1,0 0 0,-4 0-1,4 1-20,2-1 1,-6 0-1,4 1-71,0-1 1,-4 0 0,8 1 43,1-1-63,-5-7 1,9-2 0,0-7-2,9 0 0,0-7 1,2-4-1,2-3-27,1-3 0,3 6 0,-1 1 1,0-3-19,1-2 0,-1-1 1,0 0-1,1-1-4,-1 1 0,-5 5 0,0 2 0,1 0-42,3 0 1,-4 5 89,0-1 0,-2 5 79,2 5 1,-11 5 0,-9 6 39,-1 0 0,-2 0 1,5 1-30,-3-1 1,5 0-1,-4 1-38,2-1 1,-1-5-89,3 0 13,3 0 0,-3-2-8,10-4 0,4-8 1,8-5-1,-1 1-10,0 0 0,1-6 0,-1 2 0,0-3 14,0-3 0,6 7 0,0-1 1,-2-2 22,-2-2 0,-2 5 1,1 1-1,-1 1 33,0 5 0,-7-1 0,-1 0 49,-1-1 1,-5 1-1,3 10 3,-3 5 0,-2-2 1,0 2-49,0 1 1,0 3 0,0 1-41,0 0 1,0 1 0,0-1-84,0 0 106,7 1 0,38-8 0,17-2 0</inkml:trace>
  <inkml:trace contextRef="#ctx0" brushRef="#br0" timeOffset="141">17488 10634 8452,'-17'0'0,"1"-2"-895,0-3-59,-1 3 854,8-5 1,4 7 0,10 0 89,6 0 1,-2 0 0,2 0 0,2-2-11,1-3 0,3 1 0,-1-5-18,0 2 1,-5-4 0,-2 3 0,0 1 32,0 0 1,-5-6 49,1 2 0,-3 2 17,-2-2 1,-2 8 0,-3-3 0,-6 5 68,-3 1 1,-3 1 0,1 3 0,0 3 0,-1 2 1,1 2-1,0 6 1,1-1-77,4 0 0,-1 0 1,4 1-1,1-1-70,0 0 1,0-1 0,3-2 0,-1-3-7,1 3 0,2 2 0,4-1 0,2-1-23,1-2 1,8-2 0,-4 3 0,3-3-183,5-1 1,-10-1 0,9-3 0,-1 1-312,-1-1 536,10-3 0,30-30 0,15-7 0</inkml:trace>
  <inkml:trace contextRef="#ctx0" brushRef="#br0" timeOffset="142">17847 10536 8452,'-11'-16'-1541,"0"0"1434,0 7 1,-4 3 161,5 12 0,-3 3 0,7 7 10,3 0 0,1 1 0,2-1 1,0 0-25,0 0 0,0-5 1,0 0-1,0 2-4,0 1 0,5 3 0,1-1-32,-3 0 0,1-1 0,0-2 0,1-3-19,-1 3 1,-2-4 0,-2 2 10,0 2 1,0 1 0,-2 2 10,-4 1 0,-3-6 0,-7-2 0,-2 0-9,-4 0 1,4-4 0,-6 4-1,3 0-91,-1 0 0,0-5-592,6 2 684,7-5 0,32-29 0,19-16 0,3-1 0,1-1 0</inkml:trace>
  <inkml:trace contextRef="#ctx0" brushRef="#br0" timeOffset="143">18140 9835 8452,'-5'-11'0,"-3"0"0,1-2-1274,0-1 790,-6 5 452,11-6 0,-3 14 1,10-5 35,6 4 0,-2 8 1,2-1 13,2-1 1,1-1 0,3 1 0,-1 2-13,0-3 0,1-1 0,1-2 0,2 0-2,2 0 0,1 0 1,-3 0-1,4 0-12,1 0 0,-3 0 0,5 0 1,2 0 1,2 0 1,-4 0-1,0 0 1,0-2 2,-1-3 1,3 3 0,-8-4 0,-1 3 15,-2-3 0,-7 5 98,0-5 1,-9 6-37,-2 6 1,-7-3 0,-10 8 0,1 4-4,0 5 1,0-2 0,-1 5 0,-1-1-13,-4 0 0,4 7 0,-4-2 0,4 4-22,2 1 1,-6 3 0,1 1-1,1 4-41,1 2 0,3 1 0,0 6 0,0 0-27,-1 0 1,-5 7-1,1 4 1,1 3 14,2 2 1,1-1 0,1-3 0,2-3-16,3-1 1,-2-1 0,8-5 0,1-2 18,2-8 0,2-5 1,0-5-1,2-2-7,3-2 0,-1-8 0,5-1 11,-2-6 1,1-8 12,-3 1-1,-3-3 0,3-2 0,-10 0-1,-6 0 1,-4 0 0,-1 0 0,-2 0 0,-4 0 1,-3 0-1,-8 0 1,-1 0-6,-4 0 1,-9 2 0,-10 2-1,-1 3-90,-3 2 0,1-4 0,-2 4 0,1 1-531,4-1 621,5-6 0,-26 4 0,-7-7 0</inkml:trace>
  <inkml:trace contextRef="#ctx0" brushRef="#br0" timeOffset="144">10815 12869 15073,'0'-17'-3805,"0"1"3193,0 0 1,0 5 0,0 0 564,0-2 0,0 4 1,0-2 12,0-1 0,2 2 0,2 0 0,3-1 56,2 2 0,-3-4 1,3 6-1,-2-2 16,-3-4 1,3 4 0,0 0 0,0 0 74,1 0 0,2-2-335,-4-5 1,5 5 243,-6 0-78,1 7 10,-6-3 1,-8 7 0,-3 2 0,-3 1 41,-2 3 1,-2 5 0,-2-4-1,-2 2-2,2 4 1,0-4 0,0 2 0,-2 0 24,2-2 1,-3 3 0,1-4 0,2 1-1,2 3 0,2-5 0,-1 1 0,1-3 57,0 1 1,5 1 15,0-2 17,0-3 6,2 5-152,9-7 0,4 0 1,5 2-33,-2 4 1,0-5-9,-1 5 1,-5-3 26,5 3 0,-2-4 0,-1 5 23,3 0 0,-1 2 1,-5 8 41,0-1 0,0 0 0,0 1 1,-2-1-21,-3 0 0,1 8 0,-5 3 0,0 6-12,0 5 0,4 3 1,-6 8-1,-2 2-9,-2 3 0,-1 2 0,0 6 0,0-2 5,-1 2 0,1-5 0,0 3 0,-1 2 18,1 1 1,0-5 0,-1-1 0,1-3 8,0 0 1,5 1 0,2-8-1,0-4 0,0-5 0,5-9 0,-1-3 0,3-3-121,2-3 70,0-9 16,0 4 1,2-15 33,3 0 1,4-2 0,7-7 0,1 0-20,-1 0 0,0 5 0,1-3 0,-1 1-13,0 1 1,1-2 0,1 3 0,2-2-26,1 3 1,1 1-1,-6 2 1,1 0-37,-1 0 0,0 0 1,3 2-1,0 3-24,3 6 0,0-2 0,-4 2 0,4 2 133,5 1 0,55-12 0,-34-3 0,0 0 1</inkml:trace>
  <inkml:trace contextRef="#ctx0" brushRef="#br0" timeOffset="145">10995 13162 8587,'-16'0'-735,"5"-5"55,0-1 658,7-6 1,-3 8 74,7-7 1,2 6-48,3-6 0,-1 7 1,7-3-55,1 0 1,3 5 0,1-5 34,1-1 0,-1 5 0,0-6 1,0 0 0,1 0 1,-1-1 0,0-2 0,1 3-11,-1 1 1,-1-4-1,-3 3 1,-1-2-22,2 0 1,-6 6 0,-2-6 0,-5 7 1,-5-1 28,-6 3 1,-9 9-1,-3 2 1,-1 2 17,1 0 0,-6 0 0,1 5 0,-1 0 0,2 1 1,-4-1-1,6 2 1,-2 2 21,0 2 1,7-1-1,-2-4 1,4-1 10,1 0 1,3 1 0,3-1 0,4 0-3,0 1 1,5-1 0,-2 0-32,8 1 0,5-7 1,7 0-1,0-3-2,1-4 0,-1-1 0,0-2 0,2 0-90,4 0 0,-4-2 1,4-1 47,-4-3 0,-1-5 0,-3 4 0,-1 0 18,-2 0 1,-6-4 0,4 4 28,-2-2 0,-3 5 0,-9-2-5,-6 5 0,-4 2 0,-3 3 0,-2 3 30,-2 2 1,-5 2 0,4 6 0,-1-1 30,0 0 0,-3 1 0,6 1 0,1 2-14,1 1 0,5 1 1,1-6-1,4 1-36,2-1 0,2 0 0,5 1-29,0-1 0,7-2 0,4-3 0,3-3-27,2-1 0,8-5 0,1 3 0,3-3-134,-1-2 1,-2 0 0,4 0 0,-2 0 175,2 0 0,10-24 0,4-10 0,5-2 0,0-1 0</inkml:trace>
  <inkml:trace contextRef="#ctx0" brushRef="#br0" timeOffset="146">11501 12901 8525,'-17'0'-149,"1"0"0,5 2 0,0 3-59,-1 6 1,-1 4 0,0 1-1,4 2 202,2 4 1,-4-4 0,4 6 0,-1-1 19,1 4 0,-4-1 1,6 1-1,-1 2-54,-1 2 1,4-4 0,-6 0-1,-1 2-9,1 2 1,6-6 0,-4-1 0,1-2-161,1-1 1,-1 3 25,6-2 0,2-6 1,3-2 182,6-12 0,-2-4 0,2-8 0,15-45 0,8-15 0</inkml:trace>
  <inkml:trace contextRef="#ctx0" brushRef="#br0" timeOffset="147">11598 12983 6672,'-7'-9'25,"4"9"0,-8 11 0,0 3 86,2 2 1,-4 1 0,6-1 0,0 2-48,-1 4 0,-3-2 1,4 5-1,0 0-42,0 1 0,-1-4 0,5 5 1,-4 2-99,-2 2 1,5-4 0,-2-2 0,3 1-47,-3-1 0,5-3 1,-5 3-1,4-1-32,2-4 0,0-2 0,0-2 0,0 0 154,0 1 0,0-8 0,22-31 0,5-14 0</inkml:trace>
  <inkml:trace contextRef="#ctx0" brushRef="#br0" timeOffset="148">11664 13309 8525,'-17'0'-1885,"3"-2"1638,3-3 322,4 3 1,9-5-2,3 7 0,-1 0 1,7 0-1,1 0-56,3 0 1,1 0 0,0 0-38,1 0 0,-1-6 0,0 1 0,1-1-30,-1-1 0,-5 3 1,0-5-1,0 0 21,-2 0 0,3 4 0,-4-6 13,1-2 0,-6 4 0,3-2-11,-5-1 0,-8 4 1,-4 3 37,-3 3 1,-2 2 0,-3 0 0,-1 0 72,-1 0 0,-1 2 1,4 3-1,-2 4-13,-2 0 1,0 6-1,8-4 1,1 3-17,2 3 1,2-1 0,-2 0 0,4 1-41,0-1 0,5 0 0,-3 1 0,3-1-26,2 0 0,2 0 0,1 1 0,5-1-96,1 0 0,1-7 0,9-1 0,1-3-53,1 1 0,3-1 1,-4-5-1,2 0-48,-3 0 0,1 0 207,2 0 0,11-22 0,8-5 0</inkml:trace>
  <inkml:trace contextRef="#ctx0" brushRef="#br0" timeOffset="149">12121 13456 8484,'9'-8'-285,"-2"5"-124,-7-8 423,0 0 1,-7 2-7,-4 4 0,2 10 1,-2 8-35,-2 7 0,-1-2 0,-1 5 0,2-1-75,2 0 1,2 5-1,-3-5 1,3-1-157,1 3 1,-2-4-1,4 5 257,2-1 0,10 5 0,3-4 0</inkml:trace>
  <inkml:trace contextRef="#ctx0" brushRef="#br0" timeOffset="150">12528 13211 8484,'-16'0'-1695,"0"-2"1885,-1-3 1,8 5-211,4 0 1,3 2 37,2 8 1,2-6 0,3 2 7,6-5 0,4-1 0,1 0-51,0 0 1,-5-5 0,0-2-127,2-2 0,1-2 122,3-6 0,-8 1 0,-2 2 0,-2 1 14,1 2 0,-1 6 19,-5-6 0,-2 2 27,-3-2 0,-4 4 0,-7 8 24,-1 5 0,1-3 1,0 8-1,1 2 61,4 1 0,-3 3 0,3-1 0,-2 0-40,2 1 0,-1 1 0,4 2 0,1 2-47,0-3 1,0 0 0,3-3 0,-1 0-23,1 1 0,2 4 0,4 1-116,3-2 1,-1-4 0,5-3-1,0-2-119,0 2 0,2-6 0,5-2 0,3-3-424,2-2 652,-3 0 0,49-36 0,4-10 0</inkml:trace>
  <inkml:trace contextRef="#ctx0" brushRef="#br0" timeOffset="151">12822 13162 8446,'-7'-14'0,"-2"1"-577,0 2 0,0 6 218,3-6 0,2 7 461,-6-1 1,4 5-1,-5 5 39,-1 6 0,4 3 0,1 3-57,0-1 1,5 0-1,-3 1 9,3-1 0,2 8-89,0 3 0,0-4 1,0-1-1,0-4-39,0-1 1,0-1 0,0 0 14,0 0 1,0 1-1,0-1 35,0 0 0,0 1 1,-2-3 42,-3-3 0,1 4 0,-7-6 0,-2 1-51,-1 1 1,-2-5-1,-3 3 1,1 0 18,2 0 0,-4-5 0,9 1-471,-3-3 136,5-2 1,3-2 0,12-2 0,4-3-195,5-2 503,1-2 0,18-21 0,7-10 0,3-2 0,0-1 0</inkml:trace>
  <inkml:trace contextRef="#ctx0" brushRef="#br0" timeOffset="152">13132 12966 7796,'-11'0'-251,"0"0"0,2 2 0,-4 4 353,3 5 1,4 5 0,-5 4 0,0 3 28,2 3 1,-5-1 0,5 4 0,-2-2-97,0 2 0,2 2 0,-4 2 0,2-1-34,-1 1 1,4-6 0,1 0 0,2 2-29,-1 2 0,1-6 1,5-3-1,0-4-12,0-1 1,0-1 0,2-2-92,3-3 0,-1-3 0,7-8-45,1 0 1,3 0 0,1 0-38,0 0 1,1-6 0,-1-1 52,0-2 1,-1 3-1,-2-3 159,-3 2 0,1-27 0,6-3 0</inkml:trace>
  <inkml:trace contextRef="#ctx0" brushRef="#br0" timeOffset="153">12952 13293 8446,'-9'-8'-317,"4"-3"1,-2-3-62,1-2 0,1 5 1,7 2 369,3 1 1,4 1 0,7 4-1,1-3 7,-1 3 0,0 1 1,1 2-1,-1 0-70,0 0 1,1 0 0,-1 0 70,0 0 0,30 14 0,6 4 0</inkml:trace>
  <inkml:trace contextRef="#ctx0" brushRef="#br0" timeOffset="154">13638 13521 8446,'0'-16'-289,"0"-1"1,0 6 190,0 1 0,-2 6 233,-4-1 0,-3 8 0,-7 6 0,0 4-71,-1 5 0,1 9 0,-2 0 1,-2 4-131,-2 2 0,-1-1 0,3 1 0,-2 0-377,2-1 0,-3 6 443,1 0 0,7 15 0,8-2 0</inkml:trace>
  <inkml:trace contextRef="#ctx0" brushRef="#br0" timeOffset="155">14045 13260 8491,'-16'0'-723,"7"-2"1,2-1 553,0-3 40,5 1 0,-4 5 144,12 0 1,3 0 0,7 0-21,0 0 0,-5-6 1,0 1-1,2 1-14,1 2 1,1 1-1,-2-3 1,-3-2-2,3 3 1,2-6 9,1-2 1,0-2 0,-1 1-1,-3 2 6,-1 3 1,-5-5-1,3 1 3,-2-4 1,-1 4 0,-6 0 0,0-1 0,-2 5 0,-4-1 0,-5 1 1,-3 5 0,-2-1-1,-1 4 1,1 5 0,0 7 0,-1-3 0,1 5 21,0 1 1,-1 0 0,1 1 0,0-1 37,-1 0 0,7 1 0,-1 1 0,0 2-4,2 2 1,0-1 0,5-3 0,-1 2-35,1 2 1,4 0-1,4-4 1,3 2-34,2 2 1,2-1 0,5-6 0,0-2-106,1-3 0,5 0 0,1 2 1,1-3 115,-1-2 0,28-23 0,2-11 0</inkml:trace>
  <inkml:trace contextRef="#ctx0" brushRef="#br0" timeOffset="156">14502 13178 8491,'-2'-16'0,"-3"0"0,1 7-712,-6 3 1,4 4-1,-3 4 678,2 4 0,-4 3 0,5 7 0,1-1 159,-2-5 1,5 5-1,-3-4 1,3 3-93,2 3 1,-6-1 0,1 0 9,1 1 0,2-7-42,2 1-18,0-7 0,8 1 1,3-10-29,3-6 0,2 2 0,1-2 0,-1-2-44,0-1 1,2-2 0,2 1 0,2 2 69,-2 3 1,-2 1 0,-2-4 0,1 4 21,-1 2 0,0 1 0,1 6 39,-1 0 1,-5 0-3,0 0 1,-8 7-1,5 4 1,-3 4-54,1 1 1,-1 0 0,-5 1 0,2-1-52,3 0 1,-3 1 0,5-1 63,1 0 0,-7 37 0,7 8 0</inkml:trace>
  <inkml:trace contextRef="#ctx0" brushRef="#br0" timeOffset="157">15090 13472 8165,'-6'-16'-622,"1"-1"0,-8 8 616,2 4 1,2 5 0,0 5 73,2 6 0,-4 4 0,4 1 0,-1 0 11,1 1 0,-4 4 1,4 1-1,0 0-128,-1 1 0,-2-4 1,2 4-1,1-1-214,0 0 0,1-1 0,6-4 263,0-1 0,22-36 0,5-9 0</inkml:trace>
  <inkml:trace contextRef="#ctx0" brushRef="#br0" timeOffset="158">15807 12803 6014,'-9'-7'15,"0"5"34,4-3 33,3 3 66,-5 2-57,7 0 69,0 0 53,0-7 3,0 5-124,0-5 1,0 14-1,0 4-39,0 3 0,-2 4 1,-2 2-21,-1 2 1,-2 2 0,3-4 0,-3 3-29,-2 3 1,0 1 0,-4 5 0,2 1-20,-2 0 1,-1 1-1,-2 2 1,-1 2-37,1-1 1,0-3 0,1-3 0,2-2-76,3-2 0,4-7 0,-3 2 0,2-4-112,3-2 0,2-5-5,2 0 1,2-8 241,4 3 0,3-26 0,7-7 0</inkml:trace>
  <inkml:trace contextRef="#ctx0" brushRef="#br0" timeOffset="159">15497 13162 8419,'-10'-5'0,"-1"-3"-174,-2-1 0,4 4 106,-2-6 1,7 6-80,-1-6 1,10 7 0,6-3 0,4 1 86,1 1 1,8-2 0,1 3 0,2-3 59,0-2 0,1 3 0,4-3 0,1 0-23,-1 0 0,1 4 0,0-4 0,-1 0-37,1 0 0,0 5 0,-3-1 1,-1 3-221,-1 2 0,-8 0 280,1 0 0,-10-8 0,-4-1 0</inkml:trace>
  <inkml:trace contextRef="#ctx0" brushRef="#br0" timeOffset="160">15905 13129 8419,'-7'-16'-43,"5"0"1,-3 1-266,10 5 1,-1 4-1,7 12 281,1 4 0,-3 5 1,0 1-1,-1 0 46,-5 1 1,5-1 0,-3 0 0,0 1-44,3-1 1,-6 2-1,3 2 1,-3 2 11,-2-2 0,5-8 1,1-1-1,-3 2-16,-1 2 0,-2-5 18,0 1 0,-2-5 11,-3 5 1,3-15 0,-3-1-18,3-8 1,2-3 0,0-1 0,0 1-64,0 0 1,2-6-1,3 0 1,4 0 13,0-1 0,6 3 1,-4-6-1,3 3-7,2 3 0,2 2 0,2 2 1,2 1-13,-2 4 1,0-1 0,0 6-1,2 2 84,-2 3 0,5 22 0,0 7 0</inkml:trace>
  <inkml:trace contextRef="#ctx0" brushRef="#br0" timeOffset="161">16378 13195 8419,'8'-9'-1000,"-7"-6"531,5 4 0,1 2 467,-2-2 0,6 6 69,-5-6 1,1 2 0,-3-4-8,1 2-38,1 8 1,-8-4 0,-2 8 41,-1 5 1,-8-3 0,2 8-1,-3 4-2,-3 5 0,1-2 1,-2 5-1,-2-1 5,-2 0 0,6 0 1,5-4-1,-2 2-38,-1 1 1,3 1-1,2-5-78,2-1 1,1-5-7,6 0 1,2-8 0,3 3-16,6-5 0,4-6 0,1-2 1,0-2-62,1-4 1,-1-1 0,0-3 48,1 1 1,-1 0 0,0-1 0,-1 1-2,-4 0 1,3-1-1,-3 1 44,4 0 1,-5 5 128,1 0-14,-7 7 0,3-1 0,-7 10-42,0 6 1,0 4 0,0 1-20,0 0 0,0 1 1,0-1-32,0 0 0,0-5 1,2-2-1,2 0-161,1 0 1,2 2 176,-1 6 0,10-16 0,9-2 0</inkml:trace>
  <inkml:trace contextRef="#ctx0" brushRef="#br0" timeOffset="162">16623 13195 7150,'-11'-9'-274,"0"3"0,8 6 0,-3 6 326,4 5 0,-3 3 0,0 2-65,1 1 1,2-1 0,0 0-70,-3 1 1,3-1 0,-3 0-241,3 1 322,2-1 0,0 0 0,0 0 0</inkml:trace>
  <inkml:trace contextRef="#ctx0" brushRef="#br0" timeOffset="163">16688 13015 8270,'-2'-11'-1465,"-3"1"1368,3 6 0,-5-1 0,7 10 0,0 6-364,0 3 461,0 3 0,0 57 0,0 15 0</inkml:trace>
  <inkml:trace contextRef="#ctx0" brushRef="#br0" timeOffset="164">16802 13244 8270,'-5'-11'-507,"0"0"0,-1 5 315,6-4 1,-2 6 256,-3-1 1,3 5 0,-3 5-49,3 6 0,2-2 0,0 2-37,0 1 1,0-2-46,0 0 64,0 1 0,2-2-11,3-3 1,-1-4-37,7-2 0,-1-2 0,5-4 1,-2-3-16,-2 0 0,-1-5 0,7 3 0,-1-4 33,0-1 1,1 0 0,1-1 0,0 1 25,-2 0 1,4 5 0,-9 2 30,4 2 1,1 1 64,0 6 0,-7 2 0,-2 3-27,1 6 1,-6 4-1,3 1-66,-3 0 1,-2 1 0,0-1 0,0 0-52,0 1 1,0-1 0,0 0 0,0 2-173,0 4 1,0-4 223,0 4 0,-7 25 0,-3 6 0</inkml:trace>
  <inkml:trace contextRef="#ctx0" brushRef="#br0" timeOffset="165">17308 13439 8270,'-2'-16'-1116,"-1"0"878,-3-1 1,-1 8 313,2 4 0,3 5 0,-5 4 22,-1 1 1,6 8-1,-5-2 1,2 3-120,-1 2 0,-5 1 0,6-1 0,0 0-30,-3 1 1,7-1-1,-7 0 1,3 1-148,-1-1 0,1 0 1,5 0 197,0 1 0,22-15 0,5-4 0</inkml:trace>
  <inkml:trace contextRef="#ctx0" brushRef="#br0" timeOffset="166">17928 13260 8270,'0'-25'-725,"6"1"0,-1 8 495,-1-1 266,-3 1 1,-2 7 0,-5 5 3,-5 8 1,-3 0-1,-3 7 1,1 1 11,0 3 0,0 3 0,-1 2 1,1 2-14,0-3 1,1 1-1,2 0 1,4 2-16,2-2 0,-4-2 0,4-2 1,0 1-70,-1-1 1,3-5 48,5 0 1,2-8-1,3 3-33,6-4 1,2-4 0,1-2 0,1-3-44,3-2 0,2-2 0,-4-5 1,1-1-3,-1 1 0,0 0 1,0 0-1,1-3 30,-1-2 1,0 1 0,1-6-1,-1 1 16,0 0 1,-1-3 0,-2-4 0,-3-3 23,3-3 1,-6 4-1,1-4 1,-3 3-10,0 3 1,6-6 0,-5 0 0,-3 0 3,-1-2 0,4 5 1,-1-3-1,-1 4-6,-2 1 1,-1 10 0,3 5 39,1 5 0,-1 9 0,-8 1 67,-1 6 0,-8 8 1,2 9-1,-3 4 59,-2 1 1,5 2 0,0 4 0,-2-2-38,-1-2 0,-1 4 0,2 3 0,4-3-43,2 0 0,0 0 1,3 3-1,-1 2-89,1 3 1,2-1 0,4-8 0,2-1-146,1-1 1,8-1 0,-2 4-1,3-4-22,3-6 1,-1-4 0,0-5-1,2-1 6,4 2 0,-4-6 0,4-1 179,-4-4 0,20-24 0,6-5 0</inkml:trace>
  <inkml:trace contextRef="#ctx0" brushRef="#br0" timeOffset="167">18238 13162 8270,'-14'-2'-352,"3"-3"0,3 1 186,8-7 0,2 8 178,4-3 1,3 4 0,7 1-40,0-5 0,1 4 0,-1-5 22,0 0 1,1 5 0,-1-5-1,0 1-27,1 1 0,-7-6 0,1 4 0,2 0-21,1-1 1,-3-2 0,-2 2 0,0 1 39,1 0 1,-7 0 9,3 1 1,-6 4 0,-6-3-1,-5 3 30,-3 2 0,-4 2 0,-2 1 1,-2 5 44,2 1 1,-4 2 0,3 5 0,1 0 48,2 1 0,1-3 0,1-1 0,0-2-77,-1 1 1,8 3 0,4 1 0,3 0-44,2 1 1,0-1 0,0 0-1,2 1-124,3-1 0,4-2 0,8-1 0,-1-2-3,0 2 1,2-1 0,2 1 0,2-2-225,-2 2 0,0-1 350,2-1 0,18-11 0,10-9 0</inkml:trace>
  <inkml:trace contextRef="#ctx0" brushRef="#br0" timeOffset="168">18793 13374 8270,'-15'-2'0,"3"-1"-190,1-3 1,0 1 0,-4 7 0,3 1 25,1 3 1,2 6-1,-4-1 1,2 4 171,-2 1 0,1 0 0,-1 1 0,2 1-8,-2 4 0,-30 17 0,-10 12 0</inkml:trace>
  <inkml:trace contextRef="#ctx0" brushRef="#br0" timeOffset="169">19347 13032 8347,'9'-8'-674,"-3"-2"1,-4 0 551,-2 0 1,0-1 163,0-6 0,0 7 0,0-1 43,0-2-165,0 6 85,0-8 0,1 13 48,5-3 1,-4 1-12,3-1 23,-3 3 0,-4-3 0,-1 10 10,-3 6 0,-5-2 0,4 2 0,-2 0-24,-4-2 1,4 5 0,-2-3 0,-1 4-8,-3 1 0,4 0 1,2 1-1,0-1-21,0 0 0,4 6 0,-4 0 0,1-2-39,5-2 1,-5 4-1,3-1 1,1-1-89,3-2 0,2 0 0,5 2-38,5 2 1,3 0 0,4-8-1,2-1-59,2-2 0,2-7 0,-5 3 1,5-2 200,1 1 0,24-23 0,11-10 0</inkml:trace>
  <inkml:trace contextRef="#ctx0" brushRef="#br0" timeOffset="170">19657 13146 8347,'-9'-2'-692,"4"-3"1,-2 1 632,1-7 0,-7 7 188,3-1 1,2 5 0,1 5-58,0 6 1,3 4 0,-5 1-1,2 0-11,3 1 0,-3-1 0,2 0 0,1 1-55,2-1 0,2 0-39,0 1 0,2-1 1,3-2-5,6-3 0,-2-3 0,2-8 1,2 0-98,1 0 1,3-2 0,-1-4 24,0-5 0,1-3 1,-1-2-1,0-1 52,1 1 0,-7 0 0,-1-1 0,-1 1 58,-5 0 1,5-2 0,-3-2 16,-1-2 1,-4 0 0,-6 6-22,-5 0 0,-3 1 1,-2 4-1,-1 6-80,1 3 0,0 4 0,-1 3 1,1 4-3,0 0 1,1 6 0,4-4 84,6 3 0,32 31 0,9 8 0</inkml:trace>
  <inkml:trace contextRef="#ctx0" brushRef="#br0" timeOffset="171">19967 13081 8347,'0'-17'-654,"0"1"1,0 0 542,0-1 1,0 6 159,0 1 14,0 6 0,0-1 5,0 10 0,0 4 0,0 7 0,0 1 0,0-1 0,0 0 0,0 1 0,0-1-7,0 0 0,-2 0 1,-1 1-1,-3-1-51,3 0 1,1 1 0,2-1-52,0 0 0,0 1 0,0-1-81,0 0 1,0-5 11,0 0 0,7-7 0,4 1 8,4-3 1,1-4 0,0-2 0,1-3-34,-1-2 0,0-2 0,0-5 57,1 0 0,-1-1 1,-1 1-1,-3 0 38,-1-1 1,-2 1 0,4 0-1,-2 1 69,1 4 0,-4-3 0,-3 3 31,-3-3 0,3 3 5,1 0 0,-1 9 0,-7 0 68,-3 6 0,3 9 1,-3-3-92,3 5 1,2 1 0,0 0 0,0 1-55,0-1 0,0 0 0,0 1-57,0-1 0,0 0 1,2 1-1,1-1-10,3 0 1,5-5 78,-6 0 0,22 7 0,1 8 0</inkml:trace>
  <inkml:trace contextRef="#ctx0" brushRef="#br0" timeOffset="172">20310 13081 8347,'0'-17'-324,"0"1"1,0 0-261,0-1 0,2 6 647,3 1 1,4 6-70,7-1 0,-1 5 0,-4 5 0,-4 6 82,0 3 1,-5 3 0,4-1 0,-5 0-33,-1 1 0,6-1 0,-1 0 1,-1 0-20,-2 1 1,-2-1-1,0 0 1,0 1-17,0-1 1,0 0-1,-2 1 1,-2-1-30,-1 0 1,-2-1 0,3-3 55,-1-1-19,-8-7 1,11-4 0,-3-11-16,3-3 0,2-3 0,0-1 0,0-2-52,0-2 1,7-5 0,2 6-1,2-1-78,0-2 1,0 4-1,5-5 1,2 0-4,4-1 0,-4 8 1,4 0-1,-4 5 131,-2 1 0,15 12 0,3 1 0</inkml:trace>
  <inkml:trace contextRef="#ctx0" brushRef="#br0" timeOffset="173">20750 13081 7073,'0'16'-7,"0"0"0,-5-5 1,-1 0-1,3 2-12,1 1 1,2 2-1,0 1-31,0-1 0,-2 0 0,-1 1-61,-3-1 1,1 0-357,5 1 467,0-8 0,0-67 0,0-24 0</inkml:trace>
  <inkml:trace contextRef="#ctx0" brushRef="#br0" timeOffset="174">20799 12836 8347,'0'-18'0,"0"-2"-818,0-2 608,0 0 1,0 15 0,0 7 67,0 9 0,0 6 1,0 1-1,0 0 24,0 1 0,0 4 118,0 1 0,0 29 0,0 1 0</inkml:trace>
  <inkml:trace contextRef="#ctx0" brushRef="#br0" timeOffset="175">20881 13113 8347,'0'-16'-100,"0"0"1,2 1-240,3 4 0,-3-3 0,5 5 382,0 0 1,2 1-1,8 8-11,-1 0 1,-5 0-1,0 2 32,2 4 1,-1 3 0,1 7 0,-4 0-62,-2 1 1,0-1 0,-3 0 0,2 0-5,-3 1 1,-1 1-1,-2 2 1,0 2-34,0-2 0,0-2 0,-2-2 7,-3 0 0,1-1 1,-7-3 90,-1-1 0,2-7-44,0 1 1,1-10 0,-2-6-1,5-3-15,4-3 0,4-4 1,2-3-1,3 0-50,2 1 0,2-6 1,5 3-1,2-1-139,4 0 1,2 2 0,5-4 183,-2 2 0,15-13 0,8-6 0,7-6 0,1-1 0</inkml:trace>
  <inkml:trace contextRef="#ctx0" brushRef="#br0" timeOffset="176">21240 12265 8347,'-9'-11'-2141,"3"0"2112,4 8 0,10-5 0,3 8 0,3 2 56,2 4 0,1-4 1,-1 3-1,0-3-1,1-2 1,4 0-1,3 0 1,-1 0-14,1 0 0,5 0 0,-4 0 0,3-2 8,-1-3 0,-2 3 0,4-6 0,-3 3 10,-3 0 0,-1-3 0,-6 5 0,0-3 0,1 3 0,-6-5 63,0 3-48,-8 0 0,-3 5 1,-11 0 28,-3 0 1,3 7 0,0 4-35,-2 3 1,1 2 0,-1 1 0,4-1-19,2 0 0,-4 3 0,4 2 0,-3 5-10,-2-1 1,3 6 0,0-2 0,0 7-6,0 8 0,-2 3 0,-4 2 0,2 0-10,3-1 0,-1 1 0,-6 2 0,1 2-7,0 1 1,1 0-1,3-5 1,1 0-9,-2 0 1,-1 0 0,-1-2 0,4-3-35,6-6 1,-3-4 0,3-1-1,1-2 32,3-4 0,1 2 0,0-7 0,0-2 3,0-2 1,0-2 0,0 0 0,0 1 1,0-1 0,0 0-1,1-1-14,5-4 1,-4 3-47,3-3 50,-3-4 25,-2 8 0,0-12 1,-2 6 22,-3-1 0,1-3 0,-7-3 5,-2 3 1,-1-3 0,-1 5 0,3-1 82,1-1 1,-5 2 0,-6-3-1,0 2-45,-1-3 1,-8 4 0,-9-1 0,-4-3-48,-6-1 1,-7 4 0,-10 1 0,-3 2-8,-7 4 0,-2-2-12,-3 5 0,25-13 0,-4-1 0,-2 6 0,-1-1 0</inkml:trace>
  <inkml:trace contextRef="#ctx0" brushRef="#br0" timeOffset="177">473 15641 14024,'-17'-5'-477,"3"-2"0,1-1-881,2 1 667,8 2 0,-3 5 1,12 0 859,5 0 0,3 0 0,2 0 0,1 0-66,-1 0 0,8-2 1,1-2-1,2-1 9,0 1 0,-1-3 1,3 0-1,-2-1-43,2 1 1,4 0-1,3 3 1,4-1-50,1 1 1,1-3 0,3 1 0,-3 3 28,-2 1 1,3 0 0,-3-1 0,0-3 23,0 3 1,-2 1-1,-5 2 1,-1 0 6,1 0 0,-2 0 1,-2 0-1,-4 0-84,-1 0 1,-1 0 0,-1 0 0,3 0-17,1 0 1,5 0-1,-6 0 1,2 0-26,0 0 1,2 0 0,8 0 0,1-2 8,-2-4 1,0 5-1,0-7 1,4 3 7,2 0 0,-6-3 0,4 5 0,-2-5 4,0-1 0,8 6 0,-3-4 0,4 1 0,2 1 0,0-1 0,0 4 1,2-1 2,3-3 1,2 1 0,6 5-1,-4 0-10,-2 0 0,6-6 0,-2 1 0,3 1 6,2 3 1,2-5 0,2 1 0,6 1-1,4 2 1,-8-3 0,7-1-1,-5 3-24,-3 1 1,10-3 0,-2-1 0,3 2-3,-1 3 1,-2 1-1,4 0 1,1-2 12,4-4 0,-9 5 0,4-5 0,-1 4-7,4 2 0,1 0 0,4-1 0,-1-3 18,-4-2 0,-7 1 1,0 5-1,4 0 13,3 0 0,2 0 0,-6 0 0,1 0-6,0 0 0,1 0 0,2 2 0,2 1-13,-2 3 1,-1-1-1,-3-3 1,3 2-16,3 1 1,-6 1 0,3-5 0,-6 3 3,-1 2 1,5-1 0,3-3-1,2 1-1,-2 3 1,-1-1 0,-3-5 0,3 0 14,3 0 0,-4 0 1,6 0-1,-2 0 8,0 0 1,-40 0-1,0 0 1,44 0-1,1 0 12,1 0 1,-6 0 0,5 0-1,-45 0 1,0 0-3,1 0 1,1 0 0,-1 0 0,0 0 0,-1 0 0,0-2 0,0 1 0,0-1-25,3-1 0,0 0 0,-1 0 1,1 1-1,5 1 0,-1 0 0,1 0 1,-1-1 22,-1-1 1,1 0 0,1 0 0,1 1-1,-4 1 1,1 0 0,1-1 0,0 0-3,4 0 0,0-1 0,-1-3 0,1 1 1,1 2-1,1 0 0,-2 1 0,0-1 4,-1-1 0,0 1 0,2 1 0,0 0 0,2-2 0,0-1 0,1 1 0,1-1 5,-2 0 1,-1 1 0,0 1 0,0 1 0,-1-3 0,0 0 0,2 1 0,1-1-69,2 1 0,1-1 0,-5 3 0,1-1 1,3-2-1,1 1 0,-3 0 0,1 1 72,-2 1 1,1 0 0,1-1-1,1-1 1,3 0 0,0 0 0,1 1-1,0-1 2,-1 1 0,0-1 1,-1-1-1,1-1 0,-2 2 1,2 1-1,1-1 0,2-1 2,3-2 1,0 1 0,-3 1 0,0 1-1,2 0 1,-1-1 0,-1 0 0,0 1 5,0-1 0,1 1 1,2 0-1,1-1 1,1-2-1,0 1 1,1 1-1,-1 1 2,-3 1 0,1-1 0,0-2 0,1 1 0,-4 2 0,1 1 0,2-1 0,1 0-5,2-1 1,0 1-1,-4 2 1,-1 0-1,3-2 1,-1 1 0,0 0-1,-1 0 6,1-1 0,-1 1 1,2 1-1,1 0 1,0-3-1,0 0 1,1 2-1,0-1-4,0 0 0,-1 1 0,-1-1 0,1 0 1,-2 2-1,0 0 0,2 0 0,1-1-107,3-1 1,0 0 0,-7 0 0,1 1-1,3 1 1,0 2 0,-2-1 0,0 0 99,2 0 0,-1 0 0,-1 0 0,1 0 1,1 0-1,0 0 0,-2 0 0,-1 0-1,-3 0 0,1 0 0,2 0 0,1 0 0,-2 0 1,1 0-1,3 0 0,0 0-1,2 0 0,0 0 0,-5-3 1,-1 0-1,1 1 0,1-1 1,-1 1-1,1 0 1,1 1 0,0 1 0,0-1 0,0 2 0,3-1 0,-1 0 0,-3 0 0,0 0 1,-4 0 1,0 0 0,0 0-1,-1 0 1,0-1 0,0 0 0,1-1-1,0 0-71,1-1 0,1 1 0,-3-1 0,0 0 0,-1 3 0,0 0 0,-2 0 0,0 0 71,-1 0 0,0 0 1,1 0-1,1 0 1,-1 0-1,0 0 1,0 0-1,0 0-2,-1 0 1,-1 0 0,-1 0-1,1 0 1,1 0 0,0 0 0,1 0-1,1 0 1,1 1 0,0-2 0,-5-1 0,1-1 0,1 0 0,0 0 1,-1 1-1,1 1-5,-1 0 1,0 0-1,2 1 1,-1 0-1,-1 0 1,1 0 0,-2 0-1,1 0-11,-2 0 0,1 0 0,-4-2 0,1-2 0,3 2 0,-1-1 0,2 1 0,-1 0-34,2 1 1,-1 1-1,-6-1 1,0 2-1,-2-1 1,-2 0 0,-1 0-1,0 0 10,-2 0 0,1 0 0,0 0 1,-1 0-1,-2 0 0,-2 0 0,44 0 120,-9 0 1,-3 0 0,-10 0 0,-4 0-100,-3 0 1,-11 0 0,0 0 0,-8 0 275,-3 0 1,-7 0 0,-8 0-296,-2 0 1,-1 0 474,-5 0-893,-8 0 529,-2 0 1,-14-8 0,-2-1 0</inkml:trace>
  <inkml:trace contextRef="#ctx0" brushRef="#br0" timeOffset="178">1239 16016 8572,'-10'-1'-8,"1"-5"1,-1-3-141,1 0 1,4 0-117,-6 3 1,7 3 320,-1-8 0,3 6 92,2-6 0,0 5-93,0-5 0,0 6-106,0-6 0,0 6 50,0-6 0,2 7 0,2-3-33,1 0 1,1 3-7,-6-7 1,-2 6 29,-4-6 0,3 7 1,-8-1 3,-2 3 0,-7 7 0,-2 4 1,1 4 12,-3 5 1,0 4-1,-5-2 1,2 3 3,-2 3 0,4 1 1,0 4-1,1-2-14,4-2 0,4 0 0,3 6 0,4-2-43,2-4 0,1 2 0,6-6 0,2 1-90,4-1 1,-3 5 0,8-7 0,2-1-57,1-2 0,4-1 0,2-1 0,2 0-421,-2 1 612,-2-8 0,27-16 0,8-12 0</inkml:trace>
  <inkml:trace contextRef="#ctx0" brushRef="#br0" timeOffset="179">1191 16326 8510,'-19'0'0,"-1"0"-382,-1 0 1,4 2 0,7 2 0,-3 3 372,-2 2 1,4 2-1,2 5 1,2 0 47,3 1 0,3 5 1,1 1-1,0 1 1,0-1 1,0-1 0,1-6 0,5 1-43,5-1 1,3-2-1,3-3 1,-1-5-36,0-4 0,1-2 0,-1 0 1,0 0-55,1 0 0,-1-8 0,0-3 6,0-3 0,1-8 0,-3 0 1,-3 2 33,-5 2 1,-5-3 0,-1-1 0,0 0 70,0-1 1,0 4 0,-1-4 0,-3 1 46,-1 0 1,-8 2 0,4 8 0,-2 3-32,0 1 0,0-2 0,-5 4-62,0 3 1,5 8 0,2 6 0,1 3-525,5 3 550,1-1 0,31 29 0,7 8 0</inkml:trace>
  <inkml:trace contextRef="#ctx0" brushRef="#br0" timeOffset="180">1419 16294 8026,'-6'-11'0,"-1"2"-343,-2 1 1,4 3-1,-4 7 336,1 3 0,3-1 1,5 7-1,0 3 70,0 6 0,-5-2 0,-1 4 0,2-4-28,3-2 0,1 6 0,0 0 0,0-2-39,0-2 0,0-7 0,0 0 42,0 1-61,0 3 0,7-6 0,2-5 0,0-8 1,4-5 0,-6-7-1,0-1-97,0 1 0,6-2 1,-2-2-1,2-2 39,-2 2 0,3-3 0,-3 1 44,3 2 1,3 2-1,-3 2 1,-1 1 6,-2 4 0,-6-1 1,6 6 66,2 3 0,-4 3 1,0 5 9,-2 6 1,-1 3-1,-6 3 1,0 1-41,0 3 0,1-2 0,3 4 0,2-1-28,-3 0 0,-1 5 0,-2-5 0,2-1-47,3 3 1,-3-6 0,3 4-1,-1-4 68,2-2 0,10-28 0,9-8 0</inkml:trace>
  <inkml:trace contextRef="#ctx0" brushRef="#br0" timeOffset="181">1794 16294 6690,'0'-8'186,"0"8"-211,0 9 0,0 6 0,0 1 1,0 1 43,0-1 0,0 2 1,0 2-1,0 2-30,0-2 1,0-2-1,0-2-9,0 0 1,6-5-1,1-2 13,2-1 0,2-3-5,5-5 0,-1-7 0,-3-4 0,-1-4 10,2-1 0,-4-2 0,0-2 0,-2-2 9,-3 2 1,3 2 0,-2 2-1,1 0-29,1-1 0,-5 1 0,5 1-422,0 5 444,-5-5 0,6 28 0,-8-2 0</inkml:trace>
  <inkml:trace contextRef="#ctx0" brushRef="#br0" timeOffset="182">2055 16391 8459,'-11'0'-566,"0"0"-99,0 0 664,2 0 1,2-1 0,9-3 0,3-3-12,6-2 0,-2 3 0,2-3 1,2 0-57,1 0 1,-3 0-1,0-4-66,2 2 1,0 1-1,-1-5 114,-1 4 1,-7 2 139,1 4 0,-5 3-25,-5-3 1,-3 10 0,-4 6 0,3 3-39,1 3 1,-2-7-1,4 1 1,3 2-49,1 2 0,2 1 0,0 0 0,0 0-62,0 1 0,2-3 1,1-1-1,4-2-139,2 2 0,2-4 0,6 0 0,-1 0 192,0 0 0,37-42 0,9-5 0</inkml:trace>
  <inkml:trace contextRef="#ctx0" brushRef="#br0" timeOffset="183">2332 16277 8431,'0'-16'-157,"-1"2"-533,-5 3 627,4 3 0,-5 10 0,7 4 0,2 5 93,3 3 1,-3 2-1,4 2 1,-3 2-37,3 2 1,-4 2 0,3-4 0,-3 3-51,-2 3 1,0-5 0,0 5 0,0-3 30,0-3 1,0 4 0,0-3 3,0-1 0,0-7 26,0-2 0,0-9 0,0-2 0,0-9-4,0-6 1,0-1 0,0-2 0,0-2-2,0-2 1,0-1-1,0 3 1,2-2-3,3 2 0,-3 2 0,5 1 0,-1 1-76,-1 0 0,2 5 0,-1 0-163,5-2 1,-2 6 0,1 2 240,3 3 0,16 2 0,6 0 0</inkml:trace>
  <inkml:trace contextRef="#ctx0" brushRef="#br0" timeOffset="184">2593 15967 8425,'-1'-16'-160,"-5"0"1,3-1-73,-8 1 201,7 0 1,-9 14 0,8 7 0,1 10 100,3 7 0,1-2 1,0 7-1,0 2-60,0 2 0,0 1 1,0 1-1,0 0-78,0-1 1,0 6 0,0 0 0,0-2 13,0-1 1,0-2 0,0 1 0,0 0-50,0-1 1,0 3 0,0-10-1,1 1-58,5 0 1,-4-7 0,5 2 0,-2-4-329,1-2 489,6-7 0,-3-38 0,8-16 0</inkml:trace>
  <inkml:trace contextRef="#ctx0" brushRef="#br0" timeOffset="185">2561 16326 8425,'-6'-11'-607,"1"0"0,-2 2 0,3-3 709,-1 1 1,-1 0 19,6-5 0,2 5 14,3 0 1,-1 7 0,7-1-20,2 3 0,1 2-73,2 0 0,1 0 0,-3 2-27,-3 3 1,2 4 0,-6 6 0,0-2-41,1-3 0,-1 1 0,-4 6 1,3-1-13,-2 0 0,-3 1 1,1-1-1,2 0-43,1 0 0,1 1 0,-6-1 0,0 0-204,0 1 0,0-6 0,0-1-342,0 3 624,0 2 0,-8-43 0,-1-10 0</inkml:trace>
  <inkml:trace contextRef="#ctx0" brushRef="#br0" timeOffset="186">2757 16131 6513,'0'16'0,"0"58"0,0 15 0</inkml:trace>
  <inkml:trace contextRef="#ctx0" brushRef="#br0" timeOffset="187">2871 16310 8425,'-7'-9'-671,"5"-6"0,-7 14 702,3-5 0,4 12 0,-3 4-1,3 5 0,2-4 1,0 0-1,0 1-43,0 3 0,6-4 1,-1 0-23,-1 1 0,-1-3-7,3 2 0,-3-7 23,8 1 0,0-3 14,5-2 0,-5-5 1,-2-3-1,0-1-48,0-3 1,-3 3 0,5-2-6,1-2 0,-2 6 18,0 1 0,-4 5 44,5 1-9,-8 0 0,10 7 0,-8 4-54,-1 3 0,0 2 1,-1 1-108,3-1 1,1-5 0,-2 0 165,6 2 0,26-21 0,6-3 0</inkml:trace>
  <inkml:trace contextRef="#ctx0" brushRef="#br0" timeOffset="188">3262 16245 8371,'0'-17'-591,"0"1"5,0 0 1,0-1 539,0 1 1,-2 0 166,-3 0 1,1 6 0,-6 5 8,-3 3 0,-2 4 0,-1 3-73,0 6 0,1 4 0,3 1 0,1-1-37,-2-4 1,4 3 0,0-3-1,2 3 13,3 3 1,-3-1 0,1 0-83,3 1 1,1-7 0,2 1 4,0 2 0,2-6-10,3-1 1,4-4 0,6-4-7,-4-4 1,1 3 0,-5-6 25,3 1 0,-1 1 0,3 3 32,-1-1 0,-5 0 0,3 6 25,-2 5 0,0-3 0,-3 10 0,1 3 36,-1 4 1,-2 9 0,-2-1-1,0 4-39,0 6 0,-8 4 0,-2 7 0,-5 0-26,-1 0 0,-2 5 0,-2 0 0,-4-3-22,-1-5 0,3-7 0,-5-8 1,0-4 35,1-5 1,-3-11 0,7-6 0,3-5 18,0-5 0,3-4 0,2-9 0,1-2 90,2-2 1,7-1 0,-1 3 0,3-2 17,2 2 1,7-4 0,4 3-1,6-1-384,4-2 0,-1 6 249,7-4 0,15 0 0,9-3 0,6-1 0,0 0 0</inkml:trace>
  <inkml:trace contextRef="#ctx0" brushRef="#br0" timeOffset="189">3947 15870 8371,'-1'-17'-260,"-5"1"0,4 0 166,-3-1-57,3 8 1,2 4 240,0 10 0,0-1 0,0 9 0,-2 3-3,-3 4 1,3 9 0,-5-2 0,1 4-71,1 1 0,-8 8 1,4 2-1,-2 1-14,0 1 0,1-2 0,-5 3 0,2-2-49,3 3 0,-1-1 0,-6 0 0,3-3-93,3-2 1,-2-2 0,8-7 0,-1-4-72,-1-5 1,5-4-1,-3-2-675,3 0 885,2-6 0,7-32 0,2-14 0</inkml:trace>
  <inkml:trace contextRef="#ctx0" brushRef="#br0" timeOffset="190">3719 16277 8371,'-16'0'-231,"1"-2"0,3-1-289,1-3 1,0-6 520,-5 1 0,6 2 1,7 0 70,6 2 1,1-1-1,7 5 1,2-3-70,1 3 0,8-5 1,0 3-1,-1-1-50,3-1 0,-4 5 1,5-3-1,1 3-45,-1 2 1,-5 0-1,4 0 1,-3 0-177,1 0 0,0 0 268,-6 0 0,-7 22 0,-2 5 0</inkml:trace>
  <inkml:trace contextRef="#ctx0" brushRef="#br0" timeOffset="191">4029 16245 8371,'-7'-9'-805,"-4"3"1,2 4 850,-2 2 0,7 2 0,-3 4 0,2 5 36,-1 3 1,1 2 0,5 2-1,0 2-28,0 2 1,0 5 0,0-5 0,0-2-76,0-2 1,0-2 0,2 1 0,3-1 4,6 0 1,3-7-1,3-3-2,-1-4 1,0-2 0,1-2-1,-1-4-13,0-4 0,-1-5 0,-3-1 1,-1-1-34,2 1 1,-6-6-1,-1 1 1,-4-1 45,-2-2 0,0 6 1,0-4-1,-2 4 49,-4 2 0,-8 5 1,-10 2-1,1 2-42,-1 3 0,-5 4 1,2 6-1,-4 6-184,-2 8 195,8-2 0,16 49 0,11 4 0</inkml:trace>
  <inkml:trace contextRef="#ctx0" brushRef="#br0" timeOffset="192">4616 16131 8538,'-14'16'-510,"3"0"0,-2-5 0,8 0 1,-1 2 540,-1 1 0,5 2 0,-3 1 0,1-3-114,-1-3 1,3 4 123,-3-5 0,5-2-1,5-3 1,-1-5 0,5-5-51,-2-6 0,4-4 0,-4-1 0,2 0 6,4-1 1,-4 1-1,0 0 1,0-2-9,0-4 0,0 4 1,4-4-1,-2 4 4,1 2 0,-3 1 1,2 2-1,0 3 28,-2-3 1,4 4 0,-6 0 110,2 1-74,2 3 0,4 12 0,-4 4-31,-6 4 0,-3 1 0,-2 0 0,2 2-21,3 4 0,-3-4 0,3 4 0,-1-4-29,1-2 0,-3 1 0,4 1 1,-3 2-92,3 2 0,-5-1 0,7-6 0,-3-3-392,1-1 507,-1 0 0,10-9 0,3-4 0</inkml:trace>
  <inkml:trace contextRef="#ctx0" brushRef="#br0" timeOffset="193">4992 16163 8472,'0'-16'-113,"-6"0"1,-1-1-344,-2 1 309,5 7 48,-3 2 1,7 8 132,0 5 0,0 3-75,0 7 0,0 1 0,2-1 27,3 0 0,-3 0 0,3 1-1,-3-1 1,0-7 0,2-2-12,1 1 1,2-1-18,-1 4 1,-3-4 0,8-7-20,2 0 1,-4 0 0,0-2 2,-2-3 0,6-4 1,-4-8 51,0 1 1,0 7 0,-5 2-4,1 0 1,1 3 0,-4-5 57,3 2-119,-3 1 0,12 6-38,-3 0 0,-4 2 1,1 2-18,-1 1 0,-3 6 0,6-6 126,3-1 0,23 12 0,8 2 0</inkml:trace>
  <inkml:trace contextRef="#ctx0" brushRef="#br0" timeOffset="194">5367 16147 8443,'-11'-6'-136,"2"-1"-229,2-2 0,-6 5-60,2-1 335,4 3 1,-1 9-1,8 4 109,0 4 1,0-4 0,0 0-77,0 1 0,0 3-12,0 1 60,0 0 0,2-7 1,4-3-48,5-4 1,-2-2 0,0-2-1,0-2-7,0-1 1,-4-8 0,6 4 0,0-2 38,-2 0 0,4 6 0,-6-4 0,0 0 18,1 0 0,2 3 150,-4-5-15,7 8 1,-12-3 0,5 12-51,-4 5 1,-4 3 0,-2 2-47,-1 1 1,-1-1-1,4-1 1,-1-3-41,-3-1 0,1-5 1,5 4-84,0 3 75,0-6 0,2 1 0,3-10-14,6-4 1,-2-1 0,0-6-1,0 3-52,0-3 0,2-2 0,6-1-31,-1 0 0,0-1 71,1 1 1,-1 2 59,0 3 1,-5 4 21,0 7 0,-7 1 1,1 5-33,-3 5 1,-2 3 0,0 2-3,0 1 0,0-1 1,0 0-142,0 1 0,0-1-253,0 0 387,7-7 0,17-16 0,10-11 0</inkml:trace>
  <inkml:trace contextRef="#ctx0" brushRef="#br0" timeOffset="195">5921 15772 8443,'0'-11'-311,"0"0"0,0 9 0,0 2 1,-1 9 325,-5 6 0,3 3 0,-7 2 0,1 3 54,0 3 0,-2 1 0,-3 5 0,1 1-37,2 0 0,2-1 0,-3 1 1,1 0-39,-2-1 1,4-1 0,0-4 0,2-5-123,3-4 1,2-7 59,2 0 0,2-8-29,4 3 1,3-12-1,7-3-2,0 0 0,1-3 1,-3 4-1,-1 1 50,-2 0 1,-2 0 0,3 3 26,-1-1 0,0-1 50,5 6 0,-5 0 71,0 0 0,-7 7 26,1 4 0,-10 4 0,-6 1-56,-4 0 1,5-5 0,-1-2-1,-2 0-17,-2 0 0,-1 0 1,0 4-59,0-2 1,-1 0-258,1 5 1,1-5-91,5 0 0,4-7 353,12 1 0,53-32 0,21-9 0</inkml:trace>
  <inkml:trace contextRef="#ctx0" brushRef="#br0" timeOffset="196">6150 16163 8438,'-17'-7'0,"7"5"-1615,-1-3 1493,7 3 223,-3 2 1,14 0-124,4 0 1,3-2 0,3-2-32,-1-1 0,-5 0 0,0 3-167,2-4 0,-1 3 104,-1-8 128,4 0 1,-15-4 115,0 5 1,-8 2 0,-8 8-1,0 2 12,-1 4 0,7-3 0,-1 6 0,-2 0 89,-2 0 0,5 2 0,1 6-180,1-1 0,3 0 0,5 0-86,0 1 0,2-1 0,3-1 0,6-3-115,3-1 1,3-5 0,-1 3 0,0 0-75,1 0 1,1-6 0,2 3 0,3-4 225,3-2 0,15-15 0,10-3 0</inkml:trace>
  <inkml:trace contextRef="#ctx0" brushRef="#br0" timeOffset="197">6443 16049 8424,'0'-16'-1071,"0"-1"452,0 1 690,0 7 1,2 2 0,2 9 64,1 3 1,6-1-1,-5 8 1,-3 5-88,-1 3 0,0 1 0,1-3 0,3 2-63,-2 2 1,-3 2 0,-1-4 0,0 1-13,0-1 1,-5-2 0,-1-1 0,3-1 51,1 0 0,0-7 0,-1-1 18,-3-1 1,1-7-65,5 0 0,0-7 0,0-10 0,0 1-114,0 0 1,5-6-1,2 0 1,2 2-176,4 2 1,2-4 0,1 1 308,0 1 0,44-27 0,11-6 0</inkml:trace>
  <inkml:trace contextRef="#ctx0" brushRef="#br0" timeOffset="198">6933 15918 8424,'0'-16'-1659,"0"0"1762,0 7 1,-7 2-1,-2 8-27,-1 5 0,1-4 0,6 5 15,-3 0 1,-5 2 25,6 7 0,0 1-63,5-1 0,-2 0 0,-2 1 21,-1-1 0,-1-5 1,6 0 38,0 1 1,0 3-41,0 1 0,-2 1 0,-1-1-80,-3 0 1,-4-5-1,2 0 1,-1 2-1311,-3 1 1316,-3 2 0,-23 8 0,-6 1 0</inkml:trace>
  <inkml:trace contextRef="#ctx0" brushRef="#br0" timeOffset="199">7585 15576 7935,'0'-16'-287,"0"-1"0,2 6 1,2 1 297,1-3 1,1 4 0,-6-2 5,0-2 0,1 4 1,3-2 66,2-1 0,-1 3-8,-5-2-108,0 7 0,-2-3 38,-3 7 0,-4 0 1,-8 0-1,1 2-38,0 3 1,-2 2-1,-2 6 1,-2-2 20,2 2 0,-4 1 0,1 1 0,-1-3 37,1-1 1,1 0 0,6 4 0,-1-5 40,1-4 1,0 1 0,-1 0 43,1 2-106,7-5 1,2 5 10,7-3 0,2-5 8,3 5 1,-3 3-1,5 0 26,0 0 0,-5 5 0,4-3 7,-5 4 1,-1 7 0,0 1-1,-1 3-1,-5 3 0,1 3 0,-10 6 0,-3 6-40,0 3 1,-2 9 0,-2 2 0,-3 4-24,0 3 0,-6-4 0,4 10 0,-4-4-12,-2-2 1,8-7 0,3-5-1,4-8-23,2-7 0,6-5-8,5-6-11,3-3 1,4-15-1,3-4 1,6-3 4,4-2 1,1 0 0,2-2 0,2-1-113,2-3 0,7-5 0,-2 4 0,2 0-257,-2-1 1,4-2 424,-4 4 0,26-28 0,7-2 0</inkml:trace>
  <inkml:trace contextRef="#ctx0" brushRef="#br0" timeOffset="200">7471 15935 8467,'0'-11'0,"0"0"-861,0-2 0,0-1 493,0-2 568,0-1-63,0 8 1,0 9-1,0 11-38,0 4 1,-2 1 0,-1 2 0,-5 2-46,-1 2 1,6 1 0,-4-3-1,1 2-62,1-2 1,-1 0 0,4 0 0,-1 1 14,-3-1 0,1-1 0,5-3-60,0 0 1,0 0 0,2-1 5,3-4 1,-1-4 0,7-9-23,1-3 1,3 1 0,1-7 24,0-1 0,1-3 0,-3-1 0,-1 0 9,-2-1 0,-2 1 0,4 0 1,-4-1 7,-2 1 0,6 0 1,-4-1 43,0 1 1,3 5-1,-6 0-31,-3-1 22,-1 4 1,-2 3 11,0 10 1,0 4-1,0 8 28,0-1 0,0 0 0,0 1-63,0-1 0,0 0 0,0 1-63,0-1 1,6-5 0,1 0-103,2 1 0,-4-4 0,6-1 180,2 0 0,-6-5 0,30-31 0,-1-16 0</inkml:trace>
  <inkml:trace contextRef="#ctx0" brushRef="#br0" timeOffset="201">7863 15902 8254,'0'-16'-377,"0"7"1,0 9-1,0 11 374,0 3 1,2-3 0,1 0 0,3 2 18,-3 1 0,-1 2 0,0 1 43,3-1 0,-3-5 0,4 0 64,-5 1 1,-2 3-95,-5 1 0,2-1 0,-6-3-23,-3-1 1,4-7-142,-2 1 0,6-1-708,-6 1 843,7-3 0,55-38 0,21-18 0</inkml:trace>
  <inkml:trace contextRef="#ctx0" brushRef="#br0" timeOffset="202">8058 16016 8452,'-9'-7'-331,"-3"3"-344,6-6 361,-6 6 447,10-3 1,-4 7-170,12 0 0,3 0-8,7 0 1,-7-2-1,-2-2-18,1-1 1,-5-1 0,6 5-114,-1-5 141,-3 4 0,-5-7 77,0 4 0,-2 3 79,-3-3 1,1 5-29,-7 5 1,6 2-1,-4 6 1,2-2-46,3 2 0,2 1 0,2 2-99,0 1 1,0-1 0,2 0 0,2 1-111,1-1 0,8-2 1,-1-1-1,7-2 160,2 2 0,22-14 0,9-6 0,1 2 0,0 0 0</inkml:trace>
  <inkml:trace contextRef="#ctx0" brushRef="#br0" timeOffset="203">8858 15788 8452,'0'-16'0,"-2"1"-233,-3 4 1,3-3 0,-5 5 171,-1 0 0,-1 1 1,-7 8 40,0 0 0,-1 8 0,1 3 0,0 3 132,-1 2 1,6 6 0,1 2 0,-3 1-45,-2 4 0,1-4 0,1 3 1,4-1-60,2-2 0,-4 6 1,6-6-1,1 1-26,2-5 1,2 3 0,2-4 0,2-4-35,1-3 0,8-4 1,-2 2-1,5-6-34,6-3 1,-4-2 0,5-2 0,-1-3-12,0-6 0,0-3 0,-6-3 0,0 1 51,1 0 1,-1-3 0,-2 0-1,-1-5-3,-2-1 0,-2-3 0,4-4 0,-4 1 57,-2 4 0,-2-4 0,-3 4 0,2-4 55,1-2 1,1 1 0,-6 1 0,-2 4-78,-4 5 1,3 4 0,-6 2 0,0 1-85,0 4 1,3 6-1,-5 8 1,-1 6 17,-3 6 1,-1-1 0,0 14-1,1-1-49,4-2 0,-2 6 0,6-4 0,0 4 128,0 2 0,1-1 0,13 59 0,-2-39 0,0 1 0</inkml:trace>
  <inkml:trace contextRef="#ctx0" brushRef="#br0" timeOffset="204">9005 16033 8452,'5'-17'0,"1"1"-669,-3 0 541,-1-1 1,0 8 54,3 4 1,-3 5 0,3 5 0,-3 6 62,-2 4 0,0-4 1,0-1-1,0 3-16,0 2 1,0-4 0,0-1-5,0 3 1,0-4-1,2 0-3,4-2 0,-3-1 0,8-6-53,2 0 0,-1-2 0,1-2 1,-2-3-1,2-2 1,1-2-1,2-5 1,1 0 57,-1-1 1,0 3 0,-1 1-1,-2 4 54,-3 2 0,-6 0 0,3 3 42,1-1 0,-7 1-33,5 9 1,-4-1-1,-2 7-23,0 2 1,0 1 0,1 1-55,5-5 0,-2 3 1,5-6-1,0 1-87,0-1 0,-4 4 129,6-6 0,43-21 0,17-11 0</inkml:trace>
  <inkml:trace contextRef="#ctx0" brushRef="#br0" timeOffset="205">9461 15984 8009,'-10'-6'-1146,"-1"1"756,0-8 568,-6 11 0,10-10-141,7 6 0,2 1-74,9 5 0,0 0 32,5 0 1,-7-2-1,-2-2-315,1-1 377,-7-1 45,7 6 0,-16 0 0,-2 2 168,-5 4 1,-1-3-1,-1 8-32,1 2 1,5 1 0,2 3-180,2-1 1,3-1 0,12-3 0,6-1-170,6 2 1,11-4 109,1 2 0,23-2 0,10 0 0,9 4 0,1-1 0</inkml:trace>
  <inkml:trace contextRef="#ctx0" brushRef="#br0" timeOffset="206">9935 16163 8403,'-20'-16'0,"1"1"-962,5 4 915,8-3 0,1 12 0,10-3 5,6 3 0,4-4 0,3-1 0,2 0 46,2 0 0,-1-6 1,-2 2-1,1-5-20,1-6 1,3 4 0,-4-4-1,3 2-46,3-1 1,-6-3-1,1-5 1,-2 2-31,-3-2 0,-5-2 0,-2-3 0,0-3 72,0-1 1,-5-2 0,1 4-1,-3-4 33,-2-1 1,0-1-1,0-2 1,0 5 23,0-1 0,0 5 0,0-1 0,-2 7 64,-3 7 0,1 11-31,-7 6 1,6 10 0,-6 8 0,0 7 15,2 7 0,-4 4 1,6 2-1,0 1-36,-1 4 1,1-2 0,3 8 0,-3 1-39,-2 2 0,6-3 0,-5-1 0,3 3-15,-1 1 0,-4 2 0,2 0 0,1-1-26,0 1 1,0-5-1,3-4 1,-2-4-198,3-5 202,1-9 0,4-6 1,1-12-1,5-8 13,1-7 0,0-9 0,4-2 0,-3 2-66,3 2 0,0-3 0,-1-1 1,-1 2 1,2 2 0,0 1 1,-1 1-1,-1 0 49,2-1 0,-6 7 1,0 1-1,-1-1 24,-1 1 0,8 6 7,-2-3 0,-4 6 1,-1 6 35,-5 5 0,-1 3 0,2 2 0,2 1-36,1-1 0,1 0 0,-6 1 0,2-3-89,3-3 0,-1 4 0,5-5 0,0 5 84,0 1 0,23-21 0,12-6 0</inkml:trace>
  <inkml:trace contextRef="#ctx0" brushRef="#br0" timeOffset="207">10457 15935 8403,'-17'0'-708,"1"0"0,0 2 575,-1 3 1,6-1 0,1 7 286,-3 1 1,0 3 0,2 1-1,6 0-28,3 1 1,4-1-119,3 0 1,4-1 0,9-4 0,2-6-23,2-3 1,0-2 0,-6 0 0,1-2-19,-1-3 0,-5 1 1,0-7-4,1-2 0,1-1 0,-2-2 19,-6-1 1,3 1 0,-3 0 0,-1-1 66,-3 1 1,-2 5 0,-5 0 0,-3-1 14,0-3 1,-5 6-1,3 2 1,-4 1-16,-1 1 0,5 0 1,0 5-782,-2 0 730,6 0 0,43-15 0,19-3 0</inkml:trace>
  <inkml:trace contextRef="#ctx0" brushRef="#br0" timeOffset="208">10766 15625 8403,'-16'-9'-243,"0"3"1,5 12-1,2 7 1,2 5 259,3 3 0,2 7 0,2-5 0,0 1-14,0-1 0,0 4 0,0-3 0,0 0-28,0-1 0,6 1 0,1-4 0,0 1-55,0-1 1,1-2 0,-5-1 0,5-1-247,1 0 1,-6 1 325,3-1 0,-12-7 0,-3-2 0</inkml:trace>
  <inkml:trace contextRef="#ctx0" brushRef="#br0" timeOffset="209">10652 15886 8403,'0'-16'0,"0"-1"-42,0 1 0,2 0 0,5-1-140,10 1 1,-1 7 0,8 2 0,-3 1-30,1 1 0,7-1 0,-4 6 0,1 0 133,-4 0 1,1 0-1,1 0 78,1 0 0,9 8 0,8 1 0</inkml:trace>
  <inkml:trace contextRef="#ctx0" brushRef="#br0" timeOffset="210">11321 15837 6344,'0'-11'603,"0"0"0,0 6-680,0-6 0,0 0 0,2-3 71,3 3 1,-3-4-1,5 6 33,1 0 1,-5-5 7,8 3 0,-7 2 27,1-2 1,-5 7-86,-5-1 1,-4 8-1,-8 5 1,1 1 8,0 3 1,0 3 0,1 1-1,2 0-2,2 1 1,8-1 0,-4 0-1,1 1 12,1-1 0,-1 0 0,8 1-60,4-1 1,-3-2 0,8-1-51,2-2 1,1-2 0,3 4-1,-1-4-111,0-2 0,0-2 1,3-5 224,2 0 0,19-36 0,11-9 0</inkml:trace>
  <inkml:trace contextRef="#ctx0" brushRef="#br0" timeOffset="211">11501 15821 8403,'0'-17'0,"0"6"-736,0 1 1,0 4 560,0-5 1,0 9 258,0 2 0,0 8 0,0 8-58,0 0 0,0 1 0,0-1-14,0 0 1,0-5 0,0 0-15,0 2 1,0-4 0,1 0 142,5-2-126,-4-2 1,7-5 0,-6-1-17,3-5 0,1 3 1,-2-8-1,6-2 0,-2 0 0,0 1-18,-1 1 0,3 5 0,-4-3 4,2 2 1,2 2-46,5 5 1,0 1 0,1 3-28,-1 2 0,-5 4 0,-2-2 0,0 1-43,0 3 0,0-3 0,4 2 0,-2 2 130,1 1 0,10 10 0,4 1 0</inkml:trace>
  <inkml:trace contextRef="#ctx0" brushRef="#br0" timeOffset="212">11941 15772 8403,'-9'-2'-510,"2"-2"228,-1-1 1,5-1 263,-8 6 0,6 2 0,-5 4 93,3 5 1,2 3-1,5 2 1,0 1-77,0-1 1,0 0 0,0 1-99,0-1 0,2 0 1,1 0-1,4-1-110,3-4 0,-1 3 0,3-5 0,-1 2 62,2 0 0,-4-2 1,2 2 146,1-5 0,25-19 0,6-5 0</inkml:trace>
  <inkml:trace contextRef="#ctx0" brushRef="#br0" timeOffset="213">12088 15935 6352,'0'-17'473,"0"7"-145,0-1-222,0 7 0,0 4-57,0 11 1,0 3 0,0 3-32,0-1 1,0 0 0,0 1-82,0-1 0,0-5 0,2-2-21,3-2 1,-1-1 0,7-6 3,1 0 1,-3 0-1,0-2 56,-1-4 1,3 3-1,-6-8 16,-1-2 1,-3-1-1,-1-3 36,0 1 0,-5 5 0,-2 2 0,-2 2-1,-4 3 0,4-3 0,-2 2 1,-2 1-79,-1 2 0,3 2 1,2 2-1,2 3-489,3 6 540,-5-3 0,14 50 0,-3 5 0</inkml:trace>
  <inkml:trace contextRef="#ctx0" brushRef="#br0" timeOffset="214">12561 15918 8403,'-11'-5'-92,"2"-2"0,0 0-161,0-1 0,3 3 0,-4 5 193,-3 0 1,4 7 0,-2 2 0,0 2 145,2 0 0,0 0 0,5 5 0,-1 0-85,1 1 1,2-6 0,1-1 0,-3 3 1,-1 2 0,-1-4 0,6-1 36,0 3 1,6-4 0,1 0-32,2-2 0,2-1 0,5-6-3,0 0 1,-5-6 0,0-1 0,0-2-18,-2-4 0,6-1 0,-6-2 0,2-1-1,-1 1 1,-4-6-1,5-1 1,0-1-98,-2 1 1,-2-6 0,-7 1 0,0-4-69,0-6 1,0 2 0,0-6 0,0 0 114,0 0 1,0 1-1,0-6 1,0 0 70,0-4 0,-6 4 0,-1 5 0,0 2 113,0 4 1,-4-2 0,5 5-1,1 10 138,-2 8 0,3 8 0,-5 9-176,2 3 1,0 6-1,3 11 1,-2 5-40,3 4 1,1 0 0,2-2 0,0-2-34,0 2 0,0 2 0,0 3 0,2 2-26,3 2 1,-1 6 0,5-6-1,-2-2-58,-3-1 0,3 3 0,0 0 1,1 0-71,-1 2 0,4-6 0,-6 6 0,1-2-25,1 0 1,-4-5 0,7-6 0,-1 2 167,0 2 0,9-21 0,7-4 0</inkml:trace>
  <inkml:trace contextRef="#ctx0" brushRef="#br0" timeOffset="215">12904 15853 8224,'-11'-5'-525,"0"-1"1,0 3 462,-5 8 0,7 4 0,1 6 1,3-3 75,-1-1 0,1 0 1,5 5-49,0 1 1,0-1-1,0 0-203,0 1 1,0-6 236,0-1 0,14-28 0,5-2 0</inkml:trace>
  <inkml:trace contextRef="#ctx0" brushRef="#br0" timeOffset="216">12887 15706 8128,'-11'-16'-256,"0"0"1,8 0-1,-4 1 897,-1 4-774,7 4 0,-7 14 1,8 4-22,0 4 1,0 6 0,0 1 0,0 0-92,0 1 245,8-5 0,-7 57 0,7 4 0</inkml:trace>
  <inkml:trace contextRef="#ctx0" brushRef="#br0" timeOffset="217">13165 15821 8403,'0'-17'5,"0"1"-48,0 0 0,0 8-100,0 8 1,0 8 0,0 8 112,0 0 0,0-5 0,0 0-23,0 2 0,0 1-85,0 3 134,0-8 0,7-2-20,4-7 1,-2-2-1,0-3-33,-2-6 1,6 2 0,-2-2-17,3-2 0,-3 0 0,-2 1 33,-2 1 1,6 7 63,-2-1 3,-4 3 1,2 7 0,-5 3-27,1 1 1,1 2 0,-4 5-162,3 0 0,-3 1 0,5-1 49,0 0 1,-5-5 0,5-2 110,1-2 0,22-16 0,14-9 0</inkml:trace>
  <inkml:trace contextRef="#ctx0" brushRef="#br0" timeOffset="218">13687 15641 8403,'-15'-2'-654,"2"-1"246,3-3 1,-1 1 0,-6 5 512,1 0 0,0 7 1,-1 2-1,3 2 40,3 0 0,-3 0 0,4 5 0,0 0-61,-1 1 1,7-6-1,-1 0-74,3 1 1,2 3 29,0 1 0,2-7 0,3-3-135,6-5 1,3-2-1,3-5 12,-1-5 1,0 2 0,-1-2 0,-2-1-12,-3-3 0,0 4 1,2 0 118,-1-1 0,-7 3 0,3 0 195,0 1-80,-5 3 0,5 7 0,-7 5 82,0 9 0,0 2 0,0 10 0,-2 1-179,-3 1 1,3 5 0,-5 3 0,2 3-102,-1 1 0,-1 5 0,3-3 0,-3 5-15,-2 5 1,-2-9-1,-5 4 1,-2-3 14,-4-5 1,2-1-1,-5-9 1,-1-4 65,1-5 0,5-11 0,-2-6 0,2-3 41,-2-2 1,4-7 0,-3-4 0,4-5 15,6-6 1,-3 4 0,5-6 0,0 2-73,3 1 1,4-3-1,2 4 1,0-2-67,0 3 0,0 0 0,0 3 1,2 0-309,4-1 1,3 7 0,7-1 380,0-2 0,59-16 0,-31 12 0,1 0 0</inkml:trace>
  <inkml:trace contextRef="#ctx0" brushRef="#br0" timeOffset="219">13719 15315 8403,'-16'-24'-621,"0"-3"1,5 4 0,2 1 296,1 4 0,5 3 553,8 4 0,-1 4 0,7 7-139,1 0 1,3 6 0,1 1-1,1 0-72,-1 0 1,0 1-1,0-5 1,1 5-15,-1 1 0,0-4 0,3 4 0,0-2-34,3-3 0,0 3 1,-4 0-1,2 1 25,2-1 0,0-2 0,-6-5 0,0 0-1,0 0 1,1 6-1,-1-1 1,0-1 93,1-2 1,-6-2 284,-1 0-138,-6 0 0,3 7-167,-7 4 1,-1 3 0,-3 3-1,-2-1-16,3 0 0,-4 1 0,1 1 1,1 2-22,-3 1 0,7 8 0,-5-1 0,4 4-25,2 6 0,-5-2 0,0 8 0,1 1-32,2 2 0,2 2 0,0 0 0,0 2-69,0 3 1,0-3 0,-2 3 0,-1-3-23,-3-2 0,-1 0 0,3 0 0,-1-2 99,1-3 0,1-5 1,-1-8-1,-1-2 62,1-2 187,2-14 0,-5 2-37,-4-15 1,-3 0 0,-3 0 0,-1 0-36,-4 0 1,2 0 0,-7 0 0,-2 0-122,-2 0 0,-8 0 0,-3 0 0,-2 0-383,1 0 345,-1 7 0,-18 9 0,-12 6 0,-4 4 0,-1 1 0</inkml:trace>
  <inkml:trace contextRef="#ctx0" brushRef="#br0" timeOffset="220">1076 17484 8427,'0'-16'-598,"0"0"0,-1 5 0,-3 0 338,-2-2 0,-4 4 0,4-2 922,2-1-75,3 4-571,1-6 1,0 14 21,0 0 1,0 2 0,0 9 0,-2 1 5,-4 3 0,5 1 0,-7 0 1,3 2-24,-1 4 0,-6 2 1,3 5-1,-2-2-25,0 2 0,6-4 1,-6 2-1,-2 2-27,-2 2 1,-1 2 0,0 0-1,0-1-47,-1 1 1,-1-1-1,0-1 1,0-2-120,3-2 0,3-9 0,-3 1-186,4-7 383,4-1 0,7-53 0,0-14 0</inkml:trace>
  <inkml:trace contextRef="#ctx0" brushRef="#br0" timeOffset="221">717 17386 8427,'-16'-16'-538,"0"0"-27,-1-1 1,3 1 596,3 0 21,4 7 1,14 2-1,4 8-20,3 5 0,3-3 0,-1 6 0,0-1-29,1-5 0,1 5 0,2-1 0,3 0-20,3 0 0,-1-1 0,4-6 0,-2 0-38,2 0 1,4 0 0,3 0 0,2 0-1,-1 0 1,-3-7 0,-1-3 0,-1 0 9,1-1 0,-6 0 1,-2-5-1,-1-1 28,-4 1 1,-2 1 0,-3 3 28,-5 1 0,3 0 11,-7-5 1,-3 7 0,-6 1 45,-3 1 0,-1 5 0,1-3-10,-4 3 0,0 2 0,1 2 1,0 3 3,0 6 0,6-2 1,-5 2-1,3 2-34,0 1 1,-6 4-1,5 2 1,1 4-34,-2 1 0,3-3 0,-5 5 1,2 2-14,3 2 1,-5 7 0,0 2 0,-2 2 3,0 3 0,0 2 0,-3 2 0,1-2 2,2-3 0,2 1 0,-4-9 0,3-5 7,-3-8 0,6-4 3,1-3 1,4-9 0,2-7-43,0-9 1,2-11-1,4-2 1,3 1-67,0-3 0,5 4 1,-3-7-1,4 0 62,1 1 1,-2 3 0,-1 7 0,-2-1 24,2 1 1,-4 1 0,0 3-1,0 3 49,0 1 0,-4 3 41,6 5 1,-7 2 0,1 3 0,-1 6-36,1 4 1,-3 3 0,4 2 0,-5 1 5,-1-1 1,2-1 0,2-3 0,3 0-62,2 0 0,-5 1 0,3-1 0,-2 0-50,1 1 0,7-6 0,-3-2 0,5-2-44,1-4 1,-5-1 0,0-2 0,2 0 114,1 0 0,10-43 0,1-12 0</inkml:trace>
  <inkml:trace contextRef="#ctx0" brushRef="#br0" timeOffset="222">1500 17762 8427,'-10'0'-1491,"-1"0"1345,7 0 1,-3-2 219,7-4 1,0 3-76,0-8 1,7 5-1,4-5-20,3-1 1,1 3 0,-2 0-30,-2 1 1,-2-4 0,3 3-43,-1 0 1,-7 0 86,1 3 0,-5 4 0,-5-3 118,-6 3 0,2 4 1,-2 3-1,-2 4 17,-1 0 0,3 6 1,0-4-1,0 3-35,2 3 0,-4-1 0,6 2 1,0 2-108,0 2 0,1-1 0,6-4 0,2 1-69,3 4 1,5-4 0,6 3 0,0-2-100,0-3 0,6 0 0,2-1 0,1-3 180,4-1 0,21-31 0,11-14 0,5 1 0,0 1 0</inkml:trace>
  <inkml:trace contextRef="#ctx0" brushRef="#br0" timeOffset="223">2316 17337 7997,'-16'0'-1097,"1"2"1101,4 4 0,-1 8 0,5 10 0,-1 1 105,1 4 0,-4 2 0,4 3 0,-2 3-12,-4 1 1,4 7 0,-2-2 0,0 5-120,2 1 0,-3-6 0,4 1 1,1-1-21,0-1 0,-4-2 0,5-8 0,3-1-114,1-4 0,2-3 0,2-10 0,3-3-24,6-5 1,0-12 0,4-5 0,3-5 11,0-6 0,0-3 168,-2-8 0,-1-9 0,1-6 0,1-5 0,1 0 0</inkml:trace>
  <inkml:trace contextRef="#ctx0" brushRef="#br0" timeOffset="224">2430 17435 8393,'-1'-11'-231,"-5"1"0,2 6 1,-5 0-1,0 8 203,0 7 0,4 5 1,-6 6-1,0 5 84,2 4 1,-5 1-1,3 3 1,-2 1-20,2 2 1,-3 6 0,5-4 0,-2-1-24,0 1 0,5 4 0,-3-6 0,0-2-107,0-1 0,6-5 1,-3-1-1,4-3-211,2-3 1,0-6-416,0-7 719,0-6 0,-7-76 0,2 22 0,1 0 0</inkml:trace>
  <inkml:trace contextRef="#ctx0" brushRef="#br0" timeOffset="225">2022 17713 8393,'0'-22'-601,"0"0"0,0 0 0,2 6 609,4 0 1,3 1 0,9 4 0,2 4-56,2 0 0,5 5 0,-4-3 0,3 3-7,3 2 1,-4 0 0,1 0 0,-1 0-77,0 0 130,-5 7 0,4 17 0,-8 10 0</inkml:trace>
  <inkml:trace contextRef="#ctx0" brushRef="#br0" timeOffset="226">2022 17957 8254,'-16'-2'-373,"0"-3"0,1 1 112,4-7 1,6 6 0,10-4 249,6 2 0,6 1 0,3 4 1,3-1-19,3-3 1,1 1-1,5 3 1,1-1-51,0-3 1,-1-1 0,3 3 78,3-1 0,40-22 0,-31 13 0,0 0 0</inkml:trace>
  <inkml:trace contextRef="#ctx0" brushRef="#br0" timeOffset="227">2969 17631 8033,'-8'-9'0,"-1"2"-371,0-1 1,-5 7 0,3-5 212,-4 4 1,5 2 0,-1 2 300,-2 4 0,0 3 0,1 7 0,3 2-61,1 4 1,3-4 0,3 6 0,-2-3-23,-1 1 1,0 0-1,5-6 1,0 0-46,0 1 1,0-1 0,1 0-82,5 1 1,3-6-22,7-1 0,0-6 0,-1 0 0,-2-6-8,-2-4 1,-6-6 0,4 1 0,-2-4 15,-3-1 0,0 0 0,-1-1 1,3 1 48,-3 0 0,-1 0 1,-2-1-1,0-1 37,0-4 0,0 4 0,0-4 1,0 4 36,0 2 0,5-6 0,1 1 0,-2 1 17,-3 1 0,1 3 0,2 0 24,1 0 0,8 6-65,-2 5 1,3 5 0,1 5 47,-4 6 0,-4 4 0,-7 3 0,2 4 32,3 5 1,-3 4 0,3 1-1,-3 1-12,-2 0 0,-2 5 1,-1 2-1,-4 1-33,-3 4 1,0 8-1,-7 3 1,3 2-37,3 4 1,-4-1 0,6 1 0,0-6-55,4-5 0,3-6 0,4-14 0,3-6-1,6-8 1,4-8 0,1-11-1,0-3 4,1-6 1,4-6 0,1-3 0,-2-3-78,-2-2 1,-2-3 0,1-4 0,-3-1-15,-3 1 1,-4-1-1,-7 0 1,0 1 94,0-1 1,0 0 0,-1 3-1,-5 1-61,-5 1 0,-3 8 0,-3-1 0,1 4 89,0 7 0,-37 10 0,-8 9 0</inkml:trace>
  <inkml:trace contextRef="#ctx0" brushRef="#br0" timeOffset="228">3735 17664 8393,'-7'-17'-541,"-4"1"1,-1 0-23,1-1 0,-2 7 502,8-1 0,-1 5 49,6-5 1,0 6 10,0-6 0,6 6 72,-1-6 0,0 5 78,-5-5 0,0 1 43,0-7 1,0 1 15,0 0 1,0-1-54,0 1 0,2 7-116,4 4 14,-4 3 0,5 9 1,-7 6-1,0 5-46,0 4 1,2 6 0,1 0-1,3 2-17,-3 3 0,-1 0 0,-2-1 1,0 1 0,0 0 1,2-6-1,2-2 1,1-1-37,-1-4 1,-1-8-1,3-3 0,5-1 0,-2-3 0,1-7 0,1-3-17,-2-6 0,4-4 0,-6-3 0,1-2 22,-1-1 0,4-8 1,-6 1-1,-1-2 28,-2-3 0,3 0 1,0 3-1,-1 1 5,-2 1 1,3-1-1,1-5 1,-3 0-42,-1 3 0,4 9 0,-1 0 0,1 4-53,1 2 0,-4 7 1,8 3-19,2 5 1,-4 8 0,2 4 0,2 5 118,1 6 0,10 47 0,1 18 0</inkml:trace>
  <inkml:trace contextRef="#ctx0" brushRef="#br0" timeOffset="229">4176 17566 8393,'0'-17'-659,"-2"1"328,-3 0 0,1 7 0,-5 2 0,0 1 474,0 1 1,3 1 0,-3 9-1,0 6-66,0 4 0,0 1 0,-4 0 0,4 3 44,2 2 1,2-1 0,5 6 0,0-3-115,0-3 1,0 4-1,0-3 1,0-1-13,0-1 1,1-3-1,5-2-17,5-3 1,3-4 0,3-7 0,-1 0-31,0 0 1,6-1 0,0-5 0,-1-3-112,3 0 0,-6-11 0,4 4 1,-4-2 98,-2 0 1,-1-1-1,-2 0 1,-4-3 42,-2 2 0,0 2 1,-3 1-1,1 1 27,-1 0 1,-8-1 0,-3 1 0,-2 2 2,-4 3 1,-1 4 0,-3 7 0,1 0-78,0 0 1,-1 1-1,1 5 1,0 3-114,-1 0 1,3 5 180,3-3 0,-3 4 0,5 1 0</inkml:trace>
  <inkml:trace contextRef="#ctx0" brushRef="#br0" timeOffset="230">4600 17435 8299,'-7'-16'-436,"-4"0"1,2 5 0,-2 2 426,-2 2 0,4 1 1,-2 8 22,-1 3 0,4 4 0,1 8 0,2-1 109,-1 0 0,-1 2 0,3 2 0,-1 2-77,1-2 1,3 4-1,1-3 1,0 1-30,0 2 0,1-6 0,5 4 1,5-4-57,3-2 0,-3 0 0,0 1 0,2-3-68,1-3 1,2 3 0,1-4-1,-1-1-103,0-4 0,1-3 0,-1 0 1,0 1-1,1 3 0,-1-1 210,0-5 0,8-29 0,1-7 0</inkml:trace>
  <inkml:trace contextRef="#ctx0" brushRef="#br0" timeOffset="231">4861 17566 8299,'0'-17'-804,"-5"7"1,-3 1 778,-1 1 0,4-3 0,-6 6 84,-2 1 1,4 10 0,-2 5 0,-1 3 25,-3 2 0,4 3 0,2 1 0,0 1-11,0-1 1,4 0-1,-4 0 1,1 2-70,5-2 0,1-2 0,2-2-26,0 1 0,0-1 0,2-2-33,3-3 1,-1-4 0,7-7-23,1 0 1,1-7-1,0-2 1,-2-2-50,1 0 0,-3 1 1,0-7 60,-1 1 0,-1 1 1,-3 3 56,1 1 1,2 2 0,-3-4 130,1 2-107,1 8 1,-6-3-11,0 12 0,5-3 0,1 8 0,-3 2-29,-1 1 1,3-3 0,3 0-1,-1 2-77,0 1 0,6 3 0,-2-1 99,3 0 0,10-7 0,1-2 0</inkml:trace>
  <inkml:trace contextRef="#ctx0" brushRef="#br0" timeOffset="232">5040 17174 8299,'-16'-16'-898,"5"9"0,2 7 865,2 9 1,2 13 0,5 5 0,0 2 129,0-2 1,0 9 0,0-3-1,0 1-33,0 1 0,0-1 0,0 2 1,0 2-61,0-1 0,0 4 0,0 1 1,0-2-28,0-7 0,0-3 0,0-8 0,0-2-280,0-2 260,0-9 1,0-9 0,0-12 21,0-8 0,1 1 0,3-2 1,1 3-5,-1 1 1,5 1 0,2 0 26,3-1 1,-3 6 0,0 2 0,0 0 1,-2 0 0,6 6 0,-4-3-1,3 4 1,-3 2 0,0 0 24,1 0 0,-4 2 1,-3 4-1,-3 5 11,-2 3 1,0-3-1,0 0 1,0 1-7,0 3 1,0 1-1,-2 1 1,-3-1-29,-6 0 0,-4 1 0,-1-1 0,0-2-1,-1-3 0,1 4 0,0-6 0,-1 2-64,1 0 0,2-6 0,1 4-483,2-2 543,7 6 0,48-62 0,19-7 0</inkml:trace>
  <inkml:trace contextRef="#ctx0" brushRef="#br0" timeOffset="233">5334 17631 8299,'-16'0'-219,"-1"0"1,1 0-287,0 0 1,5 2-1,0 3 485,-2 6 1,6 4 0,2 1 243,3 0 0,2-5 0,0 0-149,0 2 0,5 1 0,3 1 0,1-4-58,3-6 0,-3 2 1,2-1-1,2-3-56,1-1 1,3-2 0,-1 0-125,0 0 1,1 0-1,-1-2 8,0-3 0,-5 1 0,0-7 98,2-1 0,-4 3 70,2-2 0,-8 5 0,5-3 21,-1 2 6,-5 2 1,5 6 0,-5 3-26,3 1 1,-3 8 0,3-2-38,-3 4 1,0 1 0,2 0-1,1 0-76,-1 1 1,3-6 97,-2 0 0,15-15 0,-1 2 0</inkml:trace>
  <inkml:trace contextRef="#ctx0" brushRef="#br0" timeOffset="234">5709 17158 6794,'-5'18'0,"-1"2"43,3 2 0,1 7 0,0-2 0,-1 4 85,-3 1 0,1 3 1,5 1-1,0 4-123,0 2 1,-6-1-1,1 5 1,1-1-45,2 6 1,2-4 0,0 4-1,0-6-126,0 0 0,0-5 1,0-4-1,0-7 8,0-7 0,8-6 0,3-5-259,3-5 416,2-5 0,30-59 0,6-14 0</inkml:trace>
  <inkml:trace contextRef="#ctx0" brushRef="#br0" timeOffset="235">5987 17647 8045,'0'-16'-1310,"-8"0"1419,-2-1 0,-5 8 0,-1 6-28,-1 6 1,1 1-1,2 7 1,1 2-9,2 1 0,6 8 1,-6 0-1,0-1-43,2 3 0,0-6 0,5 4 0,-1-4-70,1-2 0,2 0 0,2 1 1,0-1 1,2-7-1,3-3-13,6-5 1,4-1 0,1-1-59,0-5 1,-1 3 0,-2-8 0,-2 0 5,1 2 1,-3-6-1,0 4 1,0-1 36,0 1 0,-3-2 1,3 6 52,-2-2 0,4 3 33,-5-5 0,1 8 31,-2-3 0,-3 12-46,3 5 1,-3 3-1,-2 3-63,0-1 0,2-5 0,2 0-94,1 1 0,2 1 153,-1-2 0,10-4 0,10-7 0</inkml:trace>
  <inkml:trace contextRef="#ctx0" brushRef="#br0" timeOffset="236">6101 17647 8299,'-2'-14'-743,"-3"3"0,3-4 785,-4 5 44,5 2 0,1 3 1,1 10-42,5 6 1,-3 7 0,6 2 0,-1-2-48,-5 2 0,5 0 0,-3-3 0,0-1 2,3 0 0,-6 1 0,3-1-52,-3 0 1,-2 0-46,0 1 88,0-8 0,0-4 1,0-10-18,0-6 1,0-4-1,0-1 1,2 0-7,3 0 1,-1-1-1,5 1 1,0 0-71,0-1 1,-4 6-1,6 1 1,2-1-160,1 2 1,1-6 260,-4 4 0,25 4 0,0 0 0</inkml:trace>
  <inkml:trace contextRef="#ctx0" brushRef="#br0" timeOffset="237">6394 17582 8299,'-16'-9'-1851,"5"2"1994,0 7 0,8 2 0,-3 3 110,5 6 1,1-2-216,0 2 1,1-2 0,5 2-20,5-6 1,-2-3-1,2-2 1,1 0-34,3 0 1,-4-2-1,0-1 1,-1-5-27,-1-1 0,6 4 0,-4-6 44,3-2 0,-5 4 1,-1 0-1,-3 0 187,1 0 0,-1 4 11,-5-6-102,0 7 1,0 4-1,0 13 1,0 5-51,0 4 0,0 7 0,0 0 1,0 5-55,0 4 1,0 13 0,-2 0 0,-1 3-40,-3 2 1,1 6-1,3-1 1,-4 6-59,-4 4 1,-5-7 0,-1-10-1,-1-5-14,1-6 0,-6-5 0,1-10 1,1-8 80,2-8 1,-4-6 0,0-12-1,0-5 59,-1-3 1,5-4-1,-4-2 1,4-4 5,1-1 0,3-2 1,1-6-1,4 0-33,2 1 0,-4 5 1,6-2-1,1-4-56,2-3 1,2 3-1,2 6 1,3 0-88,6 1 1,2 3 0,1 7 0,1 1-72,3 4 1,4 4-1,-2 7 216,2 0 0,57 7 0,10 2 0</inkml:trace>
  <inkml:trace contextRef="#ctx0" brushRef="#br0" timeOffset="238">7096 17468 8299,'-2'-15'-328,"-3"5"0,1-3-3,-7 7 1,8 8-1,-3 9 1,4 4 460,2 1 0,-5 2 1,-1 2-1,3 4-4,1 1 0,-3-3 0,-1 3 0,3 0-69,1 1 0,0-4 1,-2 3-1,-1-2-48,1-3 1,2 4 0,2-2-167,0-2 120,0-9 0,8-4 0,1-9-17,0-3 1,3-5 0,-4-6 0,-1 0-23,0 0 0,6-1 0,-4 1 1,2 0 6,0-1 1,-6 6 0,4 1 41,-2-3 0,4 4 1,-3 0 13,1 1 41,-6-4 0,6 15 0,-5-1 0,1 5 35,-1 6 0,-2 2 1,-2 1-22,0 0 1,0 1-1,2-1-40,3 0 0,-1-5 1,7-2-3,1-2 1,-3-1 0,2-6-49,2 0 1,1 0 0,3-2-43,-1-3 0,-1-4 1,-3-8 57,-1 1 0,-2 0 0,2-1 0,-6 1 39,-3 0 1,-2 5 0,0 0 24,0-2 0,-2 6 1,-1 0-26,-3-1 1,-1 7 0,2-3-177,-6 8 1,4-1 168,1 8 0,12 22 0,3 10 0</inkml:trace>
  <inkml:trace contextRef="#ctx0" brushRef="#br0" timeOffset="239">7536 17664 8299,'-16'0'-48,"5"-6"1,0 1 35,-1 1 0,3 10 0,-2 4 67,-2 5 1,6 1-1,1 1 1,5-1-11,1 0 0,0-5 0,0 0-179,0 2 1,1 1 0,5 1-13,5-4 1,-2-4 0,2-7-9,1 0 1,3-2-1,1-3 14,0-6 0,-5-4 0,-2-1 105,-1 0 1,-3-1 0,-5 1-1,0 0 55,0-1 0,5 1 0,1 0-18,-2-1 0,3 1 1,-2 0 16,-1-1 0,5 8-8,2 4 0,3-2 0,1 3-5,-4 6 1,3 0 0,-3 9 18,4 1 0,-1 3 1,-1 1-1,-4 2 0,-2 4 0,0-4 0,-3 4 0,1-2-5,-1 1 0,-2-2 0,-2 2 0,-2-3-17,-3-1 0,3-1 0,-5-1 0,1-3 74,1-1 0,-3-7-57,3 1 1,3-5 0,-3-5 0,3-6-22,2-4 1,7-1-1,2 0 1,2-1-63,0 1 0,0 0 1,3 0-1,-1-1-129,-2 1 1,0 0-1,5 1 1,0 2 191,1 3 0,28 6 0,8-3 0</inkml:trace>
  <inkml:trace contextRef="#ctx0" brushRef="#br0" timeOffset="240">8075 17631 8299,'-17'0'-73,"1"0"0,-6 0 1,1 2-213,1 3 0,2-1 0,3 7 0,2 1 396,3 3 0,4 1 0,-3 1 1,2-1-26,3 0 1,2 1 0,2-1 0,2-2-77,4-3 0,-3 2 0,8-8 0,2 1-28,1 1 0,3-5 0,-1 3 1,0-5-82,1-5 1,-7 1 0,1-5 0,2 0-18,1 0 1,-3-2 0,-2-5 0,0-2 37,1-4 0,-7 4 1,4-6-1,-1 3 5,-1-1 1,1-7 0,-6 2-1,0-4 21,0-2 0,0-1 0,0-2 0,0-4 50,0-2 1,0 0-1,0-3 1,0 3 23,0 2 0,0 2 0,0 8 0,0 2 148,0 7 1,0 8-23,0 2 1,-6 15 0,1 3 0,1 11 18,2 9 1,2 4 0,0 2-1,0-1-84,0 1 1,0 0 0,0 1-1,0 2-73,0 2 1,0 0-1,0-5 1,0 1-69,0 4 1,0-1 0,0 6 0,0 2-72,0 3 1,0-5 0,0-1-1,0-1-132,0 1 1,0-7 0,0-3 0,0-8 260,0-6 0,8-9 0,30-53 0,14-19 0</inkml:trace>
  <inkml:trace contextRef="#ctx0" brushRef="#br0" timeOffset="241">8401 17484 8299,'-7'-16'-640,"-4"0"0,2 7 398,-2 3 0,6 4 0,-5 4 484,3 4 0,-4 3 0,6 7 0,1 2-84,2 4 1,2-4-1,0 4 1,0-2-115,0 1 1,0-3-1,0 4 1,0-2 21,0 2 1,6-4-1,-1 4 1,1-4-42,1-2 1,-5 1 0,5-1-44,0 0 1,-5-5 16,4 0 0,-6-2 1,-4 4-1,-3-4-66,-2-2 0,-4 0 0,-7-3 0,-2 1-92,2-1 1,0-1-1,0 1-569,-1 2 728,-1-1 0,71-27 0,16-5 0</inkml:trace>
  <inkml:trace contextRef="#ctx0" brushRef="#br0" timeOffset="242">9021 17615 8299,'-2'-17'-270,"-3"3"1,-4 1 179,0 2 1,0 8 279,3-3 0,2 4 1,-5 4-1,2 4-126,4 5 1,-7 5 0,1 4-1,0 3-30,4 3 0,-2-6 0,1 3 1,1 1-62,-2 3 0,5-3 1,-4-1-1,3-1-110,-3 0 1,4 1 0,-3-3 0,1 2-364,-1-2 0,3-2 155,-3-2 0,3-9 0,2-7 345,0-9 0,5-7 0,3-4 0,-1-3 0,0-3 0,0-1 0,-3-6 0,3-1-33,2-4 0,-3 4 0,3-5 0,0 3 30,0-2 1,-4 2 0,4-6 0,0 2 23,0 4 1,-3 4 0,3 3 0,0 1 42,0-1 0,-5 11 1,3 4-16,0 5 0,-5 5 0,3 11 0,-5 8 4,-5 5 0,1 7 0,-5-4 0,2 3-80,3 3 1,-3 2 0,2 1-1,-1 1-62,-1-1 0,3 1 1,-5 2-1,0 1 89,0 2 0,20 29 0,0 2 0</inkml:trace>
  <inkml:trace contextRef="#ctx0" brushRef="#br0" timeOffset="243">9070 17778 8299,'9'-16'0,"-2"-1"-89,0 1 0,-5 0 0,6 1 0,-3 2-3,0 3 0,3 4 1,-5-5 211,3-1 0,1 4 71,-2 3-158,-3 3 0,5 9-121,-7 4-41,0 4 0,6-4-46,-1-1 0,8-6 129,-2 1 0,3-8 0,3-4 14,-1-2 0,0 5 0,-1-3 0,-2 1 30,-3 1 0,1-1 1,6 6 19,-1 0 0,-5 0 0,0 2 37,1 4-55,-4 3 0,21 43 0,-2 10 0</inkml:trace>
  <inkml:trace contextRef="#ctx0" brushRef="#br0" timeOffset="244">10293 17223 7700,'0'-16'0,"0"0"-370,0-1 0,0 1 0,2 0 384,4-1 1,-3 7-1,8 0 1,0 1 18,-2 0 0,6 4 0,-5-6 42,5-2 0,1-1 1,1-2-37,-1-1 0,-5 3 0,-2 1 35,-2 2-78,-1 8 0,-14-5 1,-3 8-1,-5 0 0,-6 0 1,2 6-1,-5 1 1,0 2 39,-1 4 0,1 7 0,-4 1 0,2-1 18,-2-2 0,5 4 1,2 2-1,2-1-21,-1 1 0,8 3 0,-3-5 0,3 0-29,4 1 1,2-5 0,7 4 0,0-4-10,0-2 1,7-1-1,4-2 1,5-4-53,6-2 0,-2-2 0,5-5 1,1 0-56,-1 0 0,-3-5 0,3-2 0,-1-1 38,-4 1 0,-2-4 0,-2 4 0,0 0-12,1 0 1,-8-6 71,-4 2 0,-5 4 0,-5 1 37,-6 5 0,-4 1 1,-3 1-1,-2 5 115,-1 5 1,-1-2-1,5 2 1,1 1-48,0 3 0,0-4 0,-1 0 0,3 1 37,3 3 1,2 1 0,5 0-1,-1 1-214,1-1 0,4 0 1,6 1-1,4-3-42,5-3 1,3 3 0,2-5 0,2 1-162,-2-5 1,3 2 0,1-1 288,1-3 0,31-30 0,13-9 0</inkml:trace>
  <inkml:trace contextRef="#ctx0" brushRef="#br0" timeOffset="245">10457 17386 8311,'-8'-16'-179,"5"2"0,-6 1-145,1 2 229,3 7 0,3-1 0,-2 10 142,-1 6 1,0 4-1,5 1 1,0 0-32,0 1 0,0-1 1,0 0-1,-2 1-36,-4-1 0,5 0 0,-5 1 0,4-1-7,2 0 0,0-5-14,0 0 0,2-7 33,4 1 1,-3-5-1,6-5 4,-2-6 1,4-4 0,-3-1-1,-1 0-54,0-1 1,4 6 0,-4 1 1,2-3 1,2 0 0,4 0 17,-4 3 1,-2 6 29,-4-1 1,-1 3 0,5 4 10,-2 3 0,0 2 0,-3 6 0,1-2-23,-1 1 0,3-2 0,-1 0 1,-1 3-100,2 2 0,-3-5 1,7 1-19,1 2 1,-4-4-1,-1 0 137,0-2 0,2 4 0,8-5 0,-1-44 0,0-17 0</inkml:trace>
  <inkml:trace contextRef="#ctx0" brushRef="#br0" timeOffset="246">10718 17419 8311,'0'-16'-179,"1"-1"1,3 1 0,1 0-26,-1-1 1,-2 1 0,-2 0 0,0 0 373,0-1 0,-2 6-148,-3 0 1,-4 2 23,-8-1 1,6 2 0,2 10-24,2 4 0,0 1 0,3 5 0,-1-1-49,1 2 1,2-4 0,2 2 38,0 2 0,0-4 0,0 2 0,2-2 50,4 2 1,-5 3 8,5-3 1,-3-2 0,1 2-3,1 2 1,3 1 0,-5 2-1,3 2-23,-3 4 0,1 4 0,0 6 0,1 3-26,-1 3 1,-2 9 0,-2 11 0,0 3-34,0 6 0,-6 2 0,-3-3 0,-4-1-24,-5 0 1,-2-9-1,4-7 1,0-13 34,-1-12 0,-4-4 0,-1-15 0,0-1 46,-1-2 0,3-10 1,-6-4-1,3-6-20,3-4 0,-4-2 0,2 4 1,2-3 6,2-2 0,4 3 0,1-5 1,4-2-49,2-2 1,1 4 0,6-1-1,2-1-226,4-1 0,3-3 1,9 2-1,2 2-222,2 2 1,12 2 463,-1-3 0,-12 5 0,-6 7 0</inkml:trace>
  <inkml:trace contextRef="#ctx0" brushRef="#br0" timeOffset="247">11076 17289 8357,'-16'-19'0,"0"1"0,1 0-692,4 4 420,4 8 0,7 6 0,0 11 156,0 4 0,6 1 1,1 0-1,0 1 116,0-1 0,21 22 0,-1 5 0</inkml:trace>
  <inkml:trace contextRef="#ctx0" brushRef="#br0" timeOffset="248">11060 17729 8357,'-32'-7'233,"4"-2"1,3-8 0,1 3-1297,4 3 842,10-4 0,4 14 0,12-3 221,4 8 0,27-32 0,6-1 0</inkml:trace>
  <inkml:trace contextRef="#ctx0" brushRef="#br0" timeOffset="249">2936 9688 22378,'-14'2'1858,"3"3"0,3-1 0,8 7-3257,0 2 0,0 1 0,0 2 0,2 1 467,4-1 1,-5 0 0,7 1 0,-3-1 347,1 0 1,-1 1-1,-3-1 1,1 0 20,3 0 1,-1-5 0,-5 0 12,0 2 898,0 1 0,-7-19 0,-2-6 1</inkml:trace>
  <inkml:trace contextRef="#ctx0" brushRef="#br0" timeOffset="250">2822 9525 25287,'-16'5'-299,"-1"1"0,6 5 0,0-4 0,1 2-145,1 4 1,-6 1 0,6 3-1,0 1-93,3 3 1,3 5 0,-1 5-1,-1-2 157,1-2 0,2-2 1,2 4-1,0-2 54,0 2 1,2 0-1,2-1 1,3-5 1,2 1 1,2-6-1,5 3 1,1-2 248,-1-3 0,0-5 0,1-2 0,1 0-73,3 0 0,-2-5 0,2 1 0,-1-3 90,2-2 0,-2-2 0,5-3 0,1-4 218,-1-1 0,-5-4 0,2 3 0,-2-5 25,1-6 1,-2 4-1,0-6 1,-4 3-94,-4-1 0,-6-2 0,4 4 0,-1-3-30,-5-3 1,1 1 0,-1-4 0,3 0 18,-2-5 0,-4 3 1,-6-4-1,-7 6-161,-7 0 0,-5-1 0,-8-1 0,1 4-1,-1 5 1,1 6 0,-3 5 0,-1 5-78,-2 4 0,-6 17 20,6 7 0,1 35 0,0 16 0,-2 7 0,0 0 0</inkml:trace>
  <inkml:trace contextRef="#ctx0" brushRef="#br0" timeOffset="251">4616 9786 25464,'0'-16'-3071,"0"-1"0,0 1 1785,0 0 0,0-1 1,2 1 971,4 0 0,3 1 1,7 3 819,0 1 1,2 7 0,2-1 0,0 1 30,-5-1 1,7 3 0,-6-4-173,2 5 0,0 1 0,-2 1-391,1 5 0,-1 1 1,-1 6-1,-5-2-448,-4 1 0,-4 3 0,-2 1 1,0 2 510,0 4 1,-2-4 0,-4 6 0,-4-3 200,-5 1 1,-1 5-1,-1-5 1,1-2-101,0-2 0,-1 4 0,1 0 0,-2-4-238,-4-6 0,10 1 1,-5-6 252,3 2-180,7-5 0,-1 1 1,10-8-1,5-4 165,10-2 1,-1-1 0,8-2 0,-3 1 324,1-2 1,2 4 0,-4 0 0,3 0-148,2 0 0,-5 0 1,4-4-1,-2 4 73,-1 2 1,1-4-294,-5 6 1,-1-15-1,0 2 1</inkml:trace>
  <inkml:trace contextRef="#ctx0" brushRef="#br0" timeOffset="252">4861 9541 20811,'-24'-16'-935,"5"0"1,-7 1 0,1 3 322,-1 1 1,6 7-1,-1-1 1,3 3 683,1 2 0,1 2 1,0 3-1,1 6 30,4 3 1,-3 3-1,3-1 1,-2 0-50,2 1 1,-1 1-1,4 3 1,1 7-166,0 2 1,1-2 0,6-1-1,0 2-44,0 2 1,0 7 0,0 0 0,2-2-186,4-2 1,-3-1 0,8-2-1,2-2 220,1-2 0,8-7 1,2 0-1,1-6 117,4-3 0,2-7 1,2 1-1,-1-3-28,1-2 1,5-2-1,0-3 1,0-6 122,2-3 1,-4-5-1,6-1 1,-2-3-29,-4-2 1,-2 3 0,-3-5 0,-4-2 20,-5-2 0,-4 4 0,-3-1 0,-4-1-53,-6-1 0,-3-3 0,-6 2 0,-5 2 57,-7 2 1,-19 0 0,-3-6-1,-7 1 41,-4-1 0,-5 8 0,-2 1 0,-1 2-130,1 1 0,2 6 0,7 10 0,3 3-125,6 2 0,4 13 69,1 3 1,15 4 0,3-4 0</inkml:trace>
  <inkml:trace contextRef="#ctx0" brushRef="#br0" timeOffset="253">7324 9492 25273,'-14'-1'-2606,"3"-5"1,-2 3 1891,8-8-694,-1 7 0,1-5 595,0 4 1,-1 1 595,6-7-154,0 7 1,0-5 0,2 6 456,3-3-503,-3 1 0,5 3 1509,-7-3-2559,8 3 2143,-7-5 0,14 7-32,-4 0 1,-2-2 0,2-2-230,1-1 1,3-1 0,1 6-1,1 0 259,-1 0 0,-5 0 0,0 0-125,1 0 0,1 7-736,-2 4 1,2 4 0,-8 1-475,-1 0 0,-4-5 0,-6 0 0,-3 2 1104,0 1 1,-4-3 0,6 0-620,-2 2 0,4-1-1165,-6-1 820,7 4 1,4-13 0,11 3 416,4-3 1,1-2 0,0 0 89,0 0 1,1 0 0,-3 2 0,-1 1 188,-2 3 0,-6-1 0,4-3-165,-1 3 1,-5 3-1,-8 4 1,-6-1 117,-4 2 0,-3 0 1,-3-1-1,-5-1 121,1 2 0,-6 1 1,6 1-1,-1-2 114,4-3 1,-1-4 0,1 3 0,4 0-34,5 0 0,1-3 0,4 3-366,-1-2 1,27-9-1,2-7 1</inkml:trace>
  <inkml:trace contextRef="#ctx0" brushRef="#br0" timeOffset="254">7292 9362 23357,'-18'0'0,"-2"0"-189,-2 0 0,-5 0 0,5 0 1,0 0-205,-1 0 1,5 0-1,-6 2 1,2 3 429,0 6 1,1 4 0,4 1-258,1 0 0,7 6 0,2 0 0,1-1-105,1 3 0,-1-4 0,8 7 0,2 0-55,1-1 1,8 3-1,-2-6 1,3 1 190,3-1 0,4 4 1,1-5-1,0 0-65,2 2 1,-1-6 0,6 3-1,-2-4 106,2-6 1,2 3-1,2-5 1,-1 0 79,1-3 0,1-5 1,3-1-1,1 0 69,-2 0 0,-2-9 0,-1-5 0,0-6 96,-1 0 1,-5 0-1,1 0 1,-1-3-2,-2-3 0,1 1 1,-8-4-1,0 3 53,-4 3 1,-8-6 0,-1 2-1,-3-2-223,-2 2 0,-4-4 1,-5 4-1,-9-4 8,-5-2 0,-10-5 0,-7 2 1,-2 3 76,-3 4 0,-4 11 0,-5 2 0,-4 9 39,0 5 0,-6 5 1,5 8-1,-5 13-116,-1 10 1,24 5 0,-4 12 0,0 2 0,-4 6 0,1 0 0,-1-1 0</inkml:trace>
  <inkml:trace contextRef="#ctx0" brushRef="#br0" timeOffset="255">2854 12347 25118,'-9'-8'-5756,"2"5"3835,7-8 0,0 5 1672,0-4 0,2 6 1,2-3 723,1-1 0,0 5 1,-3-6-173,4 2 1,-4-1 17,3 3 0,-3 1-48,-2-7-670,0 8 1,0 3 0,0 11 0,-2 1 499,-3-1 0,1 4 0,-5-3 0,0 6 192,0 4 0,3 0 0,-3-6 0,2 1-148,3-1 0,-3-5-1,2 0 1,1 1-450,2 3 1,0-6-1,-1-2 412,-3 0 1,3-5-101,8 4 0,4-5 0,6-2 1,-3-5 235,-1-5 1,0 2 0,5-2 546,1-1 0,-1 3-205,0-2 0,1 5 84,-1-5 0,-5 8 50,0-3 0,-6 5 1187,6 1-1618,-7 0 1,3-2-153,-7-4 1,2 4-306,3-3 1,-3-4-1257,3-2 396,5 4 659,-9-8-21,7 14 0,-8 1 0,-2 10-40,-4 5 1,5 1 0,-7 1-1,3-1 166,-1 0 0,-1 0 0,4 1 1,-3 1 13,2 4 0,-3-4 0,2 4 0,1-4-230,2-2 0,2 0 0,0 1-205,0-1 511,0 0 0,8-21 0,1-6 0</inkml:trace>
  <inkml:trace contextRef="#ctx0" brushRef="#br0" timeOffset="256">2936 12167 22049,'-16'0'0,"-1"0"0,1 0-388,0 0 1,-1 0 0,1 2 0,2 3 59,3 6 1,-4 9-1,6 4 1,0 1 64,4 4 0,-3 2 0,3 3 0,0 3 54,-3 1 0,7 5 1,-5-5-1,4 0 33,2 2 1,0-5 0,0 3 0,2-4-71,4-1 1,1-2 0,7-4 0,1-6 22,3-2 0,4-10 1,-2-4-1,3-3 238,3-2 1,-1-7 0,4-4 0,-2-4-38,2-1 1,-4-6 0,3-1 0,1-3-15,1-3 0,-2-1 0,-3-3 0,-1 0 96,-4 1 0,3-3 0,-1-1 1,-4-2-40,-5 2 0,-6-1 0,-7 1 0,-2-2-138,-3 2 1,-6 1 0,-13 3 0,-7 1 272,-5 4 0,-7 3 1,3 8-1,-2 1 6,-3 5 1,3 4 0,-1 13-1,-3 10-71,-1 8 1,4 8-182,-1 5 1,25 1-1,2 7 1,-3 6 0,0-1-1</inkml:trace>
  <inkml:trace contextRef="#ctx0" brushRef="#br0" timeOffset="257">4518 12689 15478,'-16'-7'-1633,"5"5"1,0-3 1386,-1 3 0,3 0 235,-2-3-109,7 3 145,-3-5-197,7 7 656,0-8-705,0-1 0,0-2 13,0 0 1,0 10 121,0 1 0,0 1 1,2 10-1,1 2-74,3 2 1,1 1-1,-3 0 1,3 0 35,2 1 0,-5-1 1,3 2-1,-2 2-19,1 2 0,-1 0 0,-5-6 111,0 0 0,0 1-141,0-1 0,-7-2 1,-4-3 346,-3-5 0,-3-5 0,1-1 0,0 0-58,-1 0 1,6-1 0,2-5-323,2-5 1,2-3-1,5-2 305,0-1 0,36-57 1,-13 30-1,-1-1 0</inkml:trace>
  <inkml:trace contextRef="#ctx0" brushRef="#br0" timeOffset="258">4518 12575 15478,'0'-16'-1682,"-1"1"1,-3 2 174,-1 3 1,-1-1 1510,6-6 0,2 3 1,2 1-1,3 4 213,2 2 0,2 0 0,5 3 0,0-1-11,1 1 0,-1-3 1,0 1-1,1 3-91,-1 1 0,0 2-102,1 0 1,-1 7 0,0 2 0</inkml:trace>
  <inkml:trace contextRef="#ctx0" brushRef="#br0" timeOffset="259">4518 12412 15478,'-27'0'0,"0"0"0,0 0-400,2 0 0,-4 2 0,5 3 1,-1 6 367,-4 3 0,-2 5 0,0 2 0,2 7-25,2 2 1,1 3-1,-1 0 1,5-1 34,4 1 1,4-1 0,3 1 0,5 0-85,5-1 0,1 1 0,0 0 0,1-3-58,5-2 0,3 1 0,7-8 0,2-1 66,4-2 1,4-3 0,8-4-1,2-6 66,2-3 0,2-2 0,-2 0 0,4-2 30,0-3 0,5-4 1,-4-9-1,3-4-34,-3-5 0,4 1 0,-5-1 0,0-4 17,-4-5 1,-4 2 0,-3-5 0,-4 5 18,-5 1 1,-6 1 0,-5-1 0,-6 2-21,-3 4 0,-5-4 1,-6 4-1,-10-4 77,-4-1 1,-4 1-1,-8 2 1,-1 2-34,-2-2 1,-2 3-1,4 1 1,-4 3-54,-2 8 0,6-1 0,-2 10 1,2 3 13,-2 6 0,10 12 0,1 11 0,7 6-105,4 5 0,19 11 0,7 9 0,0 7 0,0 0 0</inkml:trace>
  <inkml:trace contextRef="#ctx0" brushRef="#br0" timeOffset="260">7063 12477 21015,'0'-16'-2771,"-1"-1"1,-3 1 1580,-2 0 1,-4 0 0,2-1 874,-1 1 1,6 0-1,-3-1 161,4 1 0,-3 5 89,0 0 1,-3 8 327,3-3 0,-2 6 1,-6 6-1,2 5-109,-2 3 1,-1 8-1,-2 1 1,-1 3-306,1 3 1,0 1 0,1 5 0,2 1 240,3 2 1,0 0 0,-2-5 0,3-2 34,1-4 1,3 4-1,5-6-125,0 0 0,2-3 1,3-11 182,6-6 1,-2-3-1,2-4 1,2-3 61,1-6 0,-3-3 1,-2-3-1,0 1-394,0 0 1,-5-1-1,1 1 1,-3 0-177,-2 0 0,0-1-267,0 1-67,0 0 29,-7 7 637,5 1 1,2 45-1,9 8 1</inkml:trace>
  <inkml:trace contextRef="#ctx0" brushRef="#br0" timeOffset="261">6965 12249 16384,'-7'-22'-2294,"-2"-2"1,-2 1 1255,0-1 1,6 4 0,-6 8 1120,-2 1 0,-1 7 1,-2-1-1,-1 5 243,1 5 1,-2 2 0,-2 8 0,-4-1-135,-1 5 0,0 2 0,-4 1 1,1 5-81,-1 4 1,-1 4 0,-3 3 0,2 3-93,4 1 1,2 5 0,6-3 0,1 3-85,4 2 1,7 3 0,-3-1 0,3-4 121,4 0 1,6-5 0,4-1 0,3-1-27,2-3 0,10-5 0,5-5 0,4-5 10,2-4 1,7-3 0,3-4 0,4-6-80,2-3 1,2-4-1,3-5 1,4-8 62,0-5 1,-2-9-1,-7 2 1,0-4-14,0-1 1,-2-1-1,-3-1 1,-8-3-12,-7-1 1,-5 0 0,-10 4-1,-3-2-36,-6-2 1,-5 0 0,-7 3 0,-7-1 67,-6-2 0,-15-11 0,3 4 0,-5 1-6,-2 2 1,-3-1-1,-5 5 1,1 2-153,3 1 1,5 12 0,-6 6 0,1 12 121,1 9 1,-1 25 0,-10 17 0,1 4 0,-5 3 0,1 1 0,0 0 0</inkml:trace>
  <inkml:trace contextRef="#ctx0" brushRef="#br0" timeOffset="262">11843 17223 17188,'0'-16'-2711,"0"0"0,0 5 2382,0 0 1,0 5-1,0-4 230,0-3 0,0 4 163,0-2 1,2 6 0,2-6 219,1-2 1,2 4 388,-1-2-494,-4 7-151,5-3 1,-16 14-1,-6 6 1,-7 7 169,-3 7 0,-2 4 0,-8 3 0,-1 5-23,-2 4 0,0-1 0,5 1 0,1 1-24,-1-3 0,8 5 0,3-8 1,6-2-118,5-2 0,4-3 0,7-2 0,1-3-171,5-3 0,8-7 0,10-6 0,1-3 92,4-4 0,2-1 0,2-4 0,-1-3 136,1-6 0,0-3 0,-1-3 0,1-1-169,0-4 1,-8 2 0,-3-5 0,-6 0-44,-5-1 0,-4 5 0,-9-5 0,-5 3 30,-9 3 0,-8 2 0,-10 3 1,-3 4 171,-1 6 1,-7 3 0,3 2-1,1 0 236,3 0-242,10 15 1,34 46 0,14 26 0</inkml:trace>
  <inkml:trace contextRef="#ctx0" brushRef="#br0" timeOffset="263">15742 15348 6360,'0'-11'-341,"0"0"333,0 7 1,-2-3 0,-1 5 1,-3-3 1,1 1-8,5-7-20,0 8 0,0-6-60,0 3 62,0 4 1,0-7 26,0 4 319,0 3-146,0-12 0,0 4 67,0-6 1,0 5 82,0 0-211,0 8 1,0-6-28,0 3 1,0 6 0,0 2 0,0 11-4,0 7 0,-7 16 1,-3 2-1,0 11-70,-1 11 0,-2 9 0,-7 18 0,9-41 1,0 2 5,1 2 1,0 1 0,-1 2 0,-1 1 0,1 2 0,0 1 0,1-2 0,0 0-39,1 0 1,0-1-1,1-4 1,0 0 0,0-1-1,-1-1 1,-7 41 16,0-5 1,-1-3 0,3 1-1,1-1-9,2 1 1,2-6 0,-2-2 0,4 0-33,0 1 1,5-6 0,-5 1 0,1-3-19,1-1 0,-2-1 0,3 0 0,-3 0-16,-2 1 0,3-7 1,-5 1-1,1 0-21,1-2 1,-4-2 0,6-7 0,-2 0-33,-4 0 0,4 0 0,0-2 0,0-2 135,0-1 0,-2-8 0,-6 4 0</inkml:trace>
  <inkml:trace contextRef="#ctx0" brushRef="#br0" timeOffset="264">16411 15625 8520,'-7'-16'-311,"-1"5"0,-4 2-361,1 1 0,7 5 649,-1 8 1,1 4 0,1 8 46,-3-1 1,1 0 0,5 1 2,0-1 1,-6 0 0,1 0 0,1 1-8,2-1 1,2 0 0,0 1-4,0-1 1,-1-5 0,-3 0-30,-2 1 0,1 3 0,3-1 23,-3-3 1,3-2 0,-5-5 76,-1 1 0,5 1-1,-8-6 0,6 0-71,-6 0 0,5 0 7,-5 0-52,8 7 49,-12-5 74,13 5-15,-5-7-60,7 0-363,0 0 1,15-14 0,3-4-1</inkml:trace>
  <inkml:trace contextRef="#ctx0" brushRef="#br0" timeOffset="265">16541 15397 8520,'0'-22'0,"0"0"-570,0 2 0,0 2 405,0 2 0,0 8 108,0 8 0,0 8 0,0 8 0,0 0 105,0 1 0,0 1 0,0 2 0,0 3 4,0 3 0,-1 1 0,-3 5 1,-3 1-30,-2 0 0,0-1 0,-4 1 0,2 1-14,-2 4 0,4-3 1,-2 3-1,-1-4-38,-3-1 1,-1 0-1,0-1 1,-1-1-6,1-4 0,1-3 0,3-8 0,1 0-268,-2 1 1,4-8-345,-2-4 646,8-3 0,-12-17 0,6-3 0</inkml:trace>
  <inkml:trace contextRef="#ctx0" brushRef="#br0" timeOffset="266">16150 15755 8520,'5'-16'-89,"1"0"0,-1-1-183,2 1 0,-3 5 1,7 2-1,2 0 151,1 0 0,8 5 0,1-3 0,3 2 108,3-1 1,-2 1-1,2 5 1,2 0-89,-2 0 1,-6 0-1,3 0 101,-3 0 0,-15 14 0,-10 5 0</inkml:trace>
  <inkml:trace contextRef="#ctx0" brushRef="#br0" timeOffset="267">15987 15967 8520,'-15'-7'0,"4"-4"-83,6-3 1,3 3 0,6 2-52,7 2 1,1-4 0,16 3 0,2 1-54,7 0 1,-1-6 0,6 2 0,-1-1 143,1 1 1,1-4-1,6 5 1,2-5-73,3-1 0,-8 5 0,1 2 115,-5 2 0,3-6 0,-3 4 0</inkml:trace>
  <inkml:trace contextRef="#ctx0" brushRef="#br0" timeOffset="268">17096 15609 8520,'0'-17'0,"2"3"-914,3 3 1,-3-4 672,4 5 316,-5 2 1,-2 1-1,-5 9-8,-5 3 1,2 4-1,-2 8 1,-1-1 11,-3 0 0,4 2 0,0 2 0,-1 4-15,-3 1 1,4 1-1,2 1 1,2-4-48,3 1 1,-3-6 0,2 4 0,1-4-58,2-2 1,4 1-1,4-3 35,4-3 0,7-4 0,3-7 0,1 0-116,-1 0 0,4-7 0,-2-4 1,-2-3-45,-2-3 1,-2 5 0,-1-3 0,-3-3 107,-1 0 0,-5 0 0,3 0 1,-2-2 51,-4-2 0,-1 0 0,-2 4 1,0-2 18,0-2 1,0-5-1,0 4 1,0-3 60,0-3 1,0 6 0,0 1 0,0 4 84,0 2 1,0-1-33,0 1 1,2 7-113,4 3 0,-5 6 1,5 6-1,-4 5 33,-2 3 1,0 4 0,0 2 0,0 4-13,0 1 0,-6-3 1,-1 5-1,0 2 21,-1 2 1,-2 3 0,2 3-1,-1 2-26,-3 3 1,-3 2-1,-3 5 1,-2 1-36,-2 5 0,-1-3 0,3 8 0,-2 0-4,2-2 0,4-9 0,3-11 1,4-6-43,2-4 0,3-12 1,10-11 31,4-3 0,5-9 0,1-4 1,1-3 15,-1-3 0,2-1 1,2-2-1,2-3-84,-2-3 1,-2 5-1,-4-5 1,-1 1 51,-2-1 1,-2 5 0,2-5 0,-4 1 1,0 0 0,-5-1 1,3-1-1,-3 5-15,-2 4 1,-9-4 0,-5 2-27,-6 6 0,-2 5 0,4 9 0,-2 0-218,-2 0 0,2 2 290,9 3 0,4 19 0,7 10 0</inkml:trace>
  <inkml:trace contextRef="#ctx0" brushRef="#br0" timeOffset="269">17700 15592 8488,'0'-11'0,"0"1"0,0-3-469,0-2 0,0-1 324,0 0 0,0-1 0,2 3 93,3 3 1,-1 2-26,6 4 1,0 5 85,0 0 0,3 7 0,-7 9 0,-3 0 33,-1 1 0,-2 4 1,0 3-1,0 0 0,0-1 0,0 4 1,0-5-1,0 0-28,0 1 0,0-4 0,0 2 0,0-3-24,0-1 1,0-1 0,0 0 0,0 1-47,0-1 1,2-7 0,3-4 21,6-3 1,-2-2 0,2 0 0,0-2 3,-2-3 1,5-4 0,-4-7-1,0-2 10,1-4 1,-5 4 0,3-6 0,-2 2 14,-3 1 1,3-7 0,0 5-1,0-1-2,1 1 1,-1-4 0,-3 3 0,1 0-42,-1 1 1,-1 3 0,1 7-290,1 2 337,1 8 0,-14 53 0,-1 23 0</inkml:trace>
  <inkml:trace contextRef="#ctx0" brushRef="#br0" timeOffset="270">18075 15674 8488,'-16'-7'-180,"-1"5"0,1-4-8,0 5 0,5 8 0,2 4 194,1 3 1,3-3 0,5 0 0,0 2 53,0 1 1,2 2 0,3-1-101,6-4 0,4 1 0,1-6 0,0-2-22,1-3 0,4-1 1,1 0-1,-2 0-22,-2 0 1,4-1 0,0-5 18,-2-5 1,-2-3-1,-4-3 46,-3 1 1,-4 0 0,-7-1 0,0 1 25,0 0 1,-1 1-1,-5 3 1,-5 1 7,-3-2 1,-8 6 0,-2 1 0,1 5-22,-1 1 1,3 0 0,2 0 0,1 1-161,2 5 0,-4 3 0,11 7-132,0 1 298,2-1 0,36 15 0,7 3 0</inkml:trace>
  <inkml:trace contextRef="#ctx0" brushRef="#br0" timeOffset="271">18515 15543 8447,'9'-16'-128,"-1"0"1,-3-1-588,1 1 1,-1 5 763,-5 0-27,0 8 1,0-3 0,-2 10 0,-1 5 33,-3 6 0,-7-3 0,4 12 0,-2-3-13,1 1 0,1 5 1,-4-5-1,4 0-16,2 1 1,-1-4 0,5 4 0,-3-1-38,3 0 0,1-1 0,2-4 0,0-1-25,0 0 0,0 1 0,2-3 0,1-1-112,3-2 1,6-2 0,-1 2-14,4-6 1,1-3-1,0-2 1,1 0-21,-1 0 1,0 0 179,1 0 0,6-36 0,3-10 0</inkml:trace>
  <inkml:trace contextRef="#ctx0" brushRef="#br0" timeOffset="272">18907 15674 8447,'0'-22'-49,"0"0"1,0 6-1,0 5 1,-2 0-508,-3 2 1,1-3 480,-7 6 0,6 1 1,-6 5 53,-2 0 0,0 1 0,1 5 0,1 5 57,-2 3 1,1 3-1,-1-1 1,4 0-14,2 1 1,-4-1-1,3 2 1,1 2-31,0 2 1,-4-1-1,6-4-11,1-1 1,2 0-18,2 1 1,2-3 19,3-3 1,4-6-1,8-10 2,-1-6 0,-1 2 1,-3-2-1,-1-1-24,2-3 1,-4 4-1,0 0 1,0 0 34,0 2 1,-5-5-1,3 5-75,0 0 67,-5 1 9,5 8 1,-7 8 0,2 1 0,2 2-21,1 0 0,1-1 0,-6 7-126,0-1 1,5 0 0,2 1 146,2-1 0,17-7 0,8-2 0</inkml:trace>
  <inkml:trace contextRef="#ctx0" brushRef="#br0" timeOffset="273">19168 15348 7764,'-15'-8'0,"3"-1"-366,1 0 0,5-3 1,-3 8 459,2 6 1,0 5 0,3 11 0,-1 2-104,1 2 1,1 7 0,-1-4 0,-2 2 51,3 1 1,-4-1 0,1 5-1,3 1-50,1 0 0,-4-6 1,1 0-1,-1 2-5,-1 2 0,5 0 0,-5-2 0,2-4-82,-1-1 1,1-3 0,5-4-128,0-1 192,0-7 0,0-4 0,0-10 22,0-6 1,2-3 0,3-3 0,4 1 10,0 0 0,4-1 0,-6 1 0,0 0 8,1-1 0,2 1 0,-2 2 0,-1 1 25,0 2 0,6 0 47,-2-5 0,3 7-16,3 3 0,-1 5-58,0 1 1,-5 7 0,-2 4 0,-2 3-4,-3 2 1,-2 1 0,-2-1 8,0 0 1,0 1 0,-2-1-1,-3 0-6,-6 1 0,2-6 1,-2-1-1,-2 3-18,-1 2 1,-3-5 0,1 1 0,0 0-83,-1-2 1,6 4 0,2-6-1,0 0-535,0 1 625,6-3 0,61-48 0,-18 15 0,1 1 0</inkml:trace>
  <inkml:trace contextRef="#ctx0" brushRef="#br0" timeOffset="274">19413 15755 7749,'-17'-9'-180,"1"4"0,5 9 0,2 3 1,2 2 230,3 4 0,1-1 0,-1 1 0,-2-2-49,3 1 1,1-2-1,2 0 3,0 3 0,0 2-48,0 1 1,7-7-6,4-4 1,4-3 0,1-2-24,0 0 1,1-2-1,-1-1 19,0-3 0,-1-1 0,-3 2 0,-1-4 21,2 0 1,0-1 0,-1 7 0,-3-4 19,-1-2 0,4 5 57,-1-2 1,4 5-11,1 1 1,-7 1-1,-2 3-25,1 2 0,-7 6 0,7-1-35,-1 4 0,-5-5 1,3 1-1,-1 0-159,1-2 1,-1 4-1,5-6 183,-2 2 0,28-41 0,1-6 0</inkml:trace>
  <inkml:trace contextRef="#ctx0" brushRef="#br0" timeOffset="275">19902 15397 8401,'2'-28'-136,"1"3"-596,3 1 721,-1 3 1,-5 19 0,0 9-1,-1 9 7,-5 6 1,4 5-1,-5-3 1,2 1 44,-1 4 1,1 0-1,3 0 1,-2-2-31,-1 2 1,-1 2-1,5 0 1,-3-2-58,-1-2 0,-1 0 1,4 6-1,-1 0-15,-3-1 0,-5 1 1,6 0-1,-1-1-124,-1 1 1,5-1-1,-3-1 1,3-4-98,2-5 0,2-6 282,3-5 0,4-3 0,6-10 0,-4-4 0,15-27 0,6-15 0,0-6 0,-1 1 0</inkml:trace>
  <inkml:trace contextRef="#ctx0" brushRef="#br0" timeOffset="276">20098 15788 8401,'0'-16'-901,"0"-1"1,0 1 1154,0 0-223,0-1 1,-7 8 0,-4 6-23,-4 6 1,1 6 0,1 8 0,2-1 17,-2 0 0,4 1 0,0-1 0,0-1-28,0-5 0,6 5 1,-3-4-1,2 1-28,-1-1 0,3 4-11,-3-4 13,3-4 0,9 0 0,2-9-17,0-3 0,6 1 1,-6-7-1,2 1 26,0 1 1,0-6-1,3 4 16,-3-3 1,-2 5 0,-4 1 0,6 1 1,-2 5 9,2-3 0,-7 5-46,1 5 1,3-1 0,-3 7 0,-1 1-38,-3 3 0,-1-4 0,0 0 0,2 1-274,4 3 348,-5 1 0,7 0 0,-8 1 0</inkml:trace>
  <inkml:trace contextRef="#ctx0" brushRef="#br0" timeOffset="277">20228 15804 8320,'0'-16'-101,"0"0"0,0-1 0,2 3 0,2 1-173,1 2 0,2 8 0,-1-3 146,5 4 1,-2 2 160,2 0 0,0 8 0,3 3-50,-3 3 1,-4 2-1,-5 1 1,2-1 19,1 0 0,0 1 0,-5-1-22,0 0 1,-1-5-1,-3 0 99,-1 2 0,-8-6 50,2-2 0,2-3-75,-2-2 1,6-2-1,-4-3-33,1-6 1,5-3 0,6-3-83,3 1 1,1 1 0,-2 3 0,6 3-62,4 1 0,-4-4 1,0 3-1,1 0-63,3 3 0,1-1 0,0 2 0,1 1 184,-1 2 0,15-5 0,3-2 0</inkml:trace>
  <inkml:trace contextRef="#ctx0" brushRef="#br0" timeOffset="278">20587 15674 8320,'-7'-9'-1807,"3"2"1892,-7 7 99,8 0 1,-10 7 0,8 4-132,1 3 1,2-3 0,2 0 0,2 0-34,3-2 0,-3 0 1,6-5-16,-1 1 1,2 0-1,7-5-23,0 0 0,-5 0 0,0 0 1,2 0 2,1 0 0,-3 0 0,-2-1 0,0-3 8,0-1 1,-3-3 85,5 3 1,-2 1-33,2-7 0,-2 8 0,-6-1 0,3 8-2,-3 7 1,-1 3 0,-2 4-1,0 4-37,0 5 1,-2 0 0,-1 6 0,-4 7-18,-2 5 1,-2 6 0,-7 1 0,-2 5-27,-2 1 1,-7-4 0,3 2 0,-1-3-60,0-6 1,5-11 0,-3-3-1,0-12 68,-1-8 0,6-6 0,-1-8 1,2-5 78,3-5 0,5-5 0,2-4 0,0-4-5,0-1 0,5 0 0,-1-4 0,3 1-28,2-1 1,0 1 0,2-1 0,2 3-24,1 3 1,8-5 0,-2 7-1,3-1-180,2-2 1,1 12 0,1-5-1,2 3-608,2-1 791,7 6 0,32-5 0,17 5 0</inkml:trace>
  <inkml:trace contextRef="#ctx0" brushRef="#br0" timeOffset="279">21321 15641 6761,'-16'7'484,"1"4"-411,5 4 1,-5 1-1,6 2 1,-2 2-50,0 2 0,6 0 1,-4-6-1,0 0-92,0 1 0,5-1 0,-3 0 12,0 1 1,5-7 30,-4 1 1,6-7 0,6 1 13,5-3 1,3-4-1,1-3 1,-3-6-16,-1-3 0,-2 3 0,4 0 0,-2 0-12,1 2 1,-2-6-1,0 5-4,3-5 1,-4 6 0,0 2-81,-2-1 112,-1 7 1,-6 1-1,-2 11 70,-3 3 1,3 2 0,-5 1 49,-1-1 0,7 0 1,-5 1-84,4-1 1,2-5 0,2-2-18,4-2 1,-3-2 0,8-5-7,2 0 0,1 0 0,3 0 0,1-1-13,3-5 0,-2-3 0,2-7 0,-3 0 1,-1-1 0,-6 1 1,-1 0-1,1-1-4,-2 1 0,4 0 0,-7-1-196,-3 1 34,-1 7 0,-4 2 1,-3 7 44,-6 0 1,2 7-1,0 4 129,1 3 0,-4 24 0,3 6 0</inkml:trace>
  <inkml:trace contextRef="#ctx0" brushRef="#br0" timeOffset="280">21599 15821 6705,'-11'0'372,"0"1"-125,-2 5 1,4-2-187,-2 6 1,8 1 0,-3 6-54,4-1 0,2-5 0,0 0-42,0 1 1,2-3-1,4 0 9,4-1 1,0-3-1,0-5 1,3 0 6,2 0 0,-5 0 1,1-2 2,2-3 1,0-4 0,-2-8 6,-6 1 0,-1 0 0,-1 0 6,3-1 0,-1 1 0,-5 0 0,0-1-21,0 1 0,2 5 0,2 0-7,1-1 1,8 4-1,-4 1 1,2 2 12,0-1 1,-1 1 0,7 5-1,-1 0 20,0 0 0,1 2 0,-3 3 1,1 4 47,1 0 1,-9 6-1,10-4 1,-3 3-22,1 2 1,-1 1 0,-1-1 0,-4 0-43,-2 1 1,-2-1 0,-3 0-1,2 0-65,1 1 0,1-1 0,-8-1 26,-3-5 1,1-2 64,-7-8 0,6 0 1,-4-2 15,1-4 1,3-3 0,5-7-32,0 0 1,2 5-1,1 0 1,5 0-114,1 2 1,-4-4-1,4 6 1,0 0-24,0 0 1,-3 1 0,3 4 0,0-1 136,0-3 0,16-6 0,10 3 0</inkml:trace>
  <inkml:trace contextRef="#ctx0" brushRef="#br0" timeOffset="281">22153 15821 8320,'-7'-17'-378,"-4"1"1,-3 7 0,-1 5 622,4 8 0,-3 7 1,5 9-128,0 2 1,-4-1-1,8-4 1,-1-1-78,-1 0 1,5 0-1,-3 1 1,3-1-68,2 0 0,0 1 0,2-3-39,3-3 0,-1-4 0,7-7 36,1 0 1,3 0-1,1-1 1,0-5-27,1-5 1,-3 2 0,-1-2 0,-2-3-82,1-6 0,1 2 1,0-6-1,-4 2-12,-2 1 0,4-6 0,-4 1 1,0-3 3,1-5 1,-3-3 0,-5 5 0,2-3 66,3-3 0,-3-2 1,5-5-1,-1 4 87,-1 1 1,6 2 0,-4 5 175,3 0 1,-5 10-114,6 6 1,-8 16 0,3 13-1,-4 6 52,-2 4 0,-2 7 0,-2-2 0,-1 4-2,1 2 0,-3-1 0,2-1 1,1-2-103,2-2 1,2 1 0,-2 2 0,-1-1-33,-3-1 0,1-1 0,3 5 0,-2 1-120,-1 0 1,-1-1 0,5 1-1,-3-2-79,-1-4 0,-3 7 0,5-7 1,-3-1 209,3-1 0,1-12 0,2 3 0,29-39 0,7-6 0</inkml:trace>
  <inkml:trace contextRef="#ctx0" brushRef="#br0" timeOffset="282">22480 15772 8320,'9'-26'0,"-4"5"-394,-3 2 0,3 3 0,1 0 0,-3 0 301,-1-1 1,-2 6 190,0 0 1,-2 8 0,-3-3-27,-6 5 0,2 6 0,-2 2 0,0 2 29,2 4 1,-4 2 0,6 1 0,0 0-45,0 0 0,-1 1 0,5-1 0,-3 0-21,3 1 0,1 4 0,2 1 0,0-2-36,0-2 0,0-1 1,0-1-1,0 0-8,0 0 1,2 1-1,1-1 0,3 0 0,-1-5 33,-5 0 0,-2-2 1,-3 4-31,-6-2 1,-5-8-1,-4 3 1,-4-4-107,-1-2 0,5 0 1,-2 1-1,4 3-874,2 2 985,0-1 0,86-27 0,-24 9 0,1-1 0</inkml:trace>
  <inkml:trace contextRef="#ctx0" brushRef="#br0" timeOffset="283">22969 15772 6804,'-16'2'507,"1"3"-377,4 6 1,-1 3 0,6 3 0,1-1-52,-3 0 0,5 1 1,-6-1-113,1 0 0,-2 0 0,4 1-221,3-1 0,-1-1-616,-2-5 602,5 5 0,-7-15 268,8 0 0,0 0 0,0-7 0</inkml:trace>
  <inkml:trace contextRef="#ctx0" brushRef="#br0" timeOffset="284">22985 15641 8301,'-16'-9'-607,"5"9"0,2 11 0,2 4 369,3 1 0,2 2 238,2 4 0,-7-11 0,-2 3 0</inkml:trace>
  <inkml:trace contextRef="#ctx0" brushRef="#br0" timeOffset="285">23099 15870 8307,'0'-11'-640,"0"0"1,0 5 865,0-4-95,0 6 0,0 4-117,0 11 1,0 3 15,0 3 3,0-1 1,2-7-58,4-4 1,3-3 0,7-4 18,0-3 1,1 1 0,-1-5 0,0 0-2,1 0 1,4 0-1,1-4 1,-2 4 28,-2 2 0,-1 2 0,-1 5-7,0 0 1,-5 0-1,-2 1 1,0 5 9,0 5 1,-5 11-27,1 5 0,4 47 0,0 13 0</inkml:trace>
  <inkml:trace contextRef="#ctx0" brushRef="#br0" timeOffset="286">23785 15723 8073,'-6'-17'-471,"1"1"0,-1 9 380,6 7 0,0 7 0,0 9 180,0 1 0,0 5 1,-2-1-1,-1-1-55,-3-2 1,1 4 0,5 0-1,0-2-44,0-2 0,0-2 0,0 0 1,0 1 25,0-1 0,0 0 0,0 1-125,0-1 62,0-7 1,0-3 0,0-12-8,0-5 0,0 0 0,0-3 0,2-4 28,3 0 1,-3-6 0,3 2 0,-3 1-13,-2-3 0,6 4 0,-1-7 0,-1 0 7,-2 1 1,3-4 0,2 2 0,1-2 23,-1-3 1,4 0 0,-6-1-1,1-2 41,1-2 1,0 0-1,6 5 1,-2 2 13,1 4 0,-3-4 1,2 6-1,2 1 11,1 8 0,3 1 0,-1 10 0,0-1-42,1-1 0,-1 5 0,0-3 0,1 3-52,-1 2 0,0 6 0,1 1 0,-1 0-75,0 0 1,-5 6-1,-2-2 1,0 3-90,0 3 0,-5-6 199,1-1 0,-17 23 0,-7 11 0</inkml:trace>
  <inkml:trace contextRef="#ctx0" brushRef="#br0" timeOffset="287">23817 15690 8326,'-11'-2'-283,"0"-1"1,1-5-551,1-1 1199,-6 6 1,15-4-436,0 7 1,7 0 0,10 0-1,-1 0 53,0 0 0,2 0 1,4 0-1,3 0-45,1 0 1,5 0-1,-6 0 1,2 0-235,0 0 1,-7 0 294,2 0 0,3 7 0,1 2 0</inkml:trace>
  <inkml:trace contextRef="#ctx0" brushRef="#br0" timeOffset="288">24029 15690 8326,'0'-16'0,"0"0"-292,0-1 1,6 1 0,1 1 0,2 5 309,4 4 1,1 4 0,4 2 0,2 0 57,2 0 0,0 8 1,-6 2-1,0 5-36,1 1 1,-1 2 0,0 2 0,1 4-54,-1 1 0,-7-5 0,-3 4 1,-5-3-15,-1 1 0,0 0 0,0-6 0,-1 1-13,-5-1 0,-3-5 0,-7-2 0,-1-2 14,1-3 0,0-3 0,1-2 1,3-3 84,1-1 1,5-10 0,-3 1 0,2-6-43,3 0 1,2-4 0,2 1-1,2-1-25,4 1 0,1-5 1,6 7-1,-1-1-73,6-2 1,-1 12-1,5-3 81,-4 6 0,42-4 0,10 4 0</inkml:trace>
  <inkml:trace contextRef="#ctx0" brushRef="#br0" timeOffset="289">24747 15690 8484,'-11'0'-1115,"0"0"1,6 0 864,-6 0 250,7 0 0,-10 0 0,5 0 0</inkml:trace>
  <inkml:trace contextRef="#ctx0" brushRef="#br0" timeOffset="290">16231 16962 8417,'0'-16'-1778,"0"5"1611,0 0 1,0 0 318,0-5 0,0 0-56,0-1 1,6 1 0,1 2-28,2 3 1,-3-2 0,3 6-56,-2-2 0,0 5-51,-1-1 1,-3 3-1,6 4 75,-1 3 1,-5 4-1,-6 9 1,-5 2-15,-1 2 0,4 5 0,-6-3 0,0 1-3,2 4 1,-5-3 0,4-1 0,0-2-31,-1-3 0,7 4 0,-1-2-22,3-2 1,2-2-7,0-2 0,2-7 0,3-3 0,6-5-8,3-1 0,3-1 1,-1-3-1,0-3-24,1-2 1,-1-2 0,0-6 0,1 1-10,-1 0 0,0 5 0,-1 0 1,-3-2 41,-1-1 1,-2 3-1,4 2 34,-2 2 22,-7-6-3,3 11 0,-7 2 5,0 11 0,0 4 44,0 1-35,0-7 0,7-2-23,4-7 0,4 0-11,1 0 0,0-5 1,-1-2 12,-4-3 1,-4 5 0,-5-4 0,1 0-33,3 0 1,-1 3-214,-5-4-213,0 6 448,0-3 0,0 14 0,0 2 0</inkml:trace>
  <inkml:trace contextRef="#ctx0" brushRef="#br0" timeOffset="291">16786 16913 8417,'-16'-5'0,"0"0"-132,-1 1 1,1 4 0,1 5 0,3 6-1,1 4 1,5 1-1,-3 0 1,2 1 7,3-1 1,-3 0 0,0 2 83,-2 4 1,5 3-82,-1 8 0,3-8 121,2-3 0,36-47 0,10-13 0</inkml:trace>
  <inkml:trace contextRef="#ctx0" brushRef="#br0" timeOffset="292">16786 16881 8394,'0'-26'-90,"0"3"0,0 7 0,0-1-645,0 1 1,0 5 755,0 0-49,0 8 1,0-3 0,0 12 0,0 4-64,0 5 1,0-4 0,0 0-1,0 1 91,0 3 0,29 16 0,7 3 0</inkml:trace>
  <inkml:trace contextRef="#ctx0" brushRef="#br0" timeOffset="293">16998 16718 8394,'0'-17'-340,"6"1"0,-1 0-334,-1-1 0,-2 7 690,-2-1 1,0 9 0,0 2-1,0 9 57,0 5 0,0 5 1,0 0-1,-2 3 47,-4-2 0,3 4 0,-6-1 0,0 3-89,-1 3 0,5-4 0,-4 2 0,0 0-55,0-1 1,0 5-1,-4-4 1,4 2-31,2-2 1,-6 4 0,4-6 0,0 0-161,4-3 1,-3 2 16,3-2 0,7-8 0,9-9 197,3-3 0,1-9 0,-3-4 0,-1-3 0,2-3 0,30-57 0,-16 30 0,-1-1 0</inkml:trace>
  <inkml:trace contextRef="#ctx0" brushRef="#br0" timeOffset="294">17194 16750 8394,'11'-14'-690,"0"3"0,-8 5 742,3 12 1,-10 8 0,-3 10 0,-2 0 12,-4-1 0,4 6 1,0-2-1,2 2-147,3-2 0,2 4 0,2-4 82,0 4 0,8 38 0,1 9 0</inkml:trace>
  <inkml:trace contextRef="#ctx0" brushRef="#br0" timeOffset="295">17749 16930 8412,'0'-17'-571,"0"1"0,0 0 439,0-1 0,1 3 1,3 1 137,2 2 1,-1 6 0,-3-4 86,3 2 0,-1 1-51,7 6 1,-6 7 0,4 4-20,-2 4 1,-1 1 0,-6 0 0,0 1-32,0-1 0,-6 0 0,1 1 1,1-1-11,3 0 1,-5 1 0,1-1 0,-1 0-125,-1 1 0,5-1 0,-5 0-70,0 0 1,5-5 0,-5-2 211,-1-1 0,-8-32 0,-9-12 0</inkml:trace>
  <inkml:trace contextRef="#ctx0" brushRef="#br0" timeOffset="296">17895 16701 8412,'0'-16'-687,"0"0"0,0 9 0,0 7 497,0 9 0,0 5 0,0 2 190,0 1 0,-7 42 0,-2 12 0</inkml:trace>
  <inkml:trace contextRef="#ctx0" brushRef="#br0" timeOffset="297">18059 16897 6362,'-2'-14'0,"-2"1"666,-1 2 0,-3 6-635,3-6 1,1 7-1,-5 0-157,2 8 1,0 5-1,3 7 1,-1 1 106,1-1 1,2 0-1,2 1 1,0-1-1,0 0 1,0 1-6,0-1 0,2-2 0,4-3 14,4-5 1,5-4 0,1-2-21,1 0 1,-1-2 0,0-2 0,1-3-44,-1-2 1,-5-2-1,0-4 1,1 3 8,3 1 0,1 2 0,-1-4 0,-3 4-22,-1 2 1,0-6-8,5 2 121,-7 4 0,-1 2 1,-8 10-17,0 6 0,0 3 0,0 3-45,0-1 1,0 0-1,0 1-74,0-1 0,0 0 107,0 1 0,29-16 0,7-2 0</inkml:trace>
  <inkml:trace contextRef="#ctx0" brushRef="#br0" timeOffset="298">18466 16848 8412,'-5'-11'0,"-2"2"-281,-2 2 0,3 2 1,-5 5-237,-1 0 1,4 1 0,1 3 549,0 1 1,5 8-1,-5-2 1,1 3 106,1 3 0,0-1 1,5 0-1,0 3-113,0 2 1,0-8 0,1 3 0,3-1-78,1-1 0,8 1 1,-2-3-62,3-1 1,3-2-1,-1 2 1,0-5-318,1-4 428,-1-2 0,15-37 0,3-8 0</inkml:trace>
  <inkml:trace contextRef="#ctx0" brushRef="#br0" timeOffset="299">18695 16489 8412,'0'-16'-286,"-7"7"-110,-4 4 1,2 5 0,0 5 0,-1 6 487,1 3 1,4 4 0,-4 4 0,0 5 41,0 4 0,3 2 0,-3-1 0,0 1-60,0 0 0,6 1 0,-5 2 0,3 4-111,-1 2 1,-4 0 0,2 3 0,1-3-82,0-3 0,0-1 0,3-5 0,-2-2-172,3-4 0,1 2 0,4-9 56,3-5 1,-1-6 233,7-9 0,7-44 0,7-10 0</inkml:trace>
  <inkml:trace contextRef="#ctx0" brushRef="#br0" timeOffset="300">18711 16962 8412,'0'-9'-783,"0"2"1,0 9 842,0 3 0,0 4-22,0 8 0,0-1 1,2-2-1,2-1-31,1-2 0,0-6-35,-5 6-8,8 0 1,-5 4 17,8-4 1,-5-4-1,5-7-14,1 0 1,-3-6 0,0-1-6,-1-2 1,-1 0-1,-4-4 34,3 2 1,1 2-1,-3-3-14,1 1 29,1 7-37,-6-3 0,5 9 1,1 3-41,-3 6 0,-1-2 0,0 0 1,1 0-61,3 0 1,1 0 0,-3 4 0,3-4 124,2-2 0,31-8 0,12-8 0</inkml:trace>
  <inkml:trace contextRef="#ctx0" brushRef="#br0" timeOffset="301">18988 17044 8412,'10'-16'-278,"-5"-1"-282,-3 1 1,-2 5 0,0 0 505,0-1 0,0 2 129,0 0 1,0 6 1,0-1 0,0 10 11,0 6 1,0 3 0,0 3-18,0-1 0,0 0 0,0 1-17,0-1 0,0 0 14,0 0 0,2-6-73,3-5 0,-1-3 0,7-2-119,1 0 1,1-7-1,0-4 1,-4-4 2,-2-1 1,4-2 0,-4-2-1,2-4 53,4-1 0,-6-2 0,0-6 0,-1 0 49,-1 1 0,2-1 0,-3-1 0,1-2 10,-1-3 1,3 0 0,-1 2 0,-3-1 20,-1 2 0,-2 7 0,0 4 0,2 1 274,3 4-264,-3 2 0,6 11 0,-8 7 0,0 11 77,0 9 0,-6 3 1,1 6-1,-1-2-7,-1 2 0,3 8 0,-5 1 0,2-2-14,3-2 0,-3 1 0,2 1 1,-1 4-64,-1 2 1,5-6 0,-3 4 0,3-2-77,2 0 0,0 0 1,0-6-1,0-1-201,0-4 0,0 2 1,2-7-37,3-2 0,-1-4 298,7-5 0,7-47 0,7-18 0</inkml:trace>
  <inkml:trace contextRef="#ctx0" brushRef="#br0" timeOffset="302">19315 16979 8412,'0'-17'-520,"0"1"1,2 2 370,3 3 1,-1 3 195,6 8 1,1 0-98,6 0 0,-1-5 1,0 0 11,1 1 0,-7-3 1,0-1 12,-3-1 0,0 6 1,-3-5 6,1 1 0,1 4 0,-8-6 51,-4 1 0,3 3 1,-8 5-1,-2 2 153,-1 3 0,3-1 0,0 7 1,0 1 37,2 3 0,-4 1 1,8 0-1,1 1-168,2-1 1,4 0 0,4 1-1,4-3-234,5-3 0,10 4 0,8-5 178,9 5 0,22-12 0,13-4 0,6 0 0,1 0 0</inkml:trace>
  <inkml:trace contextRef="#ctx0" brushRef="#br0" timeOffset="303">20228 17028 8342,'0'-11'-1047,"0"0"0,0 0 1125,0-5 1,0 5 156,0 0 0,0 0-115,0-5 1,2-1-71,4 1 0,-3 5-18,8 0 0,-6 2 0,5-3-25,-3 1-20,-2 7 1,-7-3 2,-3 7 1,-4 2-1,-6 3 1,3 4-1,1 0 0,2 6 0,-4-4 0,2 3 2,-1 2 1,2-5-1,1 0 1,2 2 6,4 1 0,-5 3-68,3-1 1,-1 0-1,8-1 5,4-4 0,-3-4 0,8-7 1,2 0-48,1 0 0,3 0 1,-1 0-1,0-2 52,1-3 0,-1 1 0,0-7 61,1-2 0,-7 1 0,-1-1 170,-1 2 0,3 6-9,-6-6-92,0 7-130,-5-3 0,0 14-72,0 4 1,2 4-1,4-1 131,5-3 0,47 11 0,12-4 0</inkml:trace>
  <inkml:trace contextRef="#ctx0" brushRef="#br0" timeOffset="304">20603 16995 8324,'-10'-5'-275,"-1"-1"1,5 1-1,-5 5 197,-1 0 0,3 1 0,-2 5 0,-2 3 78,-1 0 1,3 6 0,0-5 0,0 5 8,2 1 1,0 0-1,5 1 1,-1-1-60,1 0 1,4 1 51,6-1 1,-3-7-1,8-3 1,2-6-16,1-6 1,3 2 0,-1-6 0,2-3-62,4-2 0,-4-6 0,4-1 1,-4 0 23,-2-1 0,0-1 0,-1-5 1,-2 0-20,-3-5 1,1-1 0,4-6 0,-2-1 22,-3 0 0,1-1 1,6-6-1,-3 0-18,-3 0 1,2 0 0,-6 2 0,0 2 50,0 1 1,4 10-1,-5 1 1,-3 9 32,-1 6 0,-9 9 1,-4 6 29,-3 6 1,-3 8 0,3 11-1,-1 5 52,-1 4 0,3 3 1,-7 3-1,6 2-13,3 3 1,0 2 0,-5 6-1,-1 3-65,1 1 1,7 6 0,4-4 0,3 0-114,2 1 1,0 2-1,2-6 1,3-6-52,6-7 1,3-7 0,5-6 0,0-7 139,3-8 0,29-48 0,2-18 0</inkml:trace>
  <inkml:trace contextRef="#ctx0" brushRef="#br0" timeOffset="305">20979 16946 8317,'-17'0'-151,"1"0"1,0 2 0,-1 1 0,3 5 23,3 1 0,-3-4 1,4 6-1,0 2 119,-1 1 1,7 3-1,-1 1 1,3 2-21,2 1 0,0-4 0,0-6 21,0 1 1,2 1-1,3-2 1,6-6-26,3-3 0,-3-2 0,0-2 0,2-1 28,1-3 0,3-7 0,-1 3 1,0-5-50,1-1 0,-1-6 0,0 0 0,-1 1-32,-4-3 0,3 4 1,-3-7-1,2-2 19,-2-2 1,1-2 0,-4-1 0,-1-2 8,0-2 0,4-11 1,-6 4-1,-1-1 26,-2-1 1,-2 5 0,0 1-1,0 1 52,0 4 1,0 8 0,0 7 0,-2 4 41,-3 6 1,1 4 0,-5 9 0,0 3 82,0 6 1,3 6-1,-5 3 1,1 3-57,1 3 0,-4 1 1,7 5-1,3 1-75,1 0 0,-3 5 0,-1 0 0,2-2-2,3-2 0,1-1 1,0 0-1,0-1-55,0 1 0,1-1 0,3-1 0,2-2-21,-3-2 1,4-1 0,1 1 0,-1-5-183,0-4 0,4-2 245,-6 0 0,23-21 0,-1-6 0</inkml:trace>
  <inkml:trace contextRef="#ctx0" brushRef="#br0" timeOffset="306">21240 16962 8317,'-17'0'-1051,"7"0"752,-1 0 1,2 2-1,-4 2 1,4 3 417,2 2 0,1 2 1,6 5-186,0 1 0,0-1 0,0 0 66,0 0 0,22-21 0,5-6 0</inkml:trace>
  <inkml:trace contextRef="#ctx0" brushRef="#br0" timeOffset="307">21289 16767 7782,'-2'-15'-624,"-4"4"0,3 4 624,-8 7 0,7 7 0,-1 4 0,-3 30 0,0 12 0,-2 5 0,1 0 0</inkml:trace>
  <inkml:trace contextRef="#ctx0" brushRef="#br0" timeOffset="308">21387 16962 8295,'-15'-11'-122,"4"1"0,-3 6-70,3-1 1,-2 10-1,2 6 116,6 3 1,3 3 0,2-1 77,0 0 1,0 1-60,0-1 0,2-2 1,3-3 6,6-5 0,-2-4 0,2-2 1,2 0 26,1 0 1,-3-8-1,0-1 1,2-2-16,1 0 0,-3 1 0,0-7 0,2 3-6,1 3 0,-3-4 1,0 5-1,0-5-6,-2-1 1,3 5-1,-4 2 9,1 2 1,-4-4 44,6 5 0,-7 3 0,1 8 19,-3 6 1,-2-2 0,0 2 0,0 2-14,0 1 0,0-3 0,0 0 0,0 1-34,0 3 1,0-4-1,0 0-34,0 1 1,0-3 0,2 1 57,3-3 0,26-9 0,13-7 0</inkml:trace>
  <inkml:trace contextRef="#ctx0" brushRef="#br0" timeOffset="309">21794 16848 8294,'0'-16'-233,"-1"0"-494,-5-1 0,2 1 874,-6 0 1,-1 1-59,-6 4 0,8 6 0,4 10-52,3 6 0,2-2 0,0 2-61,0 2 0,0 1 13,0 3 0,2-8 0,2-2 10,1 0 0,8-3 23,-2 7 0,-2-6 32,1 6 1,-6-6 0,2 6-16,-5 2 1,-1-4 0,0 2-1,0 2 15,0 1 1,0 8 0,-1 3 0,-5 4-39,-5 6 1,-3 3 0,-3 0 0,-1 5-51,-3 4 1,-3 8-1,-5-3 1,2-3-90,-2-4 0,-2-8 0,-2 1 1,3-6 13,2-4 0,-1-12 0,8-11 0,1-5 160,2-5 0,1-10 0,3-6 1,3-1-11,5-2 0,5-1 0,1-8 0,0 1 19,0-1 1,0 6 0,0 0-1,1 0-35,5 1 0,-1-5 0,10 6 0,3 0-170,0 3 1,6 6 0,-1 3 0,3 4 144,3 2 0,15 3 0,8 2 0,5 2 0,0 0 0</inkml:trace>
  <inkml:trace contextRef="#ctx0" brushRef="#br0" timeOffset="310">22675 16718 8294,'0'-17'-463,"0"1"0,6 0 0,-1-1 511,-1 1 0,-1 7 0,1 2 90,1 0 1,3-1-7,-3-3-121,-3 4 1,0 9 0,-9 3 0,-3 6 14,-2 4 0,-3 1 0,-1 0 0,0 1 4,-1-1 1,-1 0 0,-2 1-1,-1-1-28,1 0 1,0 1-1,0-1 1,-2 0-8,2 1 0,2-1 0,2 0-17,-1 0 1,1 1 0,1-1-12,5 0 0,1-5-45,3 0 48,4 0 0,-5 0 0,9-2 19,3-2 1,-1-1 0,7-6 6,1 0 1,-2 0 0,0 0-15,3 0 0,-4 0 0,2 0 19,2 0 0,1 0 1,3 0-16,-1 0 1,-5 0 0,0 0-1,-1 1-18,0 5 0,4-4 0,-3 5-35,3 0 0,3-5 0,-3 5-50,-3 1 0,2-5 0,-6 6-69,2-2 0,-5 6 186,1-2 0,-10-11 0,-4-2 0</inkml:trace>
  <inkml:trace contextRef="#ctx0" brushRef="#br0" timeOffset="311">22887 16816 8267,'6'-11'0,"1"2"-974,2 1 0,-3 1 814,4 2 1,-4 1 0,5-5 244,1 2 1,-4-6 0,-1 4-24,0 0 1,-5 0-1,3 3 32,-3-4 1,0 0 0,2 0 40,1-3 1,1 4-1,-8-2-12,-4-2 1,3 6-100,-8 2 0,0 3 0,-5 2-2,-1 0 1,6 0 0,2 2 0,0 3-9,0 6 0,6-2 1,-5 2-21,1 2 0,5 1 1,-3 2-1,3 1-12,2-1 1,0 0-1,0 1 7,0-1 0,0 0 0,0 1 1,2-1-8,3 0 0,-1 0 0,5 1 5,-2-1 0,4 0 0,-4 1 5,2-1 1,-5 0 8,1 1 0,-5-3 0,-5-3 1,-4-4-1,0 1 1,-7-7 0,1 5 0,-5-3-1,0 3 1,-3-4 0,1 3 0,2-3-2,2-2 0,0 0 1,-2 0-40,-2 0 0,6 0 1,7-2-91,1-3 0,5 3 1,8-4-481,6 5 609,4 1 0,52-29 0,12-8 0</inkml:trace>
  <inkml:trace contextRef="#ctx0" brushRef="#br0" timeOffset="312">23263 16669 8267,'0'-17'-128,"0"1"1,0 0-80,0 0 0,0-1 190,0 1 0,0 5-17,0 0 1,0 9 96,0 2 1,-6 4 0,-1 10 0,0 5-19,-1-1 1,-4 2 0,3 0 0,-2 3-15,0 2 0,5-5 0,-4 4 1,-1-2-24,2-1 1,-4 7 0,6-7 0,-1 1-23,1 2 1,-4-6-1,4 5 1,0-1-57,0 0 0,1 0 0,6-6-148,0 0 64,0 1 1,7-3-1,4-3 42,4-6 1,-4-3 0,0-4-1,1-1-56,3-3 1,-4-1 0,-1 3 167,3-1 0,-6-8 0,8-17 0,-6-14 0</inkml:trace>
  <inkml:trace contextRef="#ctx0" brushRef="#br0" timeOffset="313">23067 16848 8267,'-6'-16'0,"1"0"0,1-1-621,2 1 1,4 0 579,4-1 0,3 8 0,7 4 0,0 3-27,1 2 1,1 0-1,2 0 1,2 0-39,-2 0 1,3 0-1,-1 2 1,0 1-49,1 3 154,-5 7 0,13 3 0,-6 9 0</inkml:trace>
  <inkml:trace contextRef="#ctx0" brushRef="#br0" timeOffset="314">23475 16832 7699,'5'-11'-464,"1"0"1,4 0 0,-2-3 350,1 3 0,-6 2 0,5 5 561,-1-1-172,-5-8-232,5 11 1,-9 0 0,-3 10 0,-8 1 41,-7 3 1,2 3 0,-4 1-1,4 1-13,2-1 0,-2 0 0,-2 0 1,0 1-44,5-1 0,-1 0 1,5 1-1,-2-1-23,2 0 0,-1-5 0,6 0-48,3 2 1,3-6-13,5-2 1,-1-3-1,7-2 1,1 0-58,3 0 1,-1-7-1,-1-4 1,-2-2 31,2 3 1,-4-5 0,2 4-1,-1-3 30,-1-3 0,4 7 0,-6-1 0,1-2-32,-1-2 0,6-1 97,-3 0 0,0 1-16,0 4 0,-4 4 15,5 7 1,-6 0 40,6 0 0,-7 7 1,1 4-10,-3 4 0,-2 1 1,2 0-44,3 1 1,-3-6 0,3 0-75,-3 1 0,0 3-319,3 1 388,-3 0 0,-2-7 0,-9-1 0</inkml:trace>
  <inkml:trace contextRef="#ctx0" brushRef="#br0" timeOffset="315">23573 16848 8262,'9'-7'0,"-2"-4"-206,0-3 1,-5-3 0,5 3 59,0 3 1,-3-2 0,5 6 294,-2-2 0,1 5-21,-3-1 0,2 5 1,4 5-152,-5 6 1,-3 4 0,1 1 0,1 0-6,-1 1 1,-2-1 0,-2 0 0,0 0 7,0 1 0,0-1 1,-2-1-1,-2-3 0,-1-1 1,-2-2 0,3 4-3,-1-2 0,-3-8 4,3 3 0,3-6 17,-3-6 0,3-3 1,2-7-61,0 0 1,5-1 0,2 1 0,3 0-49,2-1 0,-3 1 1,2 0-42,2 0 0,-4 5 0,2 2 150,1 1 0,17 3 0,6 5 0</inkml:trace>
  <inkml:trace contextRef="#ctx0" brushRef="#br0" timeOffset="316">24062 16604 8262,'-7'-17'-592,"5"6"0,-5 2 611,-1 2 1,7 3 0,-7 10-1,3 5 80,-1 3 0,-4 3 1,2-1-1,1 2 8,0 4 0,-4-2 1,5 5-1,1 0-73,-2 1 1,3-5 0,-5 7 0,2-1-85,3-2 0,-3 4 0,2-7 0,1 0 15,2 1 1,2-5 0,0 4-54,0-4 0,2-3 0,2-3 0,3-2-44,2-3 0,-4-2 0,6-5-137,2 0 0,1 0-13,3 0 1,-3-2 281,-3-3 0,4-19 0,-6-10 0</inkml:trace>
  <inkml:trace contextRef="#ctx0" brushRef="#br0" timeOffset="317">23866 16832 8262,'0'-16'-107,"0"5"0,0 0-223,0-2 0,0 4 0,2 0 1,3 2 255,6 3 1,4 2 0,1 2 0,0 0 15,1 0 1,1 0-1,2 0 1,2 2 57,-3 4 0,29 3 0,4 7 0</inkml:trace>
  <inkml:trace contextRef="#ctx0" brushRef="#br0" timeOffset="318">24225 16620 8262,'0'-16'-1964,"0"-1"2124,0 8 0,0 9 1,2 9-101,3 0 0,-3 6 0,5-6 0,-1 2-50,-1 0 0,3-2 0,-3 3 22,6-1 0,-2-2 1,0 4-1,0-4-16,0-2 1,-3 0 0,4-3-20,3 2 0,-4 1 1,2-4-6,2 3 1,-4-1-13,2-5 0,0 0 3,5 0 1,0 0 6,0 0 43,-6 0 0,-3 2 56,-7 4 0,-2 3-55,-3 7 1,-5 0 0,-8 1 0,-2-1-8,-1 0 0,-7 0 0,5 1 0,-2-1-17,-4 0 1,3 1 0,-1-1 0,0 2-66,1 4 1,3-4 0,8 4-1,3-4-347,1-2 402,7 0 0,33-6 0,16-3 0</inkml:trace>
  <inkml:trace contextRef="#ctx0" brushRef="#br0" timeOffset="319">24812 16783 8264,'0'-16'-638,"0"-1"-62,0 1 1,0 5 716,0 0 1,-1 2 0,-5-2 165,-5 6 1,2 3-165,-2 2 1,6 0 0,-6 2 30,-2 3 1,4 4 0,0 8-5,2-1 1,-6 0 0,4 1 0,-2 1-17,0 3 1,2-2-1,-3 4 1,1-1-26,-2 0 1,4-1 0,0-4 0,0-1-31,0 0 1,5 1-1,-1-1-86,3 0 90,2 1 1,2-8-1,3-6-64,6-6 0,4-6 1,1-8 23,0 1 1,-5 0-1,0-1 1,2 1 22,1 0 0,-3-1 1,0 1-1,2 0 25,1-1 0,2 1 1,1 0 8,-1 0 1,-1-1-1,-3 3 1,-1 3 24,2 5 1,-4-1 0,2 2 6,1 1 1,-4 4 38,-3 6 1,-3-3-1,-2 8 1,0 2-61,0 1 1,0 3 0,-2-1 3,-3 0 0,3 0 1,-4 1-1,5-1-117,1 0 0,0 1 0,0-1-435,0 0 541,0-7 0,-8-1 0,-1-8 0</inkml:trace>
  <inkml:trace contextRef="#ctx0" brushRef="#br0" timeOffset="320">24943 16832 8264,'9'-7'0,"-4"-4"-641,-3-4 0,0 6 296,3 4 369,-3 3 1,4 4 0,-10 3 0,-1 6 5,1 4 1,-3-5 0,1 1-35,3 2 1,-1 1 0,0 3-25,-1-1 0,0-5-5,5 0-11,0-8 40,0 5 0,1-8 0,3-2 0,3-4-15,2-4 1,0 1 0,4-1 0,-2 1-1,2 0 1,-4 4 0,2-4 12,1 2 0,-5-1 1,1 5 8,-1-3 0,-3 1 0,5 7 0,-2 3 1,-2-1 0,-5 7-34,0 1 0,0 3 1,0 1-67,0 0 0,6-5 0,-1 0 96,-1 2 0,19 1 0,5 3 0</inkml:trace>
  <inkml:trace contextRef="#ctx0" brushRef="#br0" timeOffset="321">25302 16864 8264,'-2'-9'-733,"-4"4"1,3 3 0,-8 2 889,-2 0 0,4 6 1,0 1-1,0 2 22,0 4 0,4 1 0,-6 2-117,-2 1 1,6-1 0,1 0 7,5 1 0,1-6-16,0-1 1,1-6 0,5 1-90,5-3 1,3-9-1,2-4 13,1-3 1,-6 3 0,0 0 0,-1-2-30,-1-1 0,4-4 1,-7-2-1,-1-2-17,2 2 1,-3-4-1,5 1 1,-2-1-18,-3 1 0,0-6 0,-1 2 1,3-2-5,-3 1 0,-1-2 0,-2 2 0,2-2 61,3-3 1,-3 6 0,4 1-1,-5 3 8,-1 3 0,0 2 87,0 1 1,-1 8-1,-5 6 1,-5 8 58,-3 12 1,3 1-1,0 9 1,0 2 4,2 2 1,-4 7 0,8 2 0,1 1-82,2 5 0,2-5 0,2 3 0,4 1-57,5 2 0,10-3 0,8-3 1,8-1-148,6-4 154,4-1 0,6-21 0,8-3 0,5 1 0,-1 0 0</inkml:trace>
  <inkml:trace contextRef="#ctx0" brushRef="#br0" timeOffset="322">16656 17843 8474,'5'-11'-636,"1"0"89,-3-1 1,-1-3 700,-2-1 1,5 0-39,1-1 1,-1 6 144,-5 0-170,0 8 0,-2-3-28,-3 12 1,-4 3 0,-7 7-66,-1 1 0,1-7 0,0 1 0,-2 2-19,-4 1 0,2 3 1,-5-1-1,-1 2-24,1 4 0,-2-4 0,-4 4 0,2-4 19,2-2 0,5 1 0,-4-1 1,1 0 14,0 0 0,10-5 1,-1-2-1,3 0-44,4 1 1,2-5-2,7 6 0,0-6 0,2 4 0,3-1 16,6-5 0,3-1 0,3-2 0,-1 0-1,0 0 1,3 0-1,0 0 1,5 0 29,1 0 0,-5 0 0,2 0 1,-2 0 13,2 0 1,-4 0 0,4 0-1,-4 0 12,-2 0 1,0 2-1,1 1-15,-1 3 0,-1 1 0,-3-3-65,-1 1 0,-5 6 0,3-4-77,-2 2 0,4-3 0,-4 5-22,2 1 164,-5-4 0,32-1 0,0-7 0</inkml:trace>
  <inkml:trace contextRef="#ctx0" brushRef="#br0" timeOffset="323">16949 18022 8142,'0'-10'-1246,"0"-1"1306,0 7 0,2-3 0,2 5-4,1-3 1,8 3-60,-2-4 1,1 3-1,1-1 1,-2-1-48,2 1 1,-4 0 25,2-1 0,-2-4 14,2-7-30,3 7 0,-19-4 0,-1 7 28,-7 3 1,-3 1 0,0 4 0,0 1 22,-1 3 0,1 1 0,0-3 0,-1 3 39,1 2 1,0 2-1,-1 5 5,1 1 1,7-1 0,4 0-9,3 0 1,2 1-1,0 1-38,0 4 1,2-1-1,3 3 1,6-8-79,3-1 1,4-1-1,2 3 1,2-3-85,-2-3 0,0 2 0,0-6 0,2 0-335,-2 0 488,-2 6 0,13-33 0,3 0 0</inkml:trace>
  <inkml:trace contextRef="#ctx0" brushRef="#br0" timeOffset="324">17292 18006 8339,'0'-16'-1132,"0"0"1190,0-1 1,-2 15 0,-2 8-2,-1 7 1,-2 3-1,3 0 1,-1 0-55,1 1 0,2-1 0,0 0 0,-1 1-61,-3-1 1,1 0-1,5 1-25,0-1 0,0-5 24,0 0 56,0-8 1,2-3 0,1-11-20,3-3 1,5 3-1,-4 0 1,2-1-70,4-3 0,-4-1 1,2-1-1,1 3 38,3 3 1,-1-3 0,-1 4 47,-2 1 1,0-3 50,5 6 1,-7 3 39,-3 8 0,-5 4 1,-1 7-45,0 1 0,0-1 1,0 0-1,0 1-96,0-1 0,2 0 0,2 1-185,1-1 0,2 0-161,-1 1 400,3-1 0,29-7 0,6-2 0</inkml:trace>
  <inkml:trace contextRef="#ctx0" brushRef="#br0" timeOffset="325">17651 18071 8339,'0'-16'-575,"-6"0"0,-1 1 236,-2 4 1,4 4 573,-6 7 0,0 7 0,-4 4-135,4 4 1,2 1-1,6 0 1,-3 1-58,3-1 1,1 0-1,2 1 48,0-1 1,0 0-87,0 1 0,2-7-12,3 1 1,4-7 0,6 0 0,-3-6-11,-1-4 0,-5-5 0,5 4 0,-1-2-37,0-4 1,2-1 0,-6-2 0,-1-1-28,2 1 0,-5-2 0,4-2 1,-5-2-47,-1 2 1,6-3 0,-1 1 0,-1 0 48,-2-1 0,-2 3 0,0-7 1,0-1-3,0 3 0,-2 0 0,-2 5 1,-1-2 63,1 2 0,2 2 0,2 2 11,0-1 1,0 6 37,0 1 1,-5 13-1,0 3 1,1 6 40,2 5 0,2-1 0,0 2 1,0 2 53,0 2 1,0 7 0,0-4 0,2 2-94,3 0 1,-3-1 0,5 3 0,-1-4-18,-1-1 0,6 5 1,-4-4-1,2 2-71,4 0 1,-4-5-1,0 5 1,0 1-172,0-3 1,-5-1 223,1-8 0,5-7 0,-1-2 0</inkml:trace>
  <inkml:trace contextRef="#ctx0" brushRef="#br0" timeOffset="326">18108 17810 8311,'-11'-16'-106,"2"0"1,1 0 118,5-1 0,-5 6-77,3 0 1,0 10-58,5 1 0,5 7 0,0 9 104,-1 1 1,3-1-1,1-2 1,-1-1 34,0-2 1,4 0 0,-4 5 0,2 0-30,4 1 1,-4-6-1,2-1 1,2 1 19,1-2 1,-3 6 0,0-6 0,0 2-56,-2 0 0,5-6 0,-3 4 4,4-2 0,1-1 0,0-6 0,1 0 1,-1 0 0,0 0 6,1 0 0,-7 0 24,1 0 46,-7 0-29,3-7 0,-14 5 1,-4-4-1,-5 6 25,-6 6 0,-3-3 0,-8 8 0,0 2-20,1 1 0,-3 3 0,-1 1 1,-2 2-37,2 2 0,3 1 1,4-1 24,2 5 0,21-3 0,1-1 0</inkml:trace>
  <inkml:trace contextRef="#ctx0" brushRef="#br0" timeOffset="327">23507 17321 11838,'9'-16'-1110,"4"5"1,-6 2 961,2 2 0,-5-1 1,3 5 167,0-3 1,-3-5-1,7 4 23,2-2 1,-4 6-51,2-3 1,-8 2-1,4 1-19,1-3 42,-6 1 0,5 7 0,-7 3-119,0 6 0,0 4 0,-2 1 1,-2 2 45,-1 4 0,-6-4 0,4 4 1,0-2-70,-1 1 0,1-3 0,3 4 0,-1-2-134,1 2 0,3-4 0,1 4 0,0-4 218,0-2 0,7-7 1,2-2-1</inkml:trace>
  <inkml:trace contextRef="#ctx0" brushRef="#br0" timeOffset="328">23491 17272 9346,'-11'-2'-350,"0"-1"-482,-1-3 1,-3-5 876,-1 6 0,1 7 0,3 9 1,1 3 0,2 8 0,-4 2 0,2-1 65,-2 1 1,4 5 0,-2-2 0,1 4-27,0 1 0,-4 6 1,5 2-1,-2 2-80,0 3 1,8-3-1,-3 1 1,4 1-56,2-2 1,2-3 0,4-6 0,4-2-53,5-4 1,8-3 0,5-10 0,4-3-67,6-6 1,-1-3 0,6-4 0,1-3 57,-3-6 0,5-9 0,-7-3 0,1-1 26,0 0 0,2-5 0,-8 2 1,-3-4 43,0-1 0,-7-1 0,-1-1 0,-3-2 33,-4-3 1,2-6 0,-12 3 0,-2-1 60,-3 0 0,-8-5 0,-6-2 0,-7 3 25,-7-1 0,-9 9 1,-4 0-1,-2 7 32,-3 5 0,-2 9 0,0 8 1,2 3-50,1 4 1,2 10 0,-3 9-63,2 10 0,13 20 0,2 11 0,-6 4 0,1 1 0</inkml:trace>
  <inkml:trace contextRef="#ctx0" brushRef="#br0" timeOffset="329">16933 18544 13262,'9'-7'-1215,"-2"5"0,-7-7 651,0 4 1,2 3 983,4-3-437,-5-4 1,8 7 436,-3-4-382,-4-3 1,7 7-1,-4-5 33,6 0 0,-2 5 0,2-3 16,2 3 0,1-4 1,2 1-34,1 1 0,-1 3 0,0 1 69,1 0 1,-6 1-1,-2 5-239,-2 5 1,-2 3 0,-6 2 0,-5 3 72,-5 2 1,-3-1 0,-3 6 0,1-1-36,0 0 1,-6-3-1,-2 3 1,1-1 78,-1-4 1,3-2 0,6-2 0,2-1-157,3-4 36,6-4 0,4-7 0,11-2 0,5-1 74,6-3 1,-2-5 0,7 4 0,0 0-10,-1 0 1,3-4 0,-6 3-1,2 1 99,4 0 1,-3 1 0,-1 5 0,-1-3-5,-4-1 1,-2-23 0,-2 1 0</inkml:trace>
  <inkml:trace contextRef="#ctx0" brushRef="#br0" timeOffset="330">17015 18398 13241,'-26'0'-726,"-3"-6"0,7 1 0,1 1 568,-3 2 0,4 10 1,-7 2-1,0 5 105,1 1 1,-3 2 0,8 4 0,-1 3 54,-2 1 1,8 5 0,-2-4-1,7 4 41,4 1 0,1 1 0,6-1 1,0 1-94,0 0 1,9-2-1,6-2 1,7-2 21,3 2 1,4-6 0,9-1 0,6-6-71,3-5 0,3-4 1,5-7-1,5-1-41,3-5 0,2-5 0,1-9 0,-1-5 28,0-6 1,0 2 0,-1-9 0,-4 4 23,-6 1 1,-9-5 0,-5 0-1,-5 2 54,-10 1 1,-12 5-1,-11 1 1,-12 1 44,-11-1 1,-17 6 0,-11 1 0,-9 4 54,-6 2 1,-8-1 0,-4 3 0,-4 3-31,-2 5 1,-1 8-1,-2 9 1,40 0-1,-1 2-4,-3 3 1,2 2-44,-33 24 0,16 10 1,-2 10-1,6 3 0,0 0 1</inkml:trace>
  <inkml:trace contextRef="#ctx0" brushRef="#br0" timeOffset="331">12088 9411 23651,'-11'0'-1875,"0"0"1976,7-7-3384,-3 5 3240,7-13-719,0 13 0,2-5 899,3 7 1,-1-2 115,7-3 1,0 3 0,5-3-168,1 3 1,-7-4-1,1 1-26,2 1 1,1 3-78,3 1 1,-6 0-1,-2 1 521,-2 5 0,-2 3-940,-5 7 0,0 1 0,0-1 501,0 0 0,-5 0 0,0 1 0,-1-1-286,-1 0 0,5-5 1,-3 0-442,3 2 0,-4-4 320,1 2 0,-1-6 1,8 4-170,4-2 1,3-1 0,7-6 469,0 0 1,-5 2 0,0 1 76,2 3 0,1-1 672,3-5 1,-8 7-742,-4 4 1,-3-2 0,-2 2 55,0 2 0,-7 0 1,-4-1-1,-5-1 227,-6 2 0,4 1 0,-6 1 1,2-2-88,1-3 0,-3 0 1,4 2-1,-2-3 938,2-1-1110,2 4 0,2-3 0,0 8 0</inkml:trace>
  <inkml:trace contextRef="#ctx0" brushRef="#br0" timeOffset="332">12088 9231 12062,'-16'0'-282,"-1"0"0,1 0 0,0 2-135,-1 4 0,1 3 0,0 7 0,-1 0 400,1 1 1,0 1-1,-1 4 1,3 3 31,3 0 0,-2 6 0,6-4 0,0 4-19,0 2 1,1-1 0,6 1 0,0 0-30,0-1 1,2 1 0,3-1 0,6 1 16,4 0 1,1-3 0,0-2 0,3-7-66,2-2 1,5-3 0,6-2 0,1-3 36,0-5 1,-1-5-1,3-1 1,1-1 11,2-5 1,0-3-1,-5-7 1,-1 0-6,1-1 0,3-6 0,-1-3 0,-6-1 26,-4 0 1,-3 5-1,-6-5 1,0-2-17,1-2 0,-8-1 0,-4-1 0,-3 0-2,-2 1 0,-2-6 0,-5-2 0,-8 0-3,-5 0 1,-9-3 0,2 3-1,-5 0 23,-6 0 0,3 4 0,-5 9 0,2 5 2,0 4 0,-5 9 0,5 5 0,1 8-40,3 6 1,25 31 0,7 13-1,-1 4 1,1 0 0</inkml:trace>
  <inkml:trace contextRef="#ctx0" brushRef="#br0" timeOffset="333">14307 9525 19515,'-1'-16'-1934,"1"-1"1,0 1-1,0 0 1099,0-1 1,0 1 83,0 0 545,0 0 0,0 8 396,0 8 1,-5 8 0,-2 8 0,-2 0-88,-4 0 0,0 6 1,1 0-1,1 0-48,-2 1 1,-1 3-1,-3 4 1,1-1-214,0-1 0,5-7 1,2 5-1,0-1 230,0 0 0,5-5 1,-1 2 7,3-4 0,4-9 60,3-3 0,2-6 1,6-4-1,-2-3-1,1-2 0,3-2 0,1-5 0,1 1-178,-1 4 1,0-3 0,1 5 93,-1 0 1,0-4 0,-1 6 0,-3-1 30,-1 1 0,-5 2 1,3 3 163,-2-3 0,0 3 616,-1-4-612,-4 4 1,7 1-98,-4-5 0,-3 3-328,3-8 0,-3 5 0,0-3-74,3 2 0,-3-6-550,4 2 408,-5-3-70,-1-2 1,0 8 445,0 8 1,-5 2 0,0 9 0,-1 2-48,-1 1 1,5 3 0,-5 1 0,1 2-152,1 1 1,-1 7 0,6-5 0,0 2 124,0 4 0,-5 2 0,0 2 0,1-2-64,2-4 0,2 4 1,-2-6-1,-1 2 22,-3 0 1,1-7 0,3 2 273,-3-4 0,-12-23 1,-8-6-1</inkml:trace>
  <inkml:trace contextRef="#ctx0" brushRef="#br0" timeOffset="334">14127 9378 18311,'-25'0'106,"1"7"0,8 4 1,-2 6-649,-4 4 0,2 5 0,-5 6 0,1 3 268,4 3 1,2 4 0,2 6 0,1 1 61,4 0 1,-1-2 0,6-1 0,3-5 58,1-1 0,2 4 0,0-8 0,0-3-69,0-4 0,7-9 0,6 1 1,5-4 239,4-6 1,7-4 0,-4-7-1,2 0-26,0 0 1,6-6 0,3-1 0,-3-2-74,-4-4 0,0-3 0,7-4 1,2-3 58,-2-3 1,-1 4-1,-4-5 1,-2-2-56,-2-2 0,-7-1 1,0-1-1,-8 1 12,-6-1 0,-4-1 0,-2-5 0,-2-2-9,-4-1 1,-10-5-1,-11 3 1,-4-1 164,-2 2 0,1-3 0,-1 10 0,1 5-189,-1 8 1,0 6 0,2 7-89,4 4 0,40 77 0,1-26 1,1 0-1</inkml:trace>
  <inkml:trace contextRef="#ctx0" brushRef="#br0" timeOffset="335">16705 9574 21080,'-6'-11'-2745,"1"0"1,1-2 1497,2-1 0,0 3 1,-1 0 907,-3-1 1,1-3-115,5-1 0,0-1 266,0 1 0,5 5 659,1 0-191,-1 8-409,-5-4 1,0 14-1,0 4 77,0 3 1,0 2 0,2 3 0,2 1 43,1 1 1,1 1-1,-5-4 1,3 2-19,1 2 0,6 0 1,-5-6-1,-1 0 51,2 0 0,-5 1 1,4-1-1,-4 0-43,-2 1 0,0-6 0,0-1-66,0 3 0,-2 0 0,-4-2 0,-5-6 328,-3-3 1,-2-2 0,-1 0 0,1 0-163,0 0 1,1-2-1,2-1 27,3-3 1,1-7 0,-2 3 8,5-5 0,48-52 0,-15 27 0,0 0 0</inkml:trace>
  <inkml:trace contextRef="#ctx0" brushRef="#br0" timeOffset="336">16802 9378 20624,'-9'-14'-2556,"4"-8"1,3 6-1,2-1 2000,0 3 1,2 7 0,3-1 914,6 1 0,4 5 1,1-3-1,0 3-86,1 2 0,-1 0 0,0 0 0,1 0 409,-1 0-613,0 0 1,8 7 0,1 2 0</inkml:trace>
  <inkml:trace contextRef="#ctx0" brushRef="#br0" timeOffset="337">16623 9346 19021,'-27'10'-447,"0"1"0,7 0 1,-2 6-1,2 1-37,-2 3 0,10-1 0,-3 8 0,4 1 108,2 1 0,5 8 0,-1 2 1,3 0 88,2 0 1,6-2-1,1-5 1,2-1 169,4 1 0,3-6 1,4-2-1,4-1 162,1-4 1,2-7 0,6-4 0,-1 0 51,1 0 0,1-6 1,3 1-1,3-6-90,1-3 0,-5-8 0,3 2 0,-5-5-72,-1-6 1,1 2-1,2-7 1,1 0 48,-7 2 0,3-4 1,-8 5-1,3-1 34,-1-4 1,-7-2 0,0-2 0,-8 1 14,-6-1 1,-4-2 0,-4-3 0,-4-5-31,-5-4 0,-12 3 0,-8 1 0,-7-2 30,-4-3 0,-7 3 0,-7 5 0,0 9-27,0 6 0,-6 11 1,2 10-1,-1 9 12,1 12-55,4 14 1,21 12 0,-1 17-1,0 1 1,-5 7 0,1 0 0,-1-1-1</inkml:trace>
  <inkml:trace contextRef="#ctx0" brushRef="#br0" timeOffset="338">11403 12151 19106,'-11'-7'-2587,"0"-4"1,0-2 579,-5 2 1703,7 4 503,-6 7 0,8 7 0,-6 4 0,4 4-199,2 1 1,-4 0 0,4 1 0,-2 1 3,-4 3 1,4-1 0,-2 8-1,-2 1-4,-1 1 0,3-3 0,2 1 0,0 1-214,0 1 0,5 3 1,-1-2-1,3-2 104,2-2 0,0-7 0,2 2 0,3-6 90,6-5 1,0-4 0,4-7 0,3 0 65,0 0 0,0 0 0,-2-2 0,1-3-172,-1-6 0,0 2 0,0-2 1,-1-2 89,-4-1 1,-2 3 0,-5 0-1,1-1-44,-1-3 1,-3 4 0,-2 2-1,-5 2 67,-5 3 1,-3-3 0,-3 2 0,-1 1 70,-3 2 1,2 2-1,-4 0 1,1 0 13,0 0 0,1 6 1,4-1 10,1-1 1,7 12-1,2 2 1</inkml:trace>
  <inkml:trace contextRef="#ctx0" brushRef="#br0" timeOffset="339">12740 12396 14846,'-14'-2'-1943,"1"-2"1663,2-1 1,6-1 0,-4 4 165,2-3 0,1 1 15,6-7-51,0 8 0,2-10 119,3 8 1,-1-3 0,7 5 113,2-3 1,-4 1 0,2 5-160,1 0 0,3 0 1,1 0-1,0 0 31,1 0 0,-6 0 0,-1 0 47,3 0 1,2 0 59,1 0 1,0 0 86,1 0 0,-7 5 172,1 1-410,-7 7 1,1-6-1,-8 5 1,-5-2 14,-1-3 1,4 5-1,-6-1 112,-2 4 0,-1 1 1,-2 0-1,-1 1-55,1-1 1,1 6-1,3 0 1,1-1-62,-2 3 1,4-4 0,0 5-1,0 1-98,0-1 1,5-3 0,-1 3 0,3 0-111,2 1 0,0-1 0,0 2 184,0-5 0,7-4 0,2-1 0</inkml:trace>
  <inkml:trace contextRef="#ctx0" brushRef="#br0" timeOffset="340">12659 12640 13009,'0'-16'-972,"-2"0"0,-2-1 411,-1 1 1,0 5-1,6 2 540,5 2 0,3 1 0,7 6 0,0 0 88,1 0 0,-1 0 0,2 0 0,2 0 9,2 0 0,43-7 0,6-2 0</inkml:trace>
  <inkml:trace contextRef="#ctx0" brushRef="#br0" timeOffset="341">14551 12412 10087,'0'-16'0,"0"-1"-589,0 1 1,0 0 0,0-1 481,0 1 0,0 0 0,0-1 86,0 1 0,2 5 163,3 0 1,-3 0 0,4-5 13,-4 0 1,-2 5-165,0 0 1,-8 6 83,-3-6 1,2 7-1,-2-1 71,-1 3 0,-3 2 0,-1 2 0,0 1 132,-1 3 1,6 1 0,1-2-76,-3 6 0,6-2 0,1 2-161,4 2 0,2 1 0,0 3-133,0-1 1,8-5 0,3 0 0,1 2 81,-1 1 0,4 0 1,-5-1-1,3-2 31,-2 2 0,4 1 1,-6 3-1,1-1-122,1 0 0,-2 0 1,4 1-87,-2-1 0,-7 0 0,1 1 0,-3-1-16,-2 0 0,-2 1 1,-3-1-1,-8-2 200,-7-3 0,0 4 1,-7-6-1,0 2 180,1 0 0,-5-8 0,4 3 0,-2-4 40,2-2 0,3 0 1,8-2-1,0-2-171,0-1 0,6-8 0,5 2 1,3-5-36,2-6 1,7 4 0,4-6 0,6 3 113,4-1 1,5 0 0,6 4-1,1-2 16,0-2 1,24-5 0,13-4-1,5 0 1,0 1 0</inkml:trace>
  <inkml:trace contextRef="#ctx0" brushRef="#br0" timeOffset="342">16411 12232 17630,'0'-16'-2188,"5"0"0,1 0 1655,-3-1 1,-1 1 0,0 1 0,2 3 513,1 1 0,2 5 1,-1-4 78,5-3 1,-4 4 0,-2-2 0,-1 0 34,1 2 0,-3-6-113,4 5 0,-4 1-122,-2-2-216,0 0 1,-8 2 0,-3 3 507,-3 4 0,-2 2 0,-1 2 0,1 2 32,0 1 0,-1 6 0,1-4 0,0 3-101,-1 2 0,6-3 0,1 2 0,-3 2-71,-2 1 1,6 3-1,2-3 1,2-1 6,-1-2 1,-1 0 0,3 5-55,-1 0 0,-1 1 0,6-1-98,0 0 0,8-7 0,3-3 363,3-5 0,2-1 0,1 0 0,-1 0-211,0 0 1,-5-1 0,0-3 0,2-3-69,1-2 0,3 0 0,-3-4 0,-1 4 40,-2 2 0,-2-6 1,3 4-1,-3-2 54,-1 0 0,-1 8 1,-3-5 162,1 1 88,1 5 1,-6-3-133,0 10 0,-6 4 0,-1 9 0,-2 2-281,-4 2 1,6 2 0,0-3 0,1 5-257,1-1 1,-1 6 0,6-4 168,0 4 0,0 45 0,0 11 1</inkml:trace>
  <inkml:trace contextRef="#ctx0" brushRef="#br0" timeOffset="343">18287 12069 13000,'0'-11'-1841,"0"1"1,0 4 1280,0-5 1,0 0 179,0-5 290,7 7 224,2-5 1,6 10 34,-4-7 1,-2 7-86,-4-1 0,-3 5 1,3 5-219,-3 6 0,-4 6 0,-1 3 187,-3 1 1,-6 3-1,1-4 1,-4 3-9,-1 3 1,1-1 0,3 4 0,1-2-17,-2 2 1,-1 2 0,-1 2-1,4-1-103,6 1 1,-2-2 0,1-2-1,3-4 85,1-1 1,53-17-1,12-9 1</inkml:trace>
  <inkml:trace contextRef="#ctx0" brushRef="#br0" timeOffset="344">18450 12249 12193,'-11'0'-593,"0"0"0,8 2 0,-3 3 350,4 6 1,2-2-1,0 2 91,0 2 1,0-4 0,0 1 0,2 1 34,4-2 0,3 0 0,7-5 173,0 1 0,3 1 0,0-6 1,3 0-33,-2 0 1,0-2-12,2-3 1,-4-4 0,2-8 0,-6 1-67,-3 0 1,-7 5 0,1 0 0,-3-2-36,-2-1 0,-2-3 0,-1 1 0,-5 2 158,-1 3 0,-7 2 1,-6 5-1,1-1 60,-3 1 1,6 2 0,-2 4-126,7 3 1,42 19 0,17 10-1</inkml:trace>
  <inkml:trace contextRef="#ctx0" brushRef="#br0" timeOffset="345">20130 12053 13250,'0'-16'-4265,"0"-1"4297,0 1 1,0 5-666,0 0 617,0 8 1,0-3 0,0 12 29,0 5 1,0 3-1,0 4 1,-1 2-18,-5 2 1,3 1 0,-7-1 0,1 4-12,0-1 1,6 4-1,-5-5 1,3-1-199,0 1 0,-3 5 0,5-4 0,-3 2-105,3 0 350,-6-7 0,7-3 0,-5-10 1</inkml:trace>
  <inkml:trace contextRef="#ctx0" brushRef="#br0" timeOffset="346">20342 12004 13622,'0'-16'-1103,"0"-1"1,0 10 0,0 7 813,0 9 1,0 6 0,0 3 0,0 4 198,0 5 1,0-2 0,0 2 67,0 2 1,-5 19-1,-4 8 1,0 5 0,0 1-1</inkml:trace>
  <inkml:trace contextRef="#ctx0" brushRef="#br0" timeOffset="347">23116 3653 17410,'-9'-1'-2221,"3"-5"0,4 3 1670,2-8 0,0 5 0,2-3 627,4 2 1,-3 1 0,6 5 505,-1-5 0,4 4-139,-1-3 0,4-2-287,1 1 1,-5-5-1,0 6 1,0 0-56,-2-3 0,3 5 0,-4-6 0,-1 0-76,0 0 0,4 3 0,-4-3 90,2 2 1,-5-6 0,3 4 278,0 0 0,-5-6-747,4 5-56,-4 2 1,-2 3 105,0 10 0,0-1 0,0 7 0,0 2 13,0 1 0,1 2 0,3 2 1,1 2 29,-1 2 1,-2 5 0,-2-3-1,2 1 47,3 4 0,-1-3 0,5 1 0,-2 2 28,-3 2 1,3-1-1,0-1 1,0-3-28,1-3 1,-1 5 0,-3-7 0,1-1 152,-1-2 1,-3-1 0,-1-1 0,0 0-6,0 1 0,-1-3 0,-3-1 0,-3-4 287,-2-2 1,-2 0 0,-6-3 0,1 1 53,0-1 0,-6 3 1,-1-1-1,-1-1 25,0 2 1,-3-5 0,4 5 0,-1-1 118,1-1 1,1 1 0,5-4 160,1 3 1,2-1-274,3 6 0,3-4-199,8 5 1,37 0-1,8 5 1</inkml:trace>
  <inkml:trace contextRef="#ctx0" brushRef="#br0" timeOffset="348">23752 3849 19435,'-9'-7'-4851,"-4"3"4451,8-7-1185,-1 8 1269,6-4 1,2 1 0,4 1 484,4 1 1,0 2 0,0 2 0,3 0-119,2 0 1,1 0 0,0 0-1,1 0-67,-1 0 1,2 0 0,2 0-1,3 0-150,3 0 1,-4 0-1,5 0 1,0 0 215,-2 0 1,4 0-1,-5 0 1,-1 0-71,1 0 1,3 0-1,-5 0 1,-2 0 223,-2 0 0,-2 0 0,1 0-81,-1 0 0,-21-14 1,-6-4-1</inkml:trace>
  <inkml:trace contextRef="#ctx0" brushRef="#br0" timeOffset="349">24307 3670 16095,'-9'-8'-1934,"1"5"1,7-6 134,-5 2 1625,4 1 1,-3 6 0,8 2 164,3 3 1,7-1 0,-3 5-15,5-2 0,1 4 0,1-4 0,-1 1-6,0-1 1,1 0 0,-1-3 0,0 1-1,0-1 1,1 3 0,-1-1 0,0-3-95,1-1 0,1 3 0,2 1 0,2-3 163,-3-1 1,-6-2 0,-2 0-1,0 2 464,-2 4-473,5-5 1,-14 7 0,0-8 70,-9 0 1,-11 1-1,-1 3 1,-1 1 25,-2-1 1,1 3 0,-6-1 0,3-1-37,3 2 0,1-3 0,6 5 1,1 0 117,4 0-322,-3 2 0,41 5 0,2 1 0</inkml:trace>
  <inkml:trace contextRef="#ctx0" brushRef="#br0" timeOffset="350">25514 2919 12967,'-11'0'-1164,"0"0"1291,7 0 1,-5 0-24,4 0 0,3-1-363,-3-5 0,3 3-329,2-8 354,0 7 0,0-5-171,0 4 61,0 3 0,-7-5 286,-4 7 1,2 5-1,-2 0 48,-2-1 0,-1 3 0,-3-1 18,1-3 1,0 5-1,-1-1 1,1 0 123,0 0 0,-2 1 1,-2-5-1,-2 4 54,2 3 0,2-7 0,2 4 0,-1-1 176,1-1 0,0 3 331,-1-3 30,8-3-488,2 5-387,7-7 136,0 0 1,5 2-207,1 3 32,-1-3 1,-3 5 0,2-5-57,1 4 0,1-3 54,-6 8 1,0-5 0,1 4 0,3 3-21,1 2 0,1-3 0,-6 3 0,0 3 49,0 0 0,-2 7 0,-2 4 1,-3 6 80,-2 3 0,4 7 0,-6-1 1,-2 3-25,-1 2 0,3 0 0,0 0 0,0-1 40,2 1 0,-4-5 0,6-2 0,0-3 64,0-2 1,1-3-1,4-3 1,-1 0-4,-3 1 0,-5-8 1,4 9-1,0-3 105,0 1 1,-6 4 0,4 1 0,-2 2-8,0-2 1,6-1 0,-4-3 0,0 1-65,-1-1 0,7-1 0,-3-4 1,5-3-72,1 0 1,0-6 0,0 3-42,0-2 1,0-3-110,0 0 145,0-7 0,1-2-216,5-7 461,-4 0 0,12 0-75,-3 0 0,-2 0 1,2 0-19,2 0 0,1 0 0,2 0-23,1 0 0,-1 0 0,2 0 0,2 0-26,2 0 1,1 6 0,-1-1 0,4 1-10,-1 1 1,6-5 0,-4 3-1,4-1 79,1 1 0,23-3 0,5 5 0</inkml:trace>
  <inkml:trace contextRef="#ctx0" brushRef="#br0" timeOffset="351">25481 3572 13167,'0'-11'-2122,"0"0"0,0 6 1803,0-6 0,2 5 373,3-4 34,-3 6 0,7-9 57,-3 8 1,-4-2-35,3 1 9,-3 4 0,0-5-523,3 7 475,-3 0 0,5 7 1,-7 4-78,0 4 0,0 1 0,0 0 0,0 2-37,0 4 1,0-2 0,0 7 0,-2 4 9,-3 5 0,-2 1 1,-6 6-1,2 2-63,-2 2 1,4 8 0,0-1 0,0-1 72,0-3 1,13 7 0,-2 1-1</inkml:trace>
  <inkml:trace contextRef="#ctx0" brushRef="#br0" timeOffset="352">25677 4159 12829,'-9'-7'-2616,"0"5"2672,3-3 0,3 10 0,-6 6-211,1 3 0,3 3 1,5-1-1,0 0-380,0 1 516,-7-1 0,-10 22 1,-8 5-1</inkml:trace>
  <inkml:trace contextRef="#ctx0" brushRef="#br0" timeOffset="353">26150 3751 18851,'-11'0'-2925,"0"0"2978,8 0 1,-10-2-76,8-3-320,-1 3 1,6-7-152,0 4 1,-2 3-29,-3-4 283,3 5 1,-7 1 268,4 0 1,-3 1-1,-4 5-54,1 5 0,5-2 1,-3 2-1,2 1-87,3 3 1,-3 1 0,0 1 0,0-1-1,-1 0 0,1 0 0,3 1 0,-1 1 34,1 4 1,3-4-1,1 4 1,0-4 34,0-2 1,0 0 0,1 1 0,5-3 7,5-3 1,1-2 0,1-5-1,0 1 141,5-1 1,-2-3-1,6-1 1,-4-1-107,-2-5 0,1 3 1,-1-6-1,-1-1-33,-5 1 1,5-1-1,-6-7 1,2 3 86,0 3 1,-6-4 0,4 5 0,-2-5-97,-3-1 0,-2-6 0,-2 0 0,0 2 17,0 2 0,0-4 1,0 1-1,0-1 18,0-2 1,-2 4 0,-2-5 0,-3 1-52,-2 5 0,-2 0 0,-5 5 0,0 1 2,-1 2 0,-1 8 0,-2-3 1,-1 6-22,1 6 1,1 3 0,3 9 0,0 2-105,0 2 1,21 57 0,6 10 0</inkml:trace>
  <inkml:trace contextRef="#ctx0" brushRef="#br0" timeOffset="354">26427 4192 13969,'6'-11'-494,"-1"0"1,1 5-1,-6-4-540,0-3 1,0 4 706,0-2 0,-2 7 189,-4-1 0,-3 3 273,-7 2 1,0 6 0,-1 1 0,3 2-197,3 4 1,-3 1-1,4 2 1,0 1-495,-1-1 443,7 0 1,-3 37 0,7 8 0</inkml:trace>
  <inkml:trace contextRef="#ctx0" brushRef="#br0" timeOffset="355">26900 3768 13877,'-1'-17'-3220,"-3"1"2388,-1 0 0,-3 7 0,5 1 928,-3 1 0,-1 5 0,2-3 167,-6 3 1,2 9-1,-2 4-160,-2 4 1,0 1 0,1 0 0,3 1-39,1-1 1,-2 2 0,2 2 0,1 2-90,0-2 0,1-2 0,6-2 0,0 2-120,0 4 1,0-4 0,0 4-1,0-4 120,0-2 1,8 1 0,2-3 73,5-3 1,1 2 0,2-8 0,2-1 13,2-3 0,0-1 0,-6 0 0,0-1-84,1-5 0,-1-1 0,-1-6 0,-3 2-32,-1-1 0,-5-3 1,3-1-1,-2 0 0,-3-1 0,-3 1 0,-1 0 0,0-1 14,0 1 1,0-2-1,0-2 1,-1-2 10,-5 2 0,4 2 0,-5 2 0,2-2-41,-1-4 0,-5 4 0,4-2-143,-2 7 1,-2 6 169,-5 7 1,-15 58 0,-3 15 0</inkml:trace>
  <inkml:trace contextRef="#ctx0" brushRef="#br0" timeOffset="356">27080 4224 12956,'-11'-9'-900,"0"4"0,2 5 0,-2 5 803,6 6 0,-2 9 1,-1 2-1,1-2 21,0-2 1,-4-2-1,5 0-14,3 1 0,-6 35 0,0 10 0</inkml:trace>
  <inkml:trace contextRef="#ctx0" brushRef="#br0" timeOffset="357">27586 3849 13877,'0'-16'-2043,"0"0"738,0-1 0,0 1 1193,0 0 0,0 5 35,0 0 1,-2 7 127,-4-1 0,5 5 1,-7 5-10,1 6 1,5 4 0,-5 1-1,2 0-25,-1 1 0,-5 4 1,4 3-1,0-1-117,0 1 1,-4 5-1,5-4 1,1 2 112,-3 1 1,7-8 0,-5 1-1,4-1-21,2 2 1,0-4 0,2 2-1,4-5 43,5-5 1,3-6-1,2 2 1,1-5 71,-1-1 0,0 0 0,1 0 1,-1-1-14,0-5 0,1-3 0,-3-7 0,-1-1-109,-2 1 0,-2 0 1,3-1-1,-3 1-28,-1 0 0,-1 0 0,-3-1 1,1-1-31,-1-4 1,-3 4 0,-1-5 0,0 1-4,0 0 1,0-5 0,0 3 0,0 1 47,0-1 0,0-3 0,-1 5 1,-3 1-33,-1-3 1,-8 11 0,2-1-1,-3 5 36,-3 5 0,-6 2 0,-3 4 0,1 4-187,3 5 195,-3 3 0,7 53 0,-6 13 0</inkml:trace>
  <inkml:trace contextRef="#ctx0" brushRef="#br0" timeOffset="358">27912 4224 13378,'16'-5'-742,"1"-1"1,-7-1 637,1 2 0,-5 3 331,5-4 0,-10 6-255,-1 6 1,-5-2 0,-8 6 0,2 1-54,-1-2 1,-1 6-1,0-4 1,2 3-76,-1 3 0,5-1 1,-1 0 87,1 0 0,-2 15 0,-7 4 1</inkml:trace>
  <inkml:trace contextRef="#ctx0" brushRef="#br0" timeOffset="359">28467 3817 13953,'-15'-17'-894,"4"1"1,4 1-403,0 5 0,3 0 1240,-7 5 1,2 5 0,-4-2 195,3 6 1,4 9-1,-5-3 1,0 5-72,2 1 1,-3-3 0,4 1 0,1 5-35,0-1 1,-4 0 0,6 0-1,1 2-74,2 2 1,-3 5 0,-1-4 0,3 1-96,1-1 0,2-1 1,0-4-1,0 2 82,0 2 1,0 0-1,2-8 1,3-1 88,6-2 1,3-8 0,3 3 0,-1-4-16,0-2 0,1 0 0,-1 0 0,0 0-16,1 0 0,-1-8 0,0-1 0,1-2 2,-1 1 1,-2-1 0,-1-6 0,-4 1-39,-2 0 0,-1-1 1,-6-1-1,2-2 19,3-1 1,-3-3-1,3 4 1,-3-3-30,-2-3 0,-2 5 1,-1-5-1,-5 1-16,-1-1 0,4 6 0,-4-3 1,0 1-65,0 0 0,3 2 0,-5 10 0,1 2 14,0 1 1,-4 5-1,3-1 1,-3 4 9,-3 5 0,-14 65 0,-3 10 0</inkml:trace>
  <inkml:trace contextRef="#ctx0" brushRef="#br0" timeOffset="360">28646 4257 13646,'11'-9'-1122,"0"3"1,-6 5 0,4 2 841,-1 5 1,-3 3 0,-5 7 152,0 1 0,0-7 1,0 1-1,0 2 36,0 1 1,0 3 0,-2-1 0,-1 0 36,-3 1 1,-7-1 0,4 0-1,0 1 29,4-1 0,-4-7 1,0-2-1</inkml:trace>
  <inkml:trace contextRef="#ctx0" brushRef="#br0" timeOffset="361">29347 3914 9975,'-1'-16'-1160,"-5"0"0,4-1 874,-3 1 389,3 7 173,2-5-255,0 12 0,0-4 0,-2 10-2,-3 1 1,1 8-1,-5-2 1,0 5-21,0 6 1,4-4-1,-4 6 1,0-3-58,-1 1 1,5 5 0,-4-3 0,0-1 71,0 1 0,5 3 0,-1-3 0,3-1-15,2 1 1,0-2 0,2-6 0,1 0-10,3 1 0,7-3 0,-1-3 0,6-6 41,4-3 1,2-2 0,-4 0 0,1-2-19,-1-3 0,-2-2 1,1-6-1,0 2-62,3-2 0,-5-1 0,-7-4 0,1-2 20,-2-2 1,4 0 0,-8 4-1,-1-2-4,-2-1 1,-2-1 0,0 4 0,0-4-6,0-5 1,0 1-1,0 1 1,-2 0 15,-3-1 1,1 1 0,-7-2-1,0 5 2,2 4 1,-5 9 0,1 3 0,-5 5-132,-4 1 147,-7 0 0,-40 43 0,26-16 0,-1 0 0</inkml:trace>
  <inkml:trace contextRef="#ctx0" brushRef="#br0" timeOffset="362">29396 3278 12903,'0'-16'-1364,"0"0"1,0-1 591,0 1 0,2 7 1,4 4 982,5 3 1,-2 2-1,1 0-109,3 0 1,0 2 0,0 1-1,-3 3-70,3-3 0,2-1 0,1 0 0,0 1 44,1 3 0,4-1 1,1-5-1,0 0-21,1 0 1,-3 0-1,6 0 1,-1 0-35,0 0 0,-3 0 0,5 0 0,1 0 90,-3 0 1,0 0-1,-5 0 1,2 0 29,-2 0 0,-2 0 1,-2 0-139,1 0 109,-1 0-103,0 8 1,-8 1-157,-8 7 1,0 0 0,-8 1 62,1-1 0,5 0 0,-5 2 0,2 4-9,-1 5 0,-1-1 0,3 3 1,-3 3-1,-2 5 0,4 8 0,-5-4 0,1 3 1,0-1 0,0 6 1,-3 6-1,1-1 1,-2 2 1,0-5 0,1 3 0,3-3-10,1-2 0,-3-5 1,6-3-1,1-1 3,3-4 1,1-1 0,0-3-1,0 1 107,0 0 0,0-8 1,0-3-1,0-4-55,0-2 1,0 2 0,-2 2 43,-4 2 0,3 0 1,-6-6 51,1 0 1,1-7 0,2-3 143,-6-4 0,-4-2 0,-1 0-68,0 0 1,-1 2 0,-1 1 0,-2 3-44,-1-3 0,-8 4 1,1 1-1,-2-1-86,-3 0 1,0 6 0,1-2 0,-1 3 130,0 3 0,-14-16 1,-3-2-1</inkml:trace>
  <inkml:trace contextRef="#ctx0" brushRef="#br0" timeOffset="363">22838 6051 11869,'-16'0'-649,"5"0"0,0 0 0,0-2 229,2-3 1,0 3 252,4-4 1,1 5 184,-7 1 149,8 0-136,-4 0 1,8 0 27,5 0 0,-3 0-100,8 0 1,0-6 0,5-1 20,1-2 1,-6 3-1,-2-4 1,0-3 7,0-2 1,2 5-1,3-1 1,-1-2-20,-2-1 0,0-5 0,3-1 0,-1-3-13,-2-2 0,0 3 1,3-5-1,-1-2-36,-2-2 0,0-7 1,3-2-1,-1 0-14,-2 0 1,-8-5 0,4 3 0,-1-1 10,-1-1 1,1 6 0,-6-4 0,0 4 24,0 8 1,-2-1-1,-2 9 1,-3 2 4,-2 2 1,4 9 27,-6 3 1,2 6 0,-4 6 19,2 5 0,7 3 0,-1 3 0,1 1 33,-1 3 0,3-2 0,-3 4 1,1 1 19,-1 3 0,3 2 1,-4 0-1,5-2-42,1 2 1,0 7-1,0 2 1,0-1-13,0-3 1,0-1 0,0 1-1,0 2-38,0 2 0,5 0 0,0-5 0,1-2-88,1-4 0,-3 4 0,7-6 0,1 1 132,3-5 1,16-17 0,3-6 0</inkml:trace>
  <inkml:trace contextRef="#ctx0" brushRef="#br0" timeOffset="364">23377 5741 9393,'-17'-5'-627,"1"-1"0,0 3 505,0 1 0,5 4 0,2 3 0,1 6 21,5 3 1,-5 3 0,3-1-1,1 0 58,3 1 0,1-1 0,0 0 0,0 1 2,0-1 1,0 0 0,0 1-168,0-1 197,7 0 0,2-7 1,7-2-1</inkml:trace>
  <inkml:trace contextRef="#ctx0" brushRef="#br0" timeOffset="365">23475 5448 8484,'-8'-22'-207,"-2"0"0,0 2-83,0 9 0,6 13 0,-3 13 0,1 4 290,1 1 0,-1 28 0,6 4 0</inkml:trace>
  <inkml:trace contextRef="#ctx0" brushRef="#br0" timeOffset="366">23703 5513 8258,'-16'-15'0,"1"3"-371,4 1 0,-3 7 0,5 0 203,0 8 0,0 7 0,5 9 1,-1 3 194,1 3 1,2-1 0,2 4-1,0-3 3,0-3 1,0 6-1,0-4 1,0 3-31,0-1 0,2-2 0,2 4 0,1-2-45,-1 2 0,3-3 0,-2-1 0,-1-1-182,-2-4 0,3-2 227,1-2 0,6-36 0,-3-9 0</inkml:trace>
  <inkml:trace contextRef="#ctx0" brushRef="#br0" timeOffset="367">23850 5627 8484,'0'-16'0,"0"-1"-302,0 1 0,0 5 129,0 0 0,-2 9 0,-2 2 41,-1 9 1,-2 6-1,1 1 1,-3 1 137,0-1 1,-5 6 0,3-1-1,-2 1 20,2 2 1,-3-6 0,3 5 0,-2-1-37,2 0 1,-1 0 0,6-6 24,3 0-30,1 1 1,9-8-1,4-4 1,3-3-32,3-2 1,-1-6-1,2-1 1,2 0 28,2 0 0,0-4 0,-8 4 0,-1-1 15,-2 1 0,-1 2 0,7 5 9,-1 0 0,0 0 0,1 0 0,-1 1-8,0 5 1,1 3 0,-1 7-46,0 1 0,-1-1 1,-3-2-1,-1-1-117,2-2 1,2 0 162,1 5 0,29-14 0,8-4 0</inkml:trace>
  <inkml:trace contextRef="#ctx0" brushRef="#br0" timeOffset="368">24405 5806 8484,'-17'-7'-149,"1"-2"0,0-2 13,-1 0 1,6 8-13,1-3 52,6 4 0,-3 1 0,8-3 55,5-1 0,3-1 0,7 4 22,1-3 1,-1 3 0,0-5-171,1 0 0,-1 3 106,0-7 1,-1 6 50,-4-6 47,-4 7 0,-9-3 1,-3 7-1,-6 0 34,-4 0 0,-1 0 0,0 2 0,-1 1 27,1 3 0,5 6 1,0-3-1,0 2-4,2 0 0,2 0 1,9 5-113,3 1 0,6-3 0,11-1 0,7-2-65,7 1 0,6 1 1,9 0-1,3-2-447,6 1 552,3-4 0,5-4 0,9-1 0,6-3 0,-1 0 0</inkml:trace>
  <inkml:trace contextRef="#ctx0" brushRef="#br0" timeOffset="369">25302 5774 8484,'-11'0'-1715,"0"0"1890,7 0 1,-5 0 157,4 0-327,3-8 0,-3 5 0,10-6-16,6 2 0,3 1 0,3 6 0,-1 0-28,0 0 0,6 0 0,2 0 0,-1 0 23,1 0 0,5 0 0,-4 0 0,2 0-27,1 0 0,-1 0 0,4 0 0,-2 0-42,-2 0 1,-7 0 0,3 0 0,-1 0-118,0 0 0,-6 0 201,-5 0 0,-36 0 0,-4 0 0</inkml:trace>
  <inkml:trace contextRef="#ctx0" brushRef="#br0" timeOffset="370">25726 5676 8484,'0'-16'-125,"-2"5"0,-2 0-298,-1-2 190,0-1 0,6 5 0,5 3 76,5 4 1,1 4 0,1 2-1,-2 1 137,2-1 0,1 3 0,2 0 0,1 1-4,-1-1 1,0 4 0,3-6 0,0 1 24,3 1 1,5-5 0,-3 3 0,0-3-8,-1-2 0,1 0 0,-4 0 0,1 0 19,-1 0 1,-2 0 138,-1 0-101,-8 0 1,-4 5 0,-10 3 0,-8-1 4,-7 0 1,0 4-1,-7-4 1,0 2-31,1 4 1,-4-4 0,2 2-1,-1 2-44,2 1 1,-2 2 0,8 1-1,-1-3-118,-2-3 0,12 4 1,-3-5-1,6 5-311,5 1 447,3-7 0,80-16 0,-29-2 0,0 0 0</inkml:trace>
  <inkml:trace contextRef="#ctx0" brushRef="#br0" timeOffset="371">26558 5219 8484,'11'-2'-764,"0"-3"0,-6-2 1,4-6 811,-2 2 0,-1 6 1,-4-4-1,1 0 78,3 0 1,-1 3 0,-3-5 67,3-1 1,-3-3-41,4-1 1,-5 5-124,-1 0 1,-1 2-1,-5-2-60,-5 6 0,-5 3 0,-4 2-12,-2 0 1,1 5 0,2 2 0,0 1 23,-3-1 0,-2 4 0,4-4 0,-2 2 12,3 4 0,0-4 1,3 0-1,0 0 5,-1 0 0,7-5 0,1 3 1,1 0 5,3-5 1,7 5-1,3-7 0,-1 0-2,7 0 0,-6 0 0,6 0 0,-6 0 35,6 0 0,-5 6 5,5-1 1,-8 8 0,3-2-31,-5 3 1,-1 2 0,0 3-1,0 1-4,0 1 0,0 8 1,0-2-1,-1 6-1,-5 5 0,4-2 0,-5 8 1,2 1-19,-1 2 0,-1 2 1,3-2-1,-1-1 5,1-3 1,-3-1-1,2 3 1,-1-3 1,-1-2 0,3 3 0,-5-5 0,2-2-1,3-1 0,3-6 1,-1 0-1,-2 2 2,-1-2 1,-3-6-1,5 3 1,-3-1 0,3 0 0,-1-5 0,0 4 0,-1-2-29,1-1 0,3 1 4,1-6 0,1-1 0,0-13 20</inkml:trace>
  <inkml:trace contextRef="#ctx0" brushRef="#br0" timeOffset="372">26334 6459 7357,'17'-6'-4,"10"-5"-1,4-3-1,-2 1-35,-2 2 1,1 2 0,2-2-1,-1 4-39,-1 0 0,-7 5 0,5-3 1,-3 1-44,-3-1 0,-2 3 0,-1-4 0,-3 6-19,-3 6 1,2-3 141,-8 8 0,-21 7 0,-11 8 0</inkml:trace>
  <inkml:trace contextRef="#ctx0" brushRef="#br0" timeOffset="373">26770 5660 6346,'-9'0'-598,"2"0"714,7 0 120,0 0-82,0-8 0,0 5 75,0-8 0,0 5-78,0-5 1,0 6-14,0-6-175,0 0 1,-2 2 54,-4 4 0,3 5 0,-6 5 0,0 6-2,0 4 0,-2 1 0,-4 2 0,3 4-11,1 5 1,2-2-1,-4 4 1,4 4 4,2 3 0,-4 0 1,5-7-1,3-1-14,1 1 1,9-6 0,4-1-1,3-4-65,3-2 0,5-7 0,1-3 0,2-4-46,4-2 0,2-8 0,2-2 0,0-5 4,-1-1 1,1-2 0,-2-2-1,-4-4 43,-5-1 1,1 3 0,-3-3 0,-4-1 64,-3 1 0,-9 3 0,1-3 0,-3-1 36,-2 1 0,-7 0 0,-4-3 0,-6 5-22,-4-1 0,-3 6 1,-5-5-1,2 1 24,-2 0 0,0 6 0,0 7 0,4 0 24,1 0 1,0 5 0,5 2-97,-3 11 0,7 2 0,10 13 1,3-2 36,2-1 0,32 16 0,16 6 0,2 1 0,-1 1 0</inkml:trace>
  <inkml:trace contextRef="#ctx0" brushRef="#br0" timeOffset="374">27259 6084 25051,'-16'-8'-3025,"5"1"0,0-4 1613,-1 6 1,3 5 1861,-2 5 0,7-1 1,-3 7-1,1 1-493,1 3 0,-8 1 1,4 1-1,-2-1 84,0 0 1,1 2 0,-7 2-1,1 4-81,0 1 0,-1-5 1,1 4-1,0-3-43,-1 1 1,6 5-133,1-5 1,6-7 0,-3-8-1</inkml:trace>
  <inkml:trace contextRef="#ctx0" brushRef="#br0" timeOffset="375">27635 5513 24246,'0'-17'-9125,"0"1"8755,0 0 1,0 9-1,0 7 1,-2 9 220,-4 5 1,5 4 0,-5 2 0,4 4 76,2 1 1,-5-3-1,-1 5 1,3 2-9,1 2 1,2 0 0,0-2 0,0-2-116,0 2 1,0 2-1,0 3 1,0 2-49,0 2 1,-5 0 0,-1-3 0,2 1-764,3 2 0,-1 0 1109,-4-5 0,-3 7 1,-7 1-1</inkml:trace>
  <inkml:trace contextRef="#ctx0" brushRef="#br0" timeOffset="376">27749 6133 24678,'-2'-10'-8895,"-2"3"6951,-1 0 1,-2 5 2431,1-3 0,-1 5 1,-6 5-186,2 6 1,6 4 0,-6 1-1,0 0-268,2 0 0,-4 1 1,8-1-1,0 0-280,-3 1 1,7-1-1,-5 0 1,4 1 89,2-1 0,22-7 1,5-2-1</inkml:trace>
  <inkml:trace contextRef="#ctx0" brushRef="#br0" timeOffset="377">28206 5774 23436,'7'-17'-3245,"-4"1"1,6 0 3265,-1-1 1,3 7-1,-6-1 1,0 0 336,3 2 0,-5-6-122,8 4 1,-7-3-637,1-2 188,-3 7 1,-4 3-1,-1 12 1,-5 4 312,-1 5 0,0 1 0,-3 1 1,1 1-214,-2 3 1,0-2-1,1 2 1,3-1 108,1 2 1,-3-4 0,6 4 0,1-4-347,3-2 0,1 1 0,0-1 3,0 0 0,1 1 0,5-3 0,5-3 334,3-6 1,8-3-1,2-4 1,-1-1 319,1-3 1,3-6 0,-4 1 0,1-4-42,0-1 0,3-2 0,-7-2 0,-4-2-376,-3 2 0,-8 0 0,4 0 0,-2-1-95,-3 1 0,-2-4 0,-2 2 0,-2 1-159,-3-3 1,-4 6 0,-8-4 0,-1 4 421,-4 2 0,4 1 1,-4 3-1,3 2 200,-3 3 1,4 2 0,-4 5 0,6 2 133,5 3 0,-2 4-941,8 7 0,6 44 0,8 11 0</inkml:trace>
  <inkml:trace contextRef="#ctx0" brushRef="#br0" timeOffset="378">28499 6100 8483,'0'-16'-1228,"0"-1"846,0 1 1,0 5-1,2 2 374,3 2 1,-3 3 60,4 10 1,-5 3 0,-1 7 0,0 0-18,0 1 1,0 1 0,-1 2 0,-3 1-61,-1-1 1,-6 4 0,5-1-1,3 1-231,1 0 255,-5 5 0,-10 3 0,-8 10 0</inkml:trace>
  <inkml:trace contextRef="#ctx0" brushRef="#br0" timeOffset="379">29135 5741 8468,'0'-16'-1225,"0"-1"775,0 1 1,-7 7 517,-4 4 1,2 16 0,0 5-1,0 4-63,0 3 1,0-5 0,-4 6 0,4-2 80,2 0 1,-4 1 0,6-3 0,-1 2-26,-1-2 1,5-2-1,-3-2 1,3 0-51,2 1 1,2-1 0,3-1-10,6-5 0,4-1 0,1-5 0,0 2-38,0-3 0,6-3 1,0-3-1,-2-5-51,-2-1 1,4 0 0,0-4 0,-3 3 11,0-3 1,-9-2-1,1-3 1,0-2 51,-2-1 0,4-3 0,-8 4 0,-1-3 28,-2-3 1,-2 4-1,0-5 1,-2 0-1,-3 2 0,-4-6 0,-6 6 0,1-1 15,-3 4 0,5 6 1,-10 3-1,4 4-27,1 2 0,1 2 0,0 6 1,-1 5-53,1 5 0,7 5 0,2 6 0,1 3 59,1 1 0,14 33 0,9 3 0</inkml:trace>
  <inkml:trace contextRef="#ctx0" brushRef="#br0" timeOffset="380">29429 6133 8468,'0'-19'-32,"0"-2"0,0 3-52,0-4 1,2 11-1,1 7-174,3 8 0,-1 5 0,-5 7 1,0 1 188,0-1 1,-7 0 0,-2 1-1,-2-1 65,0 0 1,0 0-1,-3 1 1,1 1-237,2 4 1,6-4 239,-6 4 0,7 10 0,-3 3 0</inkml:trace>
  <inkml:trace contextRef="#ctx0" brushRef="#br0" timeOffset="381">23426 5007 17903,'-17'0'-2490,"7"0"2141,-1 0 1,5 0 348,-5 0 0,6 0 0,-6 0 0,-22 0 0,-10 0 0</inkml:trace>
  <inkml:trace contextRef="#ctx0" brushRef="#br0" timeOffset="382">28336 6051 14895,'0'-16'-2815,"0"-1"460,0 1 1773,0 7 529,0 2 0,15 28 0,3 7 0</inkml:trace>
  <inkml:trace contextRef="#ctx0" brushRef="#br0" timeOffset="383">29821 5839 13177,'0'-16'-3362,"0"-1"3125,0 1 1,1 5 0,3 0 290,1-1 1,1 3-1,-6-2-98,0-2 1,2 6 0,1-1 152,3 1 0,-1 4 205,-5-8-569,0 7-303,0-3 477,0 7 1,0 7 42,0 4 1,0 3 0,-2 1 0,-1-2-5,-3-2 1,1-1 0,3 7 0,-2-1 40,-1 0 1,0 1 0,5 1 0,0 2-47,0 1 1,0 1 0,0-4 0,0 2-45,0 2 1,0 0 0,0-6 0,1 0 61,5 1 0,-3-3 0,8-1 0,2-4 52,2-2 1,1-1-1,0-6 1,2 0 10,4 0 1,-4 0 0,4-2 0,-2-4-1,2-5 1,-4 2-1,5-1 1,-1-1-33,0 2 0,0-6 1,-6 4-1,-2-3 3,-3-3 0,2 1 0,-6 0 0,0 0 31,1-1 1,3 1 0,-6 0 0,-1-1-36,-3 1 0,-1 0 1,-1-1-1,-3 1 17,-1 0 1,-8-1-1,2 1 1,-4 0-7,-1-1 0,0 7 0,-2 1 0,-2-1-34,-2 1 1,-7 6 0,2-3 0,-4 5-11,-2 1 1,3 7 0,1 4 0,1 3-29,-1 2 0,6 1 0,1-1 0,4 0-32,2 1 1,7-1 37,3 0 0,26 8 0,7 1 0</inkml:trace>
  <inkml:trace contextRef="#ctx0" brushRef="#br0" timeOffset="384">30408 6100 10814,'-9'-2'-1352,"3"-3"0,-3 3 1444,-2-4 0,2 12 1,0 5-1,0 3-116,0 3 1,4-1 0,-6 0 0,-2 2 26,-1 4 1,-1-4-1,2 6 1,3-3-56,-3 1 1,4 5-1,0-3 1,0-1 37,0 1 1,-2 5-1,-6-4 1</inkml:trace>
  <inkml:trace contextRef="#ctx0" brushRef="#br0" timeOffset="385">30718 5774 12344,'2'-11'-1626,"3"0"1,-3 6 1643,3-6 0,-3 5-66,-2-5 1,2 6 0,2-6 92,1-2 1,2 6 0,-3 0-3,1 0 0,3 5 1,-5-5-1,4 1 18,2 1 1,-3-1 0,5 4 12,1-3 1,-2 3-20,0-3 1,-4 3 286,5 2-278,-8 0 0,5 7 1,-8 4-36,0 4 1,-6-5 0,-1 1-1,0 2-10,-1 1 1,-4 3 0,3-1 0,-2 0-39,0 1 1,5 4 0,-3 1 0,2-2-38,4-2 0,-5-1 0,3 1 0,1 2-51,2 1 1,2 1 0,0-4 0,0 2-12,0 2 1,0-6-1,0-5 1,2 2-82,4 1 0,3 1 1,7-4 199,0-6 1,1-3 0,-1-2 0,0 0 46,1 0 1,-1 0-1,0 0 1,-1-2 30,-4-3 0,9-4 0,-4-8-46,2 1 1,0 1 0,-2 3 0,-1 1-6,-4-2 0,2-1 0,-6-3 0,0 1 4,0 0 0,4 0 0,-5-1 0,-3 1-13,-1 0 1,3-1 0,1-1 0,-2-2 15,-3-2 0,-1 1 0,-1 3 0,-5-2-122,-5-2 1,2-5-1,-2 5 1,-1 2 23,-3 2 0,-7 7 1,-1 2-1,-3 2-26,-3 3 0,4 2 1,-2 4-1,-2 4-26,-2 4 0,-2 7 0,3 3 118,2 1 1,-10 30 0,4 2 0</inkml:trace>
  <inkml:trace contextRef="#ctx0" brushRef="#br0" timeOffset="386">31077 5301 12418,'-9'-17'-1762,"1"1"1,8 5 1442,0 0 1,2 8 523,4-3 1,-3 4-36,8 2 0,0 0 1,5 0-81,1 0 0,-1 0 1,0 0-47,1 0 1,-1 0 0,0 0-1,2 0-27,4 0 1,-4 0 0,4 0 0,-2 0-34,2 0 0,-4 0 0,4 0 0,-4 0 117,-2 0 1,0 0 0,1 0 0,-1 0 10,0 0 0,-5 0 0,0 0-68,2 0 1,-1 2-119,-1 4 6,4-4 1,-13 7-1,1-6 25,-6 3 1,-1 5 0,-5-4 0,0 0 26,0 0 0,3 6 0,-3-2 1,0 3-26,0 3 1,4-1 0,-4 0 0,1 1-18,5-1 0,-5 7 1,1 3-1,0 1-3,0 0 1,-4 0 0,4 6 0,-1 0-14,1-1 1,2 6 0,3 0 0,-2-1 11,-1-3 0,-1-1 0,6-1 0,-1 1 49,-5 0 0,4-1 0,-3-1 1,3-2-27,2-2 1,0-5-1,0 5 1,0 0-31,0-1 1,0 3-1,0-8 1,0-1 6,0-2 0,0-1 1,0-1-1,0 0 1,0 1 6,0-1 1,-2-7 123,-3-4 0,-4 3 1,-8-3-1,-1-1 25,-3-2 0,1-2 0,-8 0 0,-1 1-13,-1 5 0,-8-3 0,-2 6 0,-2 1-86,-3-1 0,-2 1 106,-2 7 1,14-1-1,4 0 1</inkml:trace>
  <inkml:trace contextRef="#ctx0" brushRef="#br0" timeOffset="387">22398 3588 12465,'0'-16'-1269,"0"7"1,2 2 983,3 7 960,-3 0-586,13 0 0,-14 1-765,5 5 595,-4 3 1,-10 14 0,-1 3 0</inkml:trace>
  <inkml:trace contextRef="#ctx0" brushRef="#br0" timeOffset="388">22414 3621 11545,'0'-17'-827,"0"1"1,0 5 597,0 0 0,0 1 137,0-7 0,0 1 33,0 0 1,0 5-1,0 0 8,0-2 1,0 4 8,0-2 1,0 6 16,0-6 0,-2 2-172,-3-2 1,3 2 0,-5 5 323,0-1 0,3-1 32,-7 6 1,6 0-17,-6 0 0,2 2 0,-4 2 0,4 3-54,2 2 1,-6-3 0,4 5 0,-2 1 11,0 3 1,0 1 0,-5 2-34,0 4 1,5-4 0,2 4 0,0-4-23,0-2 0,3 2 1,-3 2-1,2 4-10,3 1 1,-3-3-1,2 3 1,1 1-115,2-1 1,2-5-1,0 4 1,0-3-32,0 1 1,2 5-1,2-3 1,3-1-72,2 1 1,-5 3 0,1-3 0,-1-1 61,1 1 0,-3 5 0,3-4 1,-3 2 43,-2 0 0,0 1 1,0 4-1,-2-1 28,-3-4 0,1 4 1,-7-4-1,-1 4 48,-3 2 0,1-6 0,1-2 0,2-1 33,-1-4 1,-3 3 0,1-1-1,1-4 49,2-5 0,0 1 0,-5-5 1,-1 2 51,1 0 0,0-5 0,-1 3 0,1-2 49,0-3 0,0-1 0,-1 1 0,1 1 57,0-1 1,-1-2-1,1-2 48,0 0 1,-1 0 245,1 0-390,7-8 1,2-1-322,7-7-22,0 7 1,7-4 102,4 8 1,3-1 70,3 6 0,-1 0-30,0 0 0,1 6 0,-3 1 1,-1 2-55,-2 4 1,-2 1-1,3 3 1,-1-1-11,2 0 0,0 2 0,-1 2 1,-3 4 4,-1 1 1,4-3 0,-3 5 0,2 2 58,0 2 0,-7 2 0,1-1 0,-3 1 47,-2-1 0,0 1 0,0 0 1,0-1-79,0 1 0,-7 1 0,-4 3 0,-5 1-12,-6-2 0,4 4 0,-6 0 0,1 1 50,-5 5 1,5-5 0,-1 1 0,3 0 76,-1-1 0,-2-3 0,6 4 1,0-2 0,3-4 0,5-1 0,-3-5 0,4 1 19,2 2 1,-1-10-1,5 10 1,-3-2 14,3 0 0,3 1 0,3 1 0,5 0-74,1-1 0,1 1 1,7-1-1,1 1 6,4 0 0,3-8 0,9-1 0,3-3-595,1 1 649,7 0 0,-19-29-35</inkml:trace>
  <inkml:trace contextRef="#ctx0" brushRef="#br0" timeOffset="389">21998 6393 8913,'12'-3'8,"35"-12"44,0 1 0</inkml:trace>
  <inkml:trace contextRef="#ctx0" brushRef="#br0" timeOffset="390">20277 4061 15990,'0'-16'-3435,"0"0"2396,0-1 0,2 3 0,3 1 1173,6 2 1,4 6 168,1-6 0,0 5 0,1-4-98,-1-3 0,0 4 1,1 0-52,-1 2 0,-5-4 0,0 3-60,1-1 1,-2 6-108,0-3 73,-6 4 0,-4 2 0,-11 2 0,-3 4 82,-3 5 0,-4 3 0,-3 2 0,0 1-95,1-1 0,-1 0 0,4 1 0,-1-1-98,1 0 1,2 2 0,-1 2-1,0 2 8,-3-2 0,0 5 0,8 1 0,1 1-60,2 0 1,6-5 0,-5 3 0,3 1-37,4-1-1,1-5 1,4 2 0,3-6 2,6-5 1,5 1-1,4-6 1,2-2 183,-2-3 1,5-1-1,1 0 1,-1-1-32,-3-5 1,1 2 0,-1-6 0,-2-3-27,-2-2 0,-3 5 0,-3-1 4,-1-2 0,-7-1-118,1-3 0,-10 8 0,-6 4 1,-4 3 313,-1 2 0,-2 0 0,-2 0 0,-2 0 119,2 0 0,-3 7 1,1 2-1,0 2-142,-1 0 1,5 0 0,-4 5 0,4 0-235,1 1 1,7-1 0,0 0 0,3 1-117,4-1 1,1 6 0,2-1 0,0-1-82,0-1 0,7 2 1,4 1-1,3-2 22,3-2 1,1-2-1,2 1 1,2-3 256,-3-3 1,5 2-3,-2-8 1,36-14-1,3-9 1</inkml:trace>
  <inkml:trace contextRef="#ctx0" brushRef="#br0" timeOffset="391">20506 4404 9877,'0'-18'0,"0"-2"-401,0-2 0,0 0-475,0 6 1,1 7 1256,5 3 1,1 12 0,6 5 0,-4 3-460,-2 2 0,-1 1 0,-5-1 1,3 0 38,1 1 0,1-1 0,-6 0 39,0 1 0,2-1 0,1 0-20,3 1 0,-1-7 117,-5 1 1,2-7-7,3 1 1,-3-5 0,5-5-17,1-6 1,-6-3 0,5-3 0,-2 1-264,1 0 1,1-1 0,-2 1 293,6 0 1,-2-1 0,0 1 186,-1 0-104,4 7 14,-3 1 0,0 16 1,-3 3-1,-3 3-221,3 2 1,-4 1 0,3-1-105,-3 0 1,0 1 0,1-1 0,5 0-9,1 1 1,-4-7 0,4 1-1,0 2 29,0 1 0,2-3 0,6-2 0,-1-1 276,0-5-54,0-1 1,30-24 0,6-5 0</inkml:trace>
  <inkml:trace contextRef="#ctx0" brushRef="#br0" timeOffset="392">21044 4453 11567,'5'-17'0,"1"-1"-569,-3-4 0,1 4 0,0-3 0,1 2 451,-1 3 1,-2-2 0,-1-2-1,3-2 130,1 2 1,1 2 0,-6 2 0,0 0-61,0-1 1,-2 6 88,-3 1 1,-4 6 0,-8-1 218,1 3 1,1 9 0,3 4-1,1 3-195,-2 3 0,4 4 1,0 1-1,2-2-71,3-2 1,2-1 0,2-1 0,0 0-49,0 0 1,2 1 0,4-1 79,5 0 0,3-7 0,2-3 1,1-4 94,-1-2 0,6 0 0,-1 0 1,-1 0 59,-1 0 0,2-6 0,1-1 22,-2-2 0,-2 0 0,-3-4-366,-5 2 0,0 8 319,-5-3 0,-3 6 1,3 6-1,-3 5-164,-2 3 0,0 10 1,0 3-1,0 4 30,0 1 0,0 8 0,-2 4 0,-1 5-70,-3 5 1,-1-3 0,1 5-1,-3 0-116,0 4 0,-5-6 1,3-3-1,-5-8-25,-6-3 0,2-2 1,-5-7-1,1-4 140,4-5 1,-3-11-1,1-6 1,0-5 38,-2-5 0,6-10 0,-2-8 0,6-2-184,3-4 1,6-2 0,-5-2-1,3 0 205,4 1 1,1-1 0,4 1 0,3-1 131,6 0-41,11 1 1,36 1 0,18 0 0,8-3 0,0-1 0</inkml:trace>
  <inkml:trace contextRef="#ctx0" brushRef="#br0" timeOffset="393">16329 1876 21584,'0'-17'-7501,"0"1"6709,0 7 1,2 4 1153,4 10 1,-3-3 0,6 5-567,-1 0 0,-1-5 773,-2 4-624,-3-5 1,7 5 0,-5 1-129,1 2 1,1-3-1,-5 4-313,5 3 0,-4 2 1,3 1 393,-3 0 1,3 1-1,3-1 1,-1 0 6,0 0 0,0 3 0,-1 0 1,5 3-196,3-2 0,-3 4 0,0-3 0,2 1 216,1 2 0,4-4 0,2 5 0,2 0-135,-2 1 0,-2-4 0,-2 3 0,1 0 98,-1 1 0,0-1 1,-1 4-1,-3-2 63,-1 2 0,0-2 0,4 2 0,-3 2 37,-1-2 0,-2 0 0,4 4 1,-2-1 8,2 1 1,-4 0 0,2-1 0,-1-1 27,-1-4 0,6 4 1,-4-4-1,3 2-22,3-2 1,-1 4 0,0-5 0,1 1-16,-1 0 0,0-7 1,1 4-1,-1-3 28,0 1 1,6 2 0,0-5 0,-2 5 25,-2 1 0,0-3 0,2 4 0,2-1 30,-3 0 0,0 1 0,-3 3 0,0-2-26,1 2 0,-1 2 1,0-1-1,0-1 18,1-1 1,-1-3 0,0 4 0,1-2 4,-1 2 1,2-5 0,2-1 0,4-1 65,1 0 1,-3 1 0,5-3 0,0 2-21,-1-2 0,4 0 1,-4 0-1,1 3-59,0 3 0,-1-5 1,1 5-1,-4-1-12,1 1 1,-1-3-1,6 6 1,-1 2-5,1-2 1,-4 0-1,2 2 1,2 0 52,2 1 1,2-8-1,-1 7 1,1-4 13,-1-2 1,3-3 0,1 5 0,2 0-6,-2-1 0,-1-1 1,-2-5-1,-1 3-72,1 3 1,-1-4-1,-1 5 1,-2 0-39,-2-2 0,1 6 0,2-5 0,-1 1 23,-1 0 1,-3-2-1,2 4 1,-3-2-22,-1 2 1,-3 2 0,6 2 0,-3-1-15,-3 1 1,4 0 0,-3-1-1,1 1-30,2 0 1,-4-3 0,5-1 0,0 0-24,1 6 1,-1-8 0,4 6 0,-3-3-24,-3 1 1,6 4 0,-3 1 0,1 0 18,0-5 1,-5 2 0,5-6 0,2 4 45,2 1 0,-4 1 0,0-2 1,0-2 20,-1-2 1,4 0 0,-4 4 0,1-2 41,0-2 0,-5-5 0,3 5 0,1 2 3,-1 2 0,-3-4 0,3-2 0,1 1 16,-1-1 1,-3 0-1,3 4 1,-1-3-22,-4-3 0,3 6 0,-1-3 0,0 1-16,1 0 0,-5-2 0,4 4 0,-4-3-30,-1-3 1,1 6 0,2-3 0,1 1-17,-1 0 1,-2-5 0,-1 3-1,-1 1-43,0-1 0,1 0 1,-1 4-1,0-2 4,1 2 0,-1-3 0,0 1 0,2 2 50,4 2 1,-4-4 0,4 0 0,-4 4-49,-2 5 0,-1-7 0,-2 4 1,-3-1-42,3 5 1,0-3 0,0 4 0,-3-3 13,3-3 1,-4 1-1,2 1 1,2 3 3,1 1 0,-3 0 1,0-6-1,2 3 20,1 3 1,4-4 0,2 4 0,4-3 107,1-3 1,2 1 0,4-2-1,0 0 49,2 1 0,-4-8 0,9 8 0,-4-3-25,-1-3 0,-1 4 1,1-2-1,0 1 55,-1-2 0,1 4 0,0-6 0,-1 2 40,1 0 0,-1 1 1,1 2-1,0-1-5,-1-1 1,1-1-1,-2 4 1,-2-2-22,-2-2 0,-5 0 0,3 6 0,0-1-32,1 1 0,-4-1 1,3-1-1,0-2-72,1-2 0,-5 2 0,5 6 0,-1-1-70,1-3 1,-5 0 0,6 5 0,2 2-7,2-2 0,2-1 0,0-1 0,-1 3 1,-15-17 23</inkml:trace>
  <inkml:trace contextRef="#ctx0" brushRef="#br0" timeOffset="394">21991 9068 11788,'15'18'-22,"18"19"-27,0 1 12,-1-2 0,6 4 0,0-2 0,-1 0 1,-3 2 1,-1-6-1,1 6 1,2 0 29,3 4 1,-1-3 0,-6 3-1,1 1-12,-1 2 1,1 2-1,0 0 1,-1 0-16,1 0 0,0 0 1,-1 0-1,1 0 10,-1 0 0,1 1 1,0 3-1,-1 1-36,1-1 1,-6-3 0,0-1 0,2 2-4,2 4 1,0-3 0,-2 6 0,-2-2-4,2-3 1,2-2-1,2-3 1,-1 1 33,1 0 1,0 0 0,-1-2 0,1-1 6,-1-3 1,1 1 0,0 5 0,-1 0 26,1-1 0,0-4 0,-1-1 1,1 3 1,-1 1 0,1 0 0,-2-2 0,-2-1-17,-2 1 0,0 6 0,4 0 0,-2-4-1,-2 0 1,-7 0 0,4 2 0,-3 0-17,1 0 1,0-2 0,-4-2 0,2-1 12,2 1 0,5 0 0,-5-1 0,-1-6 25,3-4 0,0 4 1,6 0-1,-1-1 52,0-3 0,6-1 0,-8 1 0,4 2-25,2 2 1,-1 0-1,1-5 1,-2 0-4,-4-1 1,4-1 0,-4 0 0,2-2 22,-2 0 0,2 5 0,-5-6 1,-1 2-40,1 3 0,-3 5 0,-4 0 1,-1-2-8,0-1 1,-1-1 0,-2 2 0,-3 2-30,3-1 0,0-3 0,-1-1 0,-1-1-27,2 1 1,2 0 0,1-3 0,0-1 1,0-1 1,1-7 0,-1 7 0,0-1-11,1-2 0,-1 4 1,0-5-1,1 1-43,-1 4 1,-5 2-1,-2 0 1,0-2-9,0-2 0,-4 0 0,5 6 0,-1-1 71,0 1 1,-6-2-1,3-2 1,-4-2 70,-2 2 1,5 2-1,0 1 1,-1 1 14,-2 0 1,3-1-1,1 1 1,-3-2-23,-1-4 0,4 4 0,-1-4 0,-1 4-41,-3 1 1,5-1 0,-1-2 0,1-2-14,1 2 1,-5 2 0,5 2 0,-1-1 22,-1 1 0,6-2 0,-4-2 0,0-2 7,1 2 1,2 7-1,-2 0 1,-1-3-20,0-4 1,4-2-1,-4 8 1,1 1-26,-1 2 0,6 0 0,-4-6 0,2 1-16,-1 0 1,1 5 0,4 0 0,-3-2 10,-1-1 1,0-3 0,6 1 0,-3-1-9,-3 1 0,2 0 0,-6-1 0,0-1 27,0-4 1,4 8 0,-4-6 0,1 0 26,-1 1 0,0-4 0,-3 1 1,3 2 10,2 2 1,-5 0 0,3-2-1,-2-2-5,1 2 0,5 0 1,-4 0-1,0-4-28,1-1 1,2 3 0,-2-4-1,-1 3 19,0 3 1,4-6 0,-4-1-1,1-2 1,-1 2 1,4-4-1,-4 5 1,0-1 21,0 0 1,-1 0 0,-4-6 0,1 0 5,3 1 1,-1-1-1,-5 2 1,2 2-16,3 2 0,-3 0 0,4-6 0,-5 2 34,-1 4 1,0-4 0,0 4 0,2-3-33,4 3 0,-4-4 0,3 4 0,-3-2 56,-2 2 1,0-4-1,0 5 1,0-1 6,0 0 0,0 2 0,0-5 1,0 3-10,0-2 0,0 4 0,0-3 0,0-1 28,0-2 1,-6 4 0,1 0-1,1-2-32,2-2 0,2-2 0,0 1 1,0-1-23,0 0 0,0 1 0,0-1-44,0 0 1,0 1 0,0-1 0,0 0 53,0 0 1,0 1 0,0-1-7,0 0 1,-5 1 0,0-1 0,1 0-12,2 1 1,2-1 0,0 0-40,0 1 1,0-1 0,0 0-1,-2 0 13,-3 1 0,3-1 0,-3 2 0,3 2-48,2 2 1,0 0 0,0-6 0,-2 0 59,-3 1 0,3-1 0,-4 0 0,3 1 22,-3-1 1,4 0-1,-5 0 1,0 1 74,-4-1 1,2 0 0,-2 1 0,0-1 16,2 0 1,-5 1 0,3-1-2,-4 0 1,-1 1 0,2-1 0,1 0 29,2 0 0,0 1 0,-3-1-74,3 0 1,-2-5 0,6 0 0,0 2 33,-1 1 0,-3-3 1,4-2-1,0 0-29,0 0 1,-4 2 0,4 4 0,-1-3-34,1-1 1,-4 0 0,4 6 0,-2-1-44,-4 0 1,4-5 0,0 0-1,2 2-130,3 1 1,1 1-1,-1-3-129,-2-1 1,1 0-13,5 5 1,0-5-473,0 0 418,0 0 0,0 5 90,0 1 0,2-8 0,1-2-79,3 0 1,-1-3 14,-5 7 0,2-2 1,2 3-1,1-1 1,1-5-30,-6 5 1,0-6 221,0 6 1,0-6 156,0 6 0,0 0-67,0 5 1,0-5 0,0 0 6,0 2 0,0-4 0,0 2 2,0 1 0,0-3 0,0 2 74,0 2 1,-6 1-1,1 3 54,1-1 1,1-5 0,-1 0 67,-2 2 1,-1-1-1,4 1-45,-3-2 1,-1 0-67,1 5 1,3 0 0,-6 1-100,1-1 0,1 0 0,4 1 0,-3-1-163,3 0 1,-5 2 143,3 4 0,14 32 0,-8-51 18</inkml:trace>
  <inkml:trace contextRef="#ctx0" brushRef="#br0" timeOffset="395">22202 7715 27495,'-14'-2'-2445,"3"-4"1,-4 5 913,4-5 1,2 4 4861,-1 2-5169,6 0 22,-3 0 496,7 0 624,0 8 1,0-5-125,0 8 1,1-7-1,3 3 189,2 0 0,-1-3 0,-3 5-370,3-2 0,-1 0 618,7-1 1,14-4-1,10 5 1</inkml:trace>
  <inkml:trace contextRef="#ctx0" brushRef="#br0" timeOffset="396">22610 7780 8587,'11'-6'-676,"0"1"1,0 0 57,5 5 0,0 0 576,1 0 1,-7 0 35,1 0 1,-7 7 8,1 4 0,-1-4 91,1-2 31,-3 4-9,6 0-39,-1 8-71,-5-1 0,5-5 1,-5-2 106,3-2 85,-3-1-77,5-6-15,-7 0-170,0 0 0,-5 2-19,-1 3 83,1-3 0,-46 34 0,-12 0 0</inkml:trace>
  <inkml:trace contextRef="#ctx0" brushRef="#br0" timeOffset="397">22594 7861 26951,'7'-9'-3087,"-5"-5"928,3 3 0,2-4 1543,-1-1 1,-1 0 1621,-5 0 0,0-1-1850,0 1 1,0 5 383,0 0 1,0 6 0,-1-4 274,-5 1 0,-3 3 1,-7 7-1,-2 1-111,-4 3 0,4 7 0,-6-3 0,2 5 92,1 1 0,-3 1 0,6-1 1,0 0 136,3 0 1,3 3 0,-5 1 0,3 1-143,3-1 1,4-2 0,7-1 0,0 1 58,0 3 0,2-2 0,3 2 0,8-4 224,7-6 0,0 3 0,5-5 0,0 2 77,1 0 0,-5-8 0,5 3 0,-1-2-71,1 1 0,-1-3 1,2 3-1,-5-3-165,-4-2 1,-7 0 0,0 0 102,1 0 35,-4 0 1,-8 0-1,-11 0 1,-6 0 93,-4 0 1,1 2 0,-7 1-1,-2 5 179,-2 1 1,4-4 0,1 4 0,1-1-98,-1-5 0,7 4 0,-3-1 0,5-1 345,7 3-683,-5-7 1,15 7 0,0-8 0,9 0-94,6 0 1,3 0 0,4 0 0,3 0 201,0 0 8,6-8 0,5-17 0,4-9 0,8-6 0,0 0 0</inkml:trace>
  <inkml:trace contextRef="#ctx0" brushRef="#br0" timeOffset="398">22985 7747 11086,'0'-32'-304,"0"1"1,0 4 0,0 5-642,0 4 0,0 7 841,0 0 1,2 9 0,2 2 107,1 9 1,1 6 0,-6 3 20,0 4 0,0-4 0,0 5 1,0-1-11,0 0 1,0 7 0,-2-4-1,-2 2-17,-1 1 1,-1-1-1,6 4 1,0-2-91,0-2 0,-2 0 0,-1 4 0,-3-1-9,3 3 1,1-6 0,0 8 0,-2-6-23,-1 0 1,0 0 0,3 0 0,-2-4-2,-1-1 1,-3-3-1,3-6 149,-6-4 1,-25-47-1,-8-19 1</inkml:trace>
  <inkml:trace contextRef="#ctx0" brushRef="#br0" timeOffset="399">22871 7976 11084,'9'-17'-314,"-3"1"0,-5 0 1,-1-1-1,0 1 135,0 0 0,8 5 1,2 2 166,5 2 0,7 1 0,1 6 1,1 0-227,-1 0 0,1 6 0,-4 1 0,3 2 50,3 4 1,-6-4-1,3 0 187,1-2 0,9 6 0,8-4 1</inkml:trace>
  <inkml:trace contextRef="#ctx0" brushRef="#br0" timeOffset="400">23409 8024 26045,'8'-9'-4150,"1"-5"3440,7 3 1,-5 2 1361,0-2-896,-8 7 1,-3-3 0,-10 9 471,-5 3 1,-1 5 0,-2 6 0,-2 0-172,-2 0 1,0 1 0,6 1 0,0 2-115,-1 2 1,1 1-1,0-3 1,1 2-166,4-2 1,-1 3 0,6-1 0,2-2-167,3-2 0,1-2 0,1-1 99,5-4 0,5-4 1,9-7-1,1-2 421,-1-3 1,4-2 0,0-6 0,-1 2-1,1-2 1,-3-7 0,-2-1-1,0 1-368,3 2 0,-2-4 0,-7 0 0,-2 2 60,1 2 0,-3 2 0,1-1 0,-1 3 148,0 3 1,-6-3-321,3 3 639,-4 3 0,-2 8-397,0 11 0,0 4 0,0 1 1,0 0-543,0 1 1,1-6-1,3-1 1,1 3 91,-1 2 1,-2 1 0,0 0 0,1 1-76,3-1 1,-1-5 0,-3 0 0,2 1-137,1 3 1,0 1 0,-5 0 462,0 1 1,0-1 0,0 0 0</inkml:trace>
  <inkml:trace contextRef="#ctx0" brushRef="#br0" timeOffset="401">23670 8106 26045,'0'-27'-2458,"0"0"0,0 7 1,2-2-1,2 4 2462,1 2 1,3 6 0,-3 5 0,4 1 679,0-1 1,6 3 0,-5-3 0,3 5-826,-2 5 0,4-1 1,-6 7-1,1 1-284,1 3 1,-7-2 0,3 1 0,-1 4-2,-1 0 0,1 0 0,-6 1 0,0 0 213,0 3 1,0 0-1,0-6 1,0 1-347,0-1 1,-6 0 0,-1 1 1065,-2-1 1,3-7 136,-5-4 1,8-5-1365,-3-5 0,5-4 1,1-7-1,0-1 532,0 1 1,7 0 0,2-1 0,2-1 403,0-4 1,0 4 0,5-3 0,0 2 32,0 3 0,1 0 0,-1 1 0,0 3 216,1 1 0,1 2 13,4-2 0,10-11 0,10 4 0</inkml:trace>
  <inkml:trace contextRef="#ctx0" brushRef="#br0" timeOffset="402">24323 7698 25611,'-2'-16'-9831,"-3"0"10050,-4 7 1,-6 9-1,4 10 1,4 7-508,0 5 1,5-3 0,-5 7 0,1-1 129,1 1 1,-1-5 0,5 7 0,-3 1 106,-1 1 0,-6-2 0,5-1 0,3 2-114,1 1 0,0 3 1,-2 0-1,-1-1 49,1 1 1,2 0 0,2-3 0,0-1-442,0-1 1,6-8 0,1 1-1,0-3 390,1-1 0,3-6 0,-4-2-627,2-2 0,2-2 864,5-5 0,-5 0 0,-2-2 881,-2-3 0,4-4-1039,-5-7 0,-8-37 0,-7-8 1</inkml:trace>
  <inkml:trace contextRef="#ctx0" brushRef="#br0" timeOffset="403">24176 8073 26045,'-11'-7'-3127,"2"-4"1,2-3-455,3-3 0,4 7 4570,6-1 0,5 7 0,10-1 0,5 3-848,-1 2 0,6 0 1,-6 0-1,3 0-84,-1 0 0,-6 0 0,5 0 0,-1 0 226,1 0-143,1 0 0,13 0 0,1 0 0</inkml:trace>
  <inkml:trace contextRef="#ctx0" brushRef="#br0" timeOffset="404">25106 8188 15549,'-11'0'0,"2"-2"-663,2-4 0,0 5 1,3-7-562,-2 1 1,-1 5 1056,2-3 1,1-2 41,-7 1 1,8-1-1,-5 3 179,1-1 1,4-2-37,-8 1 1,5 4 0,-3-5-78,2 0-22,1 5 1,1-7-360,0 3 599,-1 5 0,8-7-63,3 8 1,-1 2 0,7 2 0,3 1-12,6-1 1,-2 0 0,6-1 0,0 3-80,3-3 0,4-1 1,1-2-1,1 0-23,-1 0 0,1 0 0,0 0 1,-1 0 3,1 0 0,-8 0 0,-3 2 0,-4 1 98,-1 3 0,-37-8 0,-9-7 1</inkml:trace>
  <inkml:trace contextRef="#ctx0" brushRef="#br0" timeOffset="405">25367 8024 14575,'0'-16'-1886,"0"0"1,2 1 1628,3 4 0,-1 4 0,5 9 272,-2 3 1,4-1 0,-4 5-162,2-2 0,-3 6 10,5-2 0,-6 2 0,4-1 2,-2-1 0,6 0 90,-2 5 0,-2-1 0,2-2-122,2-3 1,-6-4 0,0 3 106,0-2-132,2 6-95,8-4 326,-8 0 0,-4 4 0,-10-8 173,-6-1 0,-5-2 1,-4-1-1,-4 3-29,-1 1 1,3 3-1,-3-5 1,1 3-16,4-3 1,2 5 0,2-3 0,-1 1 151,1 1-236,7-5 1,38 5 0,16-7 0</inkml:trace>
  <inkml:trace contextRef="#ctx0" brushRef="#br0" timeOffset="406">25889 7470 11057,'0'-16'-543,"0"5"1,0 0-11,0-2 0,0-1 0,2-3 510,3 1 1,-1 2 0,5 1 0,-2 2 113,-3-2 1,3 4-1,0 0 119,2 2 0,-5 0-137,1 1-55,-3 4 1,-4-5 0,-1 9-26,-3 3 1,-8-1-1,-1 7 1,-5 0 49,1-2 1,0 5-1,1-3 1,-2 2 24,-1-2 1,-1 3 0,6-5 0,-1 2 8,1 0 0,5-5 0,0 3 49,-2-2-20,-1 6-5,5-12 1,3 7-107,12-8 1,3 0 0,7 0 1,-5 0 30,0 0 1,-2 1-31,2 5 0,-4-2 0,-7 6-4,0 3 1,0 2 0,0 1 0,0 2-15,0 4 1,0 3 0,-2 8 0,-1-1-13,-3 1 1,-5 1 0,4 3 0,0 3-19,0 1 0,-4 1 0,5 3 1,3-3 52,1-2 0,-3 0 0,-1-4 0,2 0-37,3-5 1,-1 2 0,-2-8 0,-1 2 12,1 0 0,1-7 1,-1 2-1,-3-2 31,-2 2 1,5-8 0,-3 4-1,1-1 48,1-5 0,-2-5 1,3 4 1,-1 2 10,-1-6-32,6 1 1,2-14-1,3 1 46,6 1 1,4-3 0,1 0 0,0-1-10,1 1 1,4 2 0,1 3 0,-2-2-80,-2-1 1,0-1 0,2 6 0,2 0-237,-2 0 0,4 0 285,-3 0 0,-6 0 0,-8 0 0</inkml:trace>
  <inkml:trace contextRef="#ctx0" brushRef="#br0" timeOffset="407">26117 7666 8544,'0'-17'-240,"0"6"1,0 1-225,0-3 0,0 4 386,0-2 0,0 9 0,0 2 89,0 9 1,-5 6-1,0 1 1,1 0 8,2 1 0,2 4 0,0 1 0,0 0-35,0 1 0,0-3 0,0 8 1,0-1-51,0-2 1,0 4 0,0-5-1,0-1-41,0 1 0,0 5 0,0-4 0,-2 1 13,-3-5 0,3 5 1,-3-1-1,1 0 93,-1-3 0,-5-4 0,-6-1 0</inkml:trace>
  <inkml:trace contextRef="#ctx0" brushRef="#br0" timeOffset="408">26313 8188 7204,'-16'-8'-280,"5"7"1,2-3 0,0 6 336,0 3 1,5 8 0,-3-2-1,1 3-6,1 3 0,0-7 0,3 1 0,-2 2-32,-1 1 1,-3 3 0,5 1-75,-3 4 1,1 1 0,5 4 54,0-5 0,22-11 0,5-4 0</inkml:trace>
  <inkml:trace contextRef="#ctx0" brushRef="#br0" timeOffset="409">26770 7861 7762,'0'-16'-487,"0"0"1,0-1 0,2 1 644,3 0 0,-3 5-95,3 0 0,-5 9 7,-5 2 0,1 2 0,-5 9 0,0 2 18,0 1 1,4 2 0,-4 1-1,0 1-60,0 4 0,5-4 0,-3 4 0,1-3-31,1 3 0,-1-4 0,6 6 0,0-2-18,0-1 1,0 1 0,0-6 0,0 1 5,0-1 0,0 0 0,2-1 0,4-2-8,5-3 1,-2-6 0,1 1 0,3-3-33,2-2 0,1 0 0,2-2 1,2-1-12,2-3 0,0-6 0,-6 1 0,0-4 13,0-1 0,1-6 0,-1 1 1,-1 1 15,-5 1 0,5-2 0,-4-3 0,2 1 22,-3-1 1,-2 1 0,-7 3 0,3-2 20,2 2 1,-1-5 0,-5-1 0,-2 1-1,-3 3 1,1 4 0,-7 2 0,-1 1-9,-3 4 1,-1-1 0,-1 6-1,-1 4-33,-3 6 0,2 0 1,-4 6-1,1 5-41,0 5 0,6-2 0,5 6 0,-2-1 76,-1 4 0,-2-3 0,14 65 0,3-40 0,0-1 0</inkml:trace>
  <inkml:trace contextRef="#ctx0" brushRef="#br0" timeOffset="410">27113 8204 7973,'0'-16'-1073,"-6"-1"1146,1 1 1,-3 7-36,3 3 1,1 5-19,-7 1 0,6 7 0,-4 4 0,2 3-31,3 3 1,-3 1 0,0 2 0,-1 1-54,1-1 1,-4 4 0,6-1 0,-1 1-262,-1 0 1,5 3 324,-3-6 0,-11 30 0,-3 2 0</inkml:trace>
  <inkml:trace contextRef="#ctx0" brushRef="#br0" timeOffset="411">27504 7861 8257,'7'-16'-833,"-5"5"0,4 0 816,-5-1 1,-1 3 200,0-2-101,8 7 1,-8-3 0,1 9-2,-4 3 1,-8 4-1,4 7 1,-1 1-24,1-1 1,-6 0 0,4 1 0,-1-1-38,-1 0 1,5 2-1,-3 2 1,0 2-51,0-2 0,5-2 1,-1-2-1,1 1 6,-1-1 1,3 0-1,-3 1 10,3-1 1,4-1 0,3-5 0,6-4-14,3-4 0,3-2 0,1 0 0,2 0-58,2 0 1,5-8 0,-4-2 0,1-5-5,0-1 1,3-1 0,-4 1-1,1 0-1,-1-1 0,-1-4 0,-6-1 0,-1 2 26,-4 2 0,2-4 0,-6-1 0,0-1 70,0 1 1,-1-5 0,-6 5-1,-2-1 2,-4 1 0,-3 1 1,-7 6-1,-2 1-4,-4 4 0,2 4 0,-5 7 1,0 0-20,-1 0 1,1 7-1,-4 4 1,3 4-48,3 1 0,1 2 0,6 2 0,-1 4-59,1 1 119,0-5 0,21 61 0,6 8 0</inkml:trace>
  <inkml:trace contextRef="#ctx0" brushRef="#br0" timeOffset="412">27765 8171 7349,'0'-16'-969,"2"7"1084,3 3 13,-3 5 0,5 8 0,-7 4-34,0 3 1,-1 8 0,-5 0 0,-3 0-66,0 1 0,-5-3 0,3 5 0,-4-1-94,-1-4 1,0 3 0,-1 1 0,3 1-492,3 4 556,-4-5 0,28-1 0,-2-6 0</inkml:trace>
  <inkml:trace contextRef="#ctx0" brushRef="#br0" timeOffset="413">28157 7927 5811,'1'-9'-17,"5"3"1,-3 4-1,8 1 13,2-5 0,-4 4 0,0-5 12,-2 0 1,6 3 57,-2-7 0,2 6 0,-1-6 72,-1-2 1,-7 4 0,3 0 218,0 2 20,-5-6-314,5 4 0,-12 2 1,-2 5-1,-2 8 1,-4 3 1,-2 1 0,-1 7 0,0-1-13,0 0 1,5 6 0,0 0 0,-2-2-41,-1-2 1,3 4 0,2-1 0,0 1-24,0 2 0,5-6 1,-2 4-1,5-2-24,1 1 1,0-8 0,1 3 0,3-1 5,2-1 0,6-5-1,-1-3 1,4-4-10,1-2 0,0 0 0,1 0 0,-1 0-4,0 0 1,2-2-1,2-4 1,2-5-35,-2-3 0,-2-2 0,-2-1 1,1 1 31,-1 0 1,0-6-1,1 0 1,-3 0 30,-3-1 1,-2 3-1,-5-7 1,3 0-5,2 1 0,-5-5 1,1 4-1,-3-4 14,-2-1 1,-2 1 0,-2 2 0,-3 4 18,-2 1 0,-2 2 1,-5 8-1,0 3-59,-1 6 0,1 5 0,0 5 0,-1 6-43,1 3 1,0 8 0,-1 2 0,1 1 13,0 4 0,-1 2 0,3 1 0,1 1 73,2 0 0,6 12 0,0 8 0,-4 4 0,1 0 0</inkml:trace>
  <inkml:trace contextRef="#ctx0" brushRef="#br0" timeOffset="414">28418 8237 8544,'0'-17'-151,"5"1"1,0 0-790,-1-1 1,5 8 795,2 4 1,-2 3 142,2 2 0,-6 0 213,6 0 1,-7 7-124,1 4 0,-5 4 0,-3 1 0,-5 0-78,-1 1 0,-1-1 0,-7 0 1,1 0-79,0 1 0,1 5 1,2-1-1,3 1-10,-3 2 0,0-6 0,2 5 1,4-1 76,0 0 0,12 14 0,-3-2 0</inkml:trace>
  <inkml:trace contextRef="#ctx0" brushRef="#br0" timeOffset="415">28907 7894 8544,'0'-16'0,"0"-1"-446,0 1 1,0 0 0,0-1 167,0 1 1,0 5 361,0 0 1,0 6 10,0-6 1,-2 9 0,-1 2 8,-3 9 0,-7 6 0,3 1 0,-3 0-27,2 1 0,-3 5 1,3 1-1,-2 1-34,2-1 0,-3 6 1,5-3-1,-2 1-54,0 0 0,5-7 1,-3 2-1,2-2 1,3 1 0,3-3 0,1 4-5,0-4 1,1-7 0,5-2-1,5-2-12,3-3 0,4-2 0,4-4 0,3-2-95,1-1 0,3-8 0,-6 2 0,1-3 18,0-2 1,3-1 0,-6 1 0,-1-2 64,-1-4 0,-3 2 0,0-5 1,-1-1 11,-4 1 0,1 0 0,-6-4 0,-3 2 19,-1-2 0,-4-2 0,-1-2 1,-5 2 5,-1 4 0,-7 0 0,-8 9 0,1 5 11,-1 4 0,-5 4 1,4 6-1,-2 5-120,0 5 1,7 3 0,-2 3 0,6 1 110,5 3 0,-2-1 0,8 8 0,6 28 0,8 13 0</inkml:trace>
  <inkml:trace contextRef="#ctx0" brushRef="#br0" timeOffset="416">29135 8432 8544,'0'-16'-1357,"2"0"831,4-1 1,-5 1 787,5 0 0,-2 7-137,1 3 0,-3 6-34,3 6 1,-5-3-1,-5 8 1,-6 2-106,-4 1 1,-1 8-1,0 0 1,-1-2-29,1-2 1,0 4 0,0 1-1,1 1-202,4-1 1,-3-1 0,5-6 243,0 1 0,23-30 0,13-7 0</inkml:trace>
  <inkml:trace contextRef="#ctx0" brushRef="#br0" timeOffset="417">29543 7927 8544,'-16'-8'-286,"1"5"0,3-6 6,1 1 0,7 1 154,-1 2 1,1 3-1,1-2 183,-3 8 0,-1 3 1,3 6-1,-1-2 17,1 1 0,-3 3 0,1 3 1,1 2-35,-2 2 1,5-1 0,-5-2 0,1 1-27,1 1 0,-1 3 1,6-4-1,0 2-14,0-3 0,0 0 0,0-3 1,0 0-16,0 1 1,2-1-1,4-2 1,5-3 0,3-5 1,2-5 0,2-1 0,2 0-45,2 0 1,5 0 0,-3-1 0,-1-5-36,1-5 1,3-3 0,-5-4 0,0-2 19,1-2 0,-5-2 1,2 5-1,-5-5 11,-4-1 1,-6 3 0,4-5 0,-1-1 16,-5 3 1,-1-6 0,-4 4-1,-3-4 34,-6-1 0,-4-1 1,1 0-1,1 1 19,2-1 0,0 8 1,-5 5-1,0 5 9,-1 5 0,1 6 1,0-2-1,-1 6-69,1 6 0,0 8 0,1 10 0,3 1-11,1 4 0,2 2 1,-4 2-1,4-1 63,2 1 0,0 21 0,1 12 0,2 4 0,-1 1 0</inkml:trace>
  <inkml:trace contextRef="#ctx0" brushRef="#br0" timeOffset="418">29870 8383 8233,'5'-11'-923,"0"1"0,3 4 1083,-3-5 1,-1 8-1,5-5-41,-2 1-35,-2 5 0,-5-3 1,-1 9-1,-5 3-40,-5 2 1,-3 0 0,-2 4 0,-1-3-82,1 3 0,0 2 0,-1 1-82,1 0 0,1 1 0,3-3 1,1-1-303,-2-2 1,6-6 420,2 6 0,32-7 0,9 3 0</inkml:trace>
  <inkml:trace contextRef="#ctx0" brushRef="#br0" timeOffset="419">30424 7845 8544,'-2'-16'-78,"-3"-1"0,1 1-145,-7 0 0,6 7 0,-6 3 107,-2 5 1,4 2 0,-2 5 0,1 5 156,1 3 0,-6 2 0,6 1 1,-2-1 76,0 0 1,2 1 0,-4-1-1,3 2-103,-3 4 1,4-2 0,-2 5 0,0-1-31,2-4 0,-4 3 1,6 1-1,0-1-2,0 1 0,1-2 0,6-6 0,0 0-17,0 1 1,2-1 1,3 0 1,10-7 0,7-3 0,-1-6-59,3-6 1,-4 3 0,7-8 0,0-2-11,-1-1 1,3-1-1,-8 2 1,-1 1 68,-2-6 0,-1 1 0,-3-6 0,-1-1-2,-2-3 1,-6 2 0,4-3 0,-1-1 47,-5-1 1,-1-3 0,-2 0-1,0 1-17,0-1 0,-5 1 0,-3-1 0,-1 0-51,-3 1 0,3 8 0,-2 6 0,-2 7-20,-2 4 0,-1 1 0,0 8 1,1 4-4,4 5 0,-3 8 1,3 5-1,-2 1 76,3 4 0,-5 2 0,4 2 0,-3 57 0,5-37 0,1 0 0</inkml:trace>
  <inkml:trace contextRef="#ctx0" brushRef="#br0" timeOffset="420">30473 8383 8544,'0'-16'-570,"0"0"0,2 1 0,2 3 0,3 2 425,2 3 0,-4 0 731,6 2-323,0 3 1,-2-4-211,-3 12 0,-10 3 1,-5 7-1,-4 0-51,-5 1 0,-4 1 0,2 2 1,-3 1-69,-3-1 0,1 4 1,-4 0-1,4-1-94,1 1 1,2-1 0,4-3 0,0 2 159,2-2 0,25-24 0,18-7 0</inkml:trace>
  <inkml:trace contextRef="#ctx0" brushRef="#br0" timeOffset="421">30946 7861 8544,'-11'-16'-685,"0"0"0,6 7 0,-4 5 808,2 8 1,-4-1 0,4 8-1,-1 2-37,1 1 1,-6 3 0,3-1 0,-3 0 55,2 1 0,-4-1 0,6 0 0,-2 1-130,1-1 0,4 0 0,-3 2 1,2 2 26,3 2 1,2 0 0,1-6 0,-3 0-101,-1 1 0,-1-1 1,6 0-1,0 1 21,0-1 0,7-7 0,4-2 0,4-1-9,1-1 1,2 1 0,2-6 0,2 0-9,-2 0 1,0-6 0,0-1 0,1-2-15,-1-4 0,4 4 0,-2-2 1,-2-2-18,-2-1 1,-7-8 0,0 0-1,-1 1 39,-1-3 1,1 4-1,-7-7 1,3 0 11,-3 1 1,-1-4-1,-2 3 1,-2-4 44,-3-2 1,1 2 0,-5 2 0,0 4 4,0 1 1,4 3-1,-6 4-43,-2 1 1,-2 7-1,-1 3 1,2 6-50,3 6 1,-4 3-1,4 9 1,-1 2-13,1 2 0,-4 7 91,4-2 0,4-11 0,0-1 0</inkml:trace>
  <inkml:trace contextRef="#ctx0" brushRef="#br0" timeOffset="422">31158 8416 8475,'0'-16'-337,"0"-1"572,0 1 1,0 5-1290,0 0 990,0 8 1,0-3 0,0 12-1,-2 3 143,-3 0 0,1 5 0,-6-1 0,-1 5-117,2 4 0,-6 1 0,4-3 0,-3 4-73,-3 1 0,-4-3 0,-1 5 0,2 0-520,2-1 631,9 5 0,9-13 0,9 5 0</inkml:trace>
  <inkml:trace contextRef="#ctx0" brushRef="#br0" timeOffset="423">31680 7829 8475,'0'-26'-838,"0"5"1,-2 10 799,-3 5 0,-2 12 1,-6 5-1,2 3 173,-1 2 0,-3 1 0,-1-1 0,1 2 6,4 4 1,-7-4 0,6 6 0,-1-3-120,-2 1 0,3 5 0,-1-3 1,2 1-41,-2 4 0,6-5 1,2-2-1,3-3 7,2 3 1,0-4-1,0 4-21,0-4 1,7-9 0,4-3 12,4-4 1,3-2 0,2 0 0,1-2-3,-1-4 1,0 3 0,0-8 0,2-2-21,-2-1 1,-2-3 0,-2 1 0,-1 0-15,-4-1 0,3-1 0,-3-2 0,2-3 3,-2-3 1,3 5 0,-5-7-1,2 1-34,0 2 1,-7-8-1,3 2 1,-2-5 51,1 0 0,-1 2 1,-5 1-1,0 2 38,0 4 1,-7 3 0,-4 10 0,-5 3-2,-6 6 1,2 3 0,-7 4 0,0 5-43,1 9 1,-3 2-1,7 9 1,1 1-240,-3-3 278,6 13 0,-7 2 0,-3 5 0,2 11 0,0 1 0</inkml:trace>
  <inkml:trace contextRef="#ctx0" brushRef="#br0" timeOffset="424">31746 8449 8475,'5'-11'0,"2"0"-367,2-2 0,-3 6 1,3 0 259,-2-1 0,0 7 234,-1-5 0,-6 6-69,0 6 1,-8-3 0,-8 8-1,2 2-65,3 1 0,-4 3 1,4 1-1,-3 2-100,-2 1 0,-1 1 0,1-6 0,0 1-206,-1-1 1,3 2 0,1 0 312,2-1 0,51-12 0,7-14 0</inkml:trace>
  <inkml:trace contextRef="#ctx0" brushRef="#br0" timeOffset="425">32284 7861 8475,'0'-16'-138,"0"0"1,0-1 27,0 1 1,0 5-22,0 0-19,0 8 0,0 3 0,0 12 188,0 8 1,-2-1 0,-2 2 0,-1-1-2,1 2 0,-3-4 0,0 6 0,0-1-1,-1 4 1,1-3-1,4-1 1,-5-1-32,-1 0 1,6 2 0,-3-5 0,4 3-13,2-2 0,0-2 0,0-1 0,0-1-94,0 0 1,2-7 72,4-3 0,3-4 1,7-2-1,0-2-34,1-4 0,4-3 1,1-7-1,0 0-28,1-1 0,-4 1 0,2-2 1,-3-2 6,-1-2 1,-1-7 0,0 4-1,-1-2 22,-4-1 0,1 1 0,-4-5 0,-1-1 37,0 0 0,4-5 0,-6 0 0,-1 2 42,-2 2 0,-2 1 0,0 2 1,-2 6 75,-3 8 1,-6 3 0,-9 9-1,-4 3-91,-1 5 0,0 6 0,-4 8 0,1 1-69,-1 4 1,4 1 0,0 6 0,1-2-291,4 2 356,-5 2 0,-1 45 0,10-32 0,0-1 0</inkml:trace>
  <inkml:trace contextRef="#ctx0" brushRef="#br0" timeOffset="426">32480 8400 8475,'0'-17'0,"0"1"-229,0 0 0,0-1-329,0 1 599,0 7-29,7 2 0,-5 9 0,3 3 0,-5 6 51,-5 3 0,1 4 0,-5 2 0,0 4-122,0 1 1,-2-3-1,-3 5 1,1 2-230,2 2 1,0-4-1,-3 0 288,3 2 0,-18 10 0,2 2 0</inkml:trace>
  <inkml:trace contextRef="#ctx0" brushRef="#br0" timeOffset="427">32920 7910 8475,'-16'0'-405,"-1"0"1,1 0-20,0 0 1,5 0-1,0 2 624,-2 4 1,4 8-1,0 8 1,0-2-143,0-2 1,4 4 0,-4-1 0,1 1 3,5 2 1,-1-6-1,1 5 1,-3-1-10,2 0 0,3 1 0,1-3-82,0 2 0,5 0 1,2-8-1,2-1-13,4-2 0,-4-7 1,2 1-1,2-3-27,1-2 1,3 0 0,-1 0 23,0 0 1,0-7 0,1-3-1,-1 0 17,0-1 0,1 0 0,-3-5 0,-1-3-5,-2-2 1,0 3 0,3-6 0,-1 2-13,-2 0 1,-6-7 0,4 4 0,-1-2 29,-5 0 0,-1 0 0,-2-4 0,0 2 4,0 2 0,-5 5 0,-3-4 0,-1 5-28,-4 6 1,-1 1-1,-2 8 1,-1 3-267,1 1 305,0 9 0,-22 38 0,-6 17 0</inkml:trace>
  <inkml:trace contextRef="#ctx0" brushRef="#br0" timeOffset="428">33165 7470 8475,'-2'-16'-174,"-2"-1"0,-1 1-338,1 0 1,3 5 0,1 0 0,-2-2 507,-4-1 1,4 3 0,-3 0 213,3-2 0,2-1 0,0-2 128,0-1-328,0 8 1,2 2-17,3 7 0,5 0 0,6 2 8,0 3 0,8 2 0,1 6-16,0-2 1,-1-6-1,-8 4 1,1-1 3,-1-5 1,0 5-1,1-3 13,-1-1 0,0 3 0,1-2 10,-1-1 0,-5-2 1,0 0-8,1 3-3,-4-3 0,-1 7 14,-7-4 1,0-1 0,-2 7 6,-3 2 1,1-1-1,-5 1 1,0-2-1,0 1 1,0 8 0,-4 2-1,2 0-3,-2 1 0,4 3 1,-2 6-1,1 1 7,1 0 0,-6-1 0,6 1 1,-2 1-30,0 4 0,6-3 1,-4 3-1,0-2 0,0 2 0,3-2 0,-3 6 0,0-2-5,0-4 1,5 4 0,-3-2 0,2 0 0,-1 2 0,-1-5 0,3 4 0,-1-1-33,1 0 0,-3 1 0,2-9 1,1-1-52,2-1 1,0-9 0,-1 3 53,-3-4 1,-1-3 29,2-4 0,1 1 1,-7-6-1,-2-3 1,-1-1 0,-2-2 1,-1 0-1,-1 0-33,-4 0 0,4 0 0,-5 0 1,-1 0 36,-3 0 0,-26 0 0,-12 0 0,-6 0 0,1 0 0</inkml:trace>
  <inkml:trace contextRef="#ctx0" brushRef="#br0" timeOffset="429">23540 9509 11802,'7'-17'-2624,"-5"7"2359,3-1 0,-3 5 1,0-3 63,3 2 0,-3 0 344,4 1-48,-4-3-201,-2 0 72,0 2-73,0 7 0,0 7 0,0 4 97,0 3 1,0 3-1,0-1 1,0 0 36,0 1 0,0 4 0,0 1 0,0-2-12,0-2 1,0 4-1,0 0 1,0-2-36,0-2 0,0 4 1,0-1-1,0-1 12,0-2 0,0-1 0,-2-1 0,-2 0-7,-1 1 1,-6-1 0,4 0-12,-3 1 0,0-7 1,-7-1-24,1-1 1,0-3-1,-1-5 1,-1 0 11,-4 0 1,3 0 0,-7 0 0,1 0 19,-1 0 1,5 0 0,-5 0 0,3 0-22,3 0 1,2-5 0,1-1-1,1 1-186,0-2 1,7 3-35,3-7 258,4 0 0,60-27 0,15-5 0</inkml:trace>
  <inkml:trace contextRef="#ctx0" brushRef="#br0" timeOffset="430">23279 9427 8175,'-16'-7'0,"1"-4"-408,4-3 1,4-3 0,5 3 215,-3 3 1,5-2 0,-2 6 275,6-2 0,8 5 0,-1-3 1,4 2-70,1-1 0,0-1 1,1 3-1,1-1 5,3 1 1,-2-3 0,4 1 0,-1 3-117,0 1 1,5 2-1,-5 0 1,-3 0 95,0 0 0,-3 7 0,0 2 0</inkml:trace>
  <inkml:trace contextRef="#ctx0" brushRef="#br0" timeOffset="431">23931 9280 8555,'0'-16'-513,"0"0"-314,0-1 675,0 8 1,0 4 190,0 10 1,0 4 0,0 8 0,-1-1-40,-5 0 1,4 1 0,-3-1 0,3 2-96,2 4 0,0-4 0,0 6 0,0-3 95,0 1 0,15 29 0,3 1 0</inkml:trace>
  <inkml:trace contextRef="#ctx0" brushRef="#br0" timeOffset="432">24258 9786 8481,'0'-16'-939,"0"-1"1,0 6 849,0 1 193,0-1 1,0 0 12,0 0 0,0 6 0,2-5-10,3 3 1,-3 0-15,3 2 1,-3 1-116,-2-7-48,0 7 0,-2-3 0,-1 9 1,-5 2 36,-1 1 1,-2 8 0,-5-4 0,-2 2 36,-4 0 0,4 1 0,-6 8 0,3 2 21,-1-2 0,-5 3 0,5 1 0,2 0-5,2-1 1,2 1 0,-1-4-1,3 1-15,3-1 0,-2-2 1,8-1-9,1-1 0,4-2 1,6-3-1,5-5-7,3-4 1,4-2 0,2-2 0,2-2-81,-2-1 1,3-8-1,-1 2 1,0-3 9,1-3 1,-4 1 0,2 0-1,-3-1 41,-1 1 1,-1 0 0,0 0 0,1-3 44,-1-2 1,-5 3 0,-2-4-1,0 4 43,0 1 0,-5 6 99,1 1-125,-3 6 1,-4-3-1,-1 9 1,-3 3-3,2 6 1,1 2-1,-1-1 1,-1-1 1,1 2 0,2 1 1,2 3-1,0-1-19,0 0 0,0 1 0,0-1 0,0 0-71,0 0 0,2 1 0,2-1 1,1 0-416,-1 1 482,5-1 0,22-14 0,12-4 0</inkml:trace>
  <inkml:trace contextRef="#ctx0" brushRef="#br0" timeOffset="433">24535 9737 8481,'0'-16'-1516,"0"5"1021,0 0 534,0 7 0,0 4 0,-2 11-17,-3 4 0,3 1 0,-5 2 1,1 2-21,1 2 0,-1 0 0,6-6 0,-1 0-21,-5 1 0,4-1 0,-3 0 1,3 0-109,2 1 1,0-6 126,0-1 0,7-28 0,2-2 0</inkml:trace>
  <inkml:trace contextRef="#ctx0" brushRef="#br0" timeOffset="434">24633 9558 8481,'-2'-15'-372,"-3"4"1,3-3 4,-4 3 1,3 4 321,-3 1 0,5 12 0,-7 5 0,3 5 17,-1 6 0,-1 3 0,4 8 1,-3-1-66,2 1 0,-3 5 1,2 2 92,1 1 0,2 32 0,2 12 0</inkml:trace>
  <inkml:trace contextRef="#ctx0" brushRef="#br0" timeOffset="435">24845 9786 8481,'0'-16'-172,"0"-1"0,0 6 0,0 1-591,0-3 678,0 6 0,-2 5 0,-1 9 1,-3 2 62,2 4 1,-3 1-1,2 3 19,1-1 1,-3 0 0,1 1-28,3-1 1,1-5 50,2 0-5,0 0 0,7-4-21,4-7 1,2-2 0,0-9 0,-3 0-52,3 2 1,0-5 0,-1 5 0,-1-2 44,2 0 1,-4 5-1,2-3-1,2 2 59,-6-6 0,6 13-9,-8 0 1,0 8-1,-6 8 2,-5 0 1,4 1 0,-5-1-31,0 0 1,5 1-1,-3-1-24,3 0 1,2-5-46,0 0 0,7-7 34,4 1 1,3-9 0,3-3 0,-1-2-16,0-4 0,1-1 0,1-2 0,2-1 3,2 1 0,-1 0 0,-4-1 0,-1 1 41,0 0 0,1-1 5,-1 1 1,0 2 22,0 3 1,-6 5 0,-5 12 21,-3 5 0,-8-2 0,1 1 0,-1 3-7,-1 2 1,4 1 0,-6 0 0,1 1-46,5-1 1,1 0 0,2 2 0,0 2-66,0 2 1,0 0 0,0-6 0,0 0-88,0 1 0,0-1 0,2-2 150,3-3 0,40-11 0,17-9 0</inkml:trace>
  <inkml:trace contextRef="#ctx0" brushRef="#br0" timeOffset="436">25465 9868 8439,'-9'-17'-604,"0"6"1,5 0 622,-1-1-156,-8 5 97,11-8 1,-3 13 0,10-3 53,6 3 0,-2 0 0,2-1-53,2-3 1,-4 1-1,0 3 1,0-2-46,0-1 1,-4-2 19,6 1 1,-5 2-77,5-6 108,-8-1 1,3 2 87,-12 3 1,-3 4 0,-7 2 27,0 0 0,1 8 0,2 1 0,4 2 27,2-1 1,-4 1-1,4 6-72,-2-1 1,5 0-1,-1 1-30,3-1 1,2 0-1,2 1 1,3-3-47,6-3 1,-2 3 0,2-5 0,2 2-62,1 0 0,8-5 0,0 3 0,-1 0 98,3 0 0,38-20 0,16 0 0</inkml:trace>
  <inkml:trace contextRef="#ctx0" brushRef="#br0" timeOffset="437">25954 9819 8439,'-14'-17'-316,"1"3"1,4 1-860,2 2 1884,-6 0-607,11-5-76,-5 7 1,14 7 0,4 8-25,4-3 0,1 4 0,0-1 0,1-1-18,-1 3 0,2-7 0,2 5 0,2-4 0,-2-2 0,0 0 1,0 0-1,1 0-1,-1 0 1,0 0 0,0 0 0,4 0-164,1 0 1,-5 0-1,2 0 1,-4 0-18,-2 0 1,0 0 0,1 0 196,-1 0 0,-29-8 0,-7-1 0</inkml:trace>
  <inkml:trace contextRef="#ctx0" brushRef="#br0" timeOffset="438">26346 9655 8439,'-7'-16'-46,"5"5"0,-6 2-670,1 2 490,5-6 0,-3 13 0,10-2 198,6 6 0,-2 7 0,2-4 41,2 2 0,-4-3 1,2 3-1,2-2-14,1-3 1,-3 3 0,0-2-27,2-1 0,1 3 0,2-1 37,1-3 1,-1-1-1,-2 0 15,-3 3 0,4-3 6,-4 4 0,-4-3 30,-2 3 0,-5-3 1,-5 6-1,-6-1-25,-3-5 1,-8 6 0,-2 0 0,1 2-23,-1 0 1,-3 0 0,5 3 0,2-1-108,2-2 0,2 0 0,-1 3 1,3-1-220,3-2 312,-3 0 0,48-2 0,4-2 0</inkml:trace>
  <inkml:trace contextRef="#ctx0" brushRef="#br0" timeOffset="439">27064 9085 8439,'0'-17'0,"0"1"-474,0 0 1,5 5 0,0 0 376,-1-2 1,-2 4 0,0 0 373,3 2-185,-3 1 0,3 1-97,-10 0 0,-4 1 0,-7 8 1,-1 3-36,1 2 1,0-4-1,-2 4 1,-2 0 21,-2 1 1,-5-1-1,3 3 1,1-1 0,-1 2 1,0-4-1,4 2 1,-1 0 16,1-2 1,2 3-1,1-4 18,1 1-5,7-6 6,2 5 0,9-8 16,3 0 1,4 0 22,7 0 1,-5 1 25,0 5 1,-7-3-2,1 8 1,-3-5 0,-2 5-38,0 1 0,0 3 0,0 1 0,0 0-1,0 1 0,0 1 0,-2 4 1,-3 3-12,-6 0 0,-2 12 0,0-5 0,3 3-52,-3-1 0,-2 4 0,-1 2 0,0 2 7,-1 3 0,1 0 0,0 1 0,0-3 2,-1 2 0,1 1 0,1-3 0,3-3-1,1 0 1,2-6 0,-4 4-1,4-3 12,2-3 1,0-4 0,3-3 0,-2 0-2,3 1 1,1-4 0,2 3 0,0-2-13,0-3 1,0-2 0,0-1-66,0-1 1,2-7 57,3-3 0,4-5 0,8-1 0,-1 0-45,0 0 1,1 0-1,1 0 1,3-1-27,7-5 1,-3 3 0,2-7-1,2 1 14,2 0 0,2 4 0,-1-4 1,1 0-10,0 0 0,-1 5 0,1-3 1,-2 1-51,-4 1 0,2 0 0,-7 5 134,-3 0 0,-37-8 0,-11-1 0</inkml:trace>
  <inkml:trace contextRef="#ctx0" brushRef="#br0" timeOffset="440">27031 9639 8439,'0'-16'-624,"0"5"0,0 0 224,0-2 1,0-1 549,0-2 0,0 5-105,0 0 1,-2 7 7,-3-1 1,3 5 0,-5 5 0,1 6 13,1 4 1,-6 1-1,5 0 1,1 1-21,-2-1 0,3 2 1,-5 2-1,2 2-13,3-2 0,-3 0 0,2-1 0,1 3-30,2-2 0,2-7 0,0-2 0,0 1-9,0 3 1,2-4-1,3-2 1,6-2-49,4-3 1,1-2 0,0-2-1,1 0-54,-1 0 0,2-2 0,2-4 0,2-5 25,-2-3 0,-2-2 1,-2-1-1,0 1 29,1 0 0,-6-1 1,0-1-1,-1-2 28,-1-1 0,-1-1 1,-8 4-1,0-2 32,0-2 0,0-5 1,-2 5-1,-4 2 34,-4 2 0,-5 7 1,-1 0-1,-1 0 2,1 2 1,-6 2-1,1 7 1,1 0-76,2 0 1,1 7-1,3 4 1,1 4-36,2 1 1,6 0 0,-4 1-1,1 1-131,5 3 1,1-2 197,2 2 0,-7-3 0,-2-1 0</inkml:trace>
  <inkml:trace contextRef="#ctx0" brushRef="#br0" timeOffset="441">27357 9916 8198,'0'-16'-330,"2"0"210,3 0 69,-3 6 0,4 3 1,-12 9 100,-5 3 0,-3 5 1,-2 6-1,-1 0-95,1 0 1,0 6 0,-1 0 0,3 0-221,3 1 0,-4-3 265,5 7 0,-12 15 0,-4 9 0</inkml:trace>
  <inkml:trace contextRef="#ctx0" brushRef="#br0" timeOffset="442">27618 9509 8441,'0'-17'-612,"0"1"216,0 0 0,0 5 0,0 0 410,0-2 1,0 4 0,2 0 108,4 2 1,-3 0-58,8 1 0,-6 4-61,6-3 1,0 5 34,6 5 0,-8 5 1,-4 6-1,-3 0-29,-2 0 1,0 6-1,0 2 1,0 1-22,0 4 1,0 2-1,-2 2 1,-2-1-15,-1 1 1,-6-1 0,4 1 0,0 0-54,-1-1 0,-3 1 0,6 0 0,0-1 77,-3 1 0,7 7 0,-7 1 0</inkml:trace>
  <inkml:trace contextRef="#ctx0" brushRef="#br0" timeOffset="443">27749 9965 8441,'-6'-11'-575,"-1"2"368,-2 2 0,4 4 145,-6 8 0,7 4 1,-3 7-1,1 1-7,1-1 1,-8 2-1,4 2 1,-2 2 68,0-2 1,2 3 0,-3-1-1,1-2 0,7 27 0,-3 6 0</inkml:trace>
  <inkml:trace contextRef="#ctx0" brushRef="#br0" timeOffset="444">28157 9590 8441,'0'-16'-1503,"-6"5"818,1 0 744,-8 8 0,6 3 1,-6 10 64,2 5 0,6 1 1,-4 2-1,1 2-23,5 2 0,-4 0 1,1-4-1,3 2-51,1 2 1,2-1-1,0-4 1,0 1-58,0 4 0,0-10 0,0 5 0,2-3-42,3 1 0,-1-5 0,6-1 21,3-1 0,2-3 0,1-5 0,0 0-6,1 0 0,-1-5 0,0-3 0,1-1-34,-1-3 0,0-5 0,0-3 0,1-1 21,-1 1 1,-5-4-1,-2 1 1,-2-1 38,-3 1 0,3-5 0,-1 5 1,-5-1 14,-4 1 1,-4-5 0,-8 7-1,1 1 2,-5 2 0,-1 1 1,2 3-1,-2 3-39,-1 6 0,-3 3 1,4 4-1,-2 3-58,2 6 1,2 9 0,4 3 0,3 3-34,6 3 0,1 3 121,-2 6 0,11 9 0,3 6 0,-2 8 0,-1 0 0</inkml:trace>
  <inkml:trace contextRef="#ctx0" brushRef="#br0" timeOffset="445">28254 10014 8441,'0'-25'-52,"0"3"0,0 4 0,2 2 0,2-1-145,1 1 0,3 5-65,-3 0 259,4 8 1,6-3 61,-5 12 1,-2 3 0,-8 7-85,0 0 0,-2 1 1,-2-1-1,-3 2-96,-2 4 0,-2-4 0,-5 4 0,1-2-495,4 1 616,-3-2 0,-10 19 0,-10-4 0</inkml:trace>
  <inkml:trace contextRef="#ctx0" brushRef="#br0" timeOffset="446">28662 9623 8441,'0'-16'-1949,"-7"5"1971,-4 0 0,2 7-28,-2-1 0,6 8 0,-4 5 177,1 1 0,-4 2 0,3 5-66,0 0 0,0 0 1,5 1-1,-1-1-39,1 0 1,-3 1 0,1 1 0,3 2-23,1 2 1,-4-6-1,1-5 1,1 1-94,2 3 0,2 1 38,0 1 1,6-7 0,1-1-1,2-1-6,4-5 0,1-1 1,3-4-1,1-1-67,4-3 0,-4-6 0,5 1 1,-1-2 3,0 2 0,0-3 0,-4 3 0,2-4 1,1-1 0,-4-6 0,-6 0 0,-1 3 51,0 0 0,-3-2 0,-7-1 0,0 0 24,0-1 0,-7 4 0,-4-2 0,-4 3 15,-1 1 0,-2 1 1,-2 2-1,-2 1-3,2 2 1,-3 7-1,1-1 1,2 5-60,2 5 1,1-1 0,3 7 0,1 3-48,2 6 1,8-2 0,-3 6 0,4-1 97,2 5 0,0 2 0,3 16 0,2 6 0,-1 5 0,1 1 0</inkml:trace>
  <inkml:trace contextRef="#ctx0" brushRef="#br0" timeOffset="447">28760 10096 8441,'0'-18'0,"2"-2"-74,3-2 1,-1 2-1,5 7 1,0 4-125,0 2 1,2-6 0,5 4-56,1 0 0,-6 2 290,0 7 1,-2 2 0,0 3-5,-9 6 0,-2 4 0,-9 1 1,-4 0-64,-4 1 0,0 1 1,-4 3-1,-1 5-86,-3-1 1,2 1 0,-1-6 0,3 1-472,3-1 587,-6 6 0,-6-1 0,-10 8 0</inkml:trace>
  <inkml:trace contextRef="#ctx0" brushRef="#br0" timeOffset="448">29250 9672 8441,'0'-17'-246,"0"1"0,-2 2 0,-2 1-609,-1 2 845,-1 7 0,4-1 106,-3 10 1,1 3 0,-5 4 0,0-3-45,0-1 1,4 4-1,-4-1 1,0 4-1,0 1 0,3 0 0,-3 1 0,0-1-16,0 0 1,4 6-1,-5 0 1,1-2-27,0-2 0,6-2 1,-3 1-33,4-1 1,2 0 0,0 0 7,0 1 0,8-8 0,3-2 0,3-2-58,2 1 1,1-1 0,1-5-1,2-1-27,2-5 0,-1 2 1,-4-5-1,-1 0 35,0 0 1,1-2-1,1-5 1,0 0 33,-2 0 1,4-1-1,-11 1 1,2-2 35,0-4 0,-6 2 0,4-5 0,-1-1-12,-5 1 1,-1 3 0,-2-5-1,0 0 9,0 1 0,-5-3 0,-3 8 0,-1 1 3,-3 2 1,-3 1 0,-1 3-1,-1 3-30,1 6 1,0 3-1,0 4 1,-1 3-83,1 6 1,1 3 0,3 5-1,3 2-155,1 6 261,-4 4 0,10 14 0,2 8 0,-4 4 0,1 0 0</inkml:trace>
  <inkml:trace contextRef="#ctx0" brushRef="#br0" timeOffset="449">29478 10080 8441,'0'-17'-548,"0"1"0,2 1 1,1 3 738,3 1 0,1 7-209,-1-1 96,-5 3 0,5 9 0,-12 4-104,-5 4 0,-5 1 1,-4 0-1,-2 2-50,3 4 0,-5-4 1,2 4-1,0-4-116,-1-2 1,5 1 0,-2 1 0,5 2 191,4 2 0,15-8 0,-2-7 0</inkml:trace>
  <inkml:trace contextRef="#ctx0" brushRef="#br0" timeOffset="450">29951 9655 8441,'-16'-10'0,"1"-1"-598,4-2 1,-3 6 0,3 1 651,-3 5 0,3 2 0,2 5 0,0 5-42,-1 3 1,0 1 0,-5-3 0,2-1 130,3 2 0,-1 1 0,-4 5 0,2-1-103,3-2 1,4 9 0,-3-8 0,2 1-16,3 0 0,2-2 0,2 1-41,0-1 0,0 0 0,0 0 1,2-1-14,4-4 1,-3-2 0,8-6-1,2 3-16,1-2 0,3-3 1,1-1-13,4 0 0,-4 0 1,2-1-1,-6-3 13,-3-2 0,0-6 0,5 1 8,0-4 0,1-1 0,-3 0 0,-1 0 25,-2-1 0,-8-1 0,5-2 0,-3-2-4,1 2 1,-1-3 0,-5-1 0,0 1-11,0-1 0,0 1 1,0 3-1,0-2-37,0 2 0,-7 2 1,-4 3-1,-4 5-13,-1 4 0,0 4 0,-1 2 0,1 2-9,0 4 0,0 4 0,-1 10 84,1 2 0,-15 58 0,14-36 0,0 1 0</inkml:trace>
  <inkml:trace contextRef="#ctx0" brushRef="#br0" timeOffset="451">30049 10128 8441,'-5'-10'-422,"-1"-1"1,-1 5 169,1-5 0,5 10 0,-7-1 312,1 5 0,3 10 1,-6-4-1,-1 2-20,2 0 0,-6 5 1,4 6-1,-3 0-104,-3 1 0,-1-3 1,0 6-1,0-1-99,4 0 1,1 1 162,-3 1 0,-1 18 0,1-1 0</inkml:trace>
  <inkml:trace contextRef="#ctx0" brushRef="#br0" timeOffset="452">30522 9590 8441,'-2'-16'0,"-1"0"-738,-3-1 0,-7 8 681,3 4 0,-5 10 1,-1 6-1,-1 4 180,1 1 1,0 2 0,0 2 0,1 4 50,4 1 1,-3-5 0,3 3 0,-2-1-85,2 0 0,-1 1 0,6-3 1,2 2-79,3-2 0,1-2 0,0-1 0,0-1-35,0 0 1,0-5-1,1-2 1,5-2-20,5-3 1,3-2-1,3-2 1,-1 0 19,0 0 0,1 0 0,-1 0 0,2-2-76,4-3 0,-4 1 1,4-7-1,-4 0 18,-2 2 0,0-5 0,1 3 0,-1-4 3,0-1 1,-5-6 0,0 0 0,0 1-7,-2-3 1,4 6 0,-8-6 0,-1 3 37,-2-1 0,-2-2 0,-2 4 0,-4-3 42,-5-3 1,-3 7 0,-4-3 0,-2 4 14,-2 1 0,-5 8 0,3 4 0,1 3-15,-1 2 0,1 2 0,3 3 0,-2 6-72,2 4 0,4 3 0,3 4 0,4 5-213,2 4 288,1 1 0,14 59 0,-4-39 0,1 1 0</inkml:trace>
  <inkml:trace contextRef="#ctx0" brushRef="#br0" timeOffset="453">30653 10161 8441,'10'-25'-139,"1"3"1,0 9 0,4 2-1,-3 1-409,-1 0 1,-5 1 558,5 4 0,-10 5 1,-1 0 93,-9 9 0,-7 6 1,-6 3-1,-5 2-57,-4 1 0,4 3 0,2-4 0,-1 3-103,1 3 1,0-4 0,-3 5 0,7 0 54,2-2 0,3 28 0,0-1 0</inkml:trace>
  <inkml:trace contextRef="#ctx0" brushRef="#br0" timeOffset="454">31175 9688 8143,'9'-16'-576,"-4"-1"0,-3 7 1,-2-1 643,0-2 1,0 4-1,0-2 40,0-2 1,-6 4 0,-1 0-36,-2 2 1,-4 2 0,-6 6 28,-3 5 0,0 3 1,6 7-1,-1 1 42,1-1 1,-6 6 0,1 1 0,1 1-74,2-1 0,1 4 0,3-3 0,1 0-61,2-1 0,6 4 0,-4-3 0,1-1-30,5 1 1,1-2-1,2-6 1,2 0-52,3 1 1,4-8 0,8-4 0,-1-3-33,0-2 0,6 0 0,2 0 0,-1-2 18,1-3 1,-1-3 0,-3-4 0,4 1-4,1-2 0,-5-1 0,2-3 0,-4-1 18,-2-3 1,1 1-1,-3-6 1,-1 3 21,-2 3 1,-8-6-1,3-1 1,-3-4 30,3-1 0,-4 5 0,3-1 0,-3-1 35,-2-1 1,0-3 0,-2 2-71,-3 4 0,-5 5 0,-6 11 0,0 6-14,0 3 0,-1 4 0,1 5 0,0 8-45,-1 5 0,1 9 111,0-2 0,-8 62 0,11-37 0,1 1 0</inkml:trace>
  <inkml:trace contextRef="#ctx0" brushRef="#br0" timeOffset="455">31256 10161 8432,'2'-25'-80,"3"3"1,-3 9 0,5 4-454,1 2 326,1 2 1,0 12 0,-6 4 246,-6 3 1,-4 2 0,-6 1 0,2 1-116,-2 4 0,-1-4 0,-2 4 0,-1-3 75,1 3 0,-15 18 0,-3 11 0</inkml:trace>
  <inkml:trace contextRef="#ctx0" brushRef="#br0" timeOffset="456">31680 9688 8432,'0'-16'-398,"0"-1"0,0 1-182,0 0 1,0 5 1770,0 0-1232,0 0 1,0 4 0,-2 5 0,-1 8 146,-3 3 0,-6 2 0,1 5 0,-4 2 1,-1 4 1,0-2-1,1 5 1,3-1-74,1-4 0,2 3 1,-4 1-1,4-1-32,2 1 1,1-2-1,6-6 1,0 2-77,0 4 1,0-4 0,0 4-73,0-4 0,7-9 0,4-2 0,6-2 91,4 1 0,-3-1 1,4-7-1,-4-1-2,-1-3 1,-1-4-1,0 2 1,1-1 6,-1-3 0,0-3 1,-1-1-1,-3-1 27,-1 1 1,-7 0-1,1-2 1,-3-2 8,-2-2 1,0-5 0,0 3 0,0-1-29,0-4 0,-2-2 1,-1-2-1,-5 3 17,-1 2 1,0-1 0,-3 8 0,3 1-4,1 2 0,-4 3-90,1 4 0,4 6 0,-1 10 0,3 6-140,-1 4 258,1 8 0,12 61 0,-2-32 0,-1 1 0</inkml:trace>
  <inkml:trace contextRef="#ctx0" brushRef="#br0" timeOffset="457">31860 10112 8432,'0'-16'-18,"0"0"-191,0 6 1,-6 5 0,1 10 57,1 6 0,-3 4 0,0 1 1,-2 2 90,-4 4 1,-2-2-1,-1 5 1,0 1-52,0-1 1,5-3-1,0 5 111,-2 2 0,-9 31 0,-3 9 0</inkml:trace>
  <inkml:trace contextRef="#ctx0" brushRef="#br0" timeOffset="458">32317 9672 8432,'9'-17'-910,"-4"1"1,-3 0 1233,-2 0 1,0 5-137,0 0 0,-7 9-26,-4 2 1,-4 7-1,-1 10 1,0-1-77,-1 0 0,1 6 0,0 1 0,-1 1-67,1 0 0,2 3 0,1-4 0,4 1 14,2-1 1,-4 5 0,5-5 0,3 1-132,1-1 1,2 4 0,0-3-1,0 0-29,0-1 0,2-3 0,3-7 0,6-4 7,3-2 1,3-1 0,1-6 0,2 0 47,2 0 0,-1-6 0,-3-1 0,2-2 22,2-4 0,0-3 0,-6-4 0,0-4 54,1-1 0,-3 0 1,-1-4-1,-4 1 11,-2-1 0,4 4 0,-4-2 1,1-2-9,-1-2 1,-2-2 0,-5 1 0,0 1-10,0 4 1,0-4 0,0 4-1,0-2-64,0 2 1,-1 3 4,-5 8 0,-3 9 0,-7 7 0,-1 9-28,1 5 0,0 10 1,-2 1-1,-2 2-45,-2 0 0,0 2 134,6 9 0,7-18 0,2 2 0</inkml:trace>
  <inkml:trace contextRef="#ctx0" brushRef="#br0" timeOffset="459">32480 10177 8381,'0'-10'-1777,"1"0"1535,5 3 551,-4 2-157,5 5 1,-14 7 0,-4 4-173,-4 3 1,-1 5 0,0 0 0,-2 5-91,-4 1 1,4-3 109,-4 5 0,-25 29 0,-6 13 0</inkml:trace>
  <inkml:trace contextRef="#ctx0" brushRef="#br0" timeOffset="460">32887 9672 8381,'2'-17'-172,"4"1"1,-4 5 0,3 0 0,-1 1-478,1 0 0,-3-4 1106,3 3-294,4 4 1,-14 0 0,1 8 0,-5 5-6,-2 5 1,-1 3 0,-8 3 0,-2 1-55,2 3 1,2-2 0,2 4 0,-1 1-45,1 3 1,5-2 0,2 1 0,0-1-120,0 0 0,0-3 0,-2 3 0,6-1-25,3-4 1,2 5 0,2-1-22,3-4 1,4 0-1,7-15 1,1-1 28,-1-2 0,0-2 0,2 0 0,2 0-12,2 0 1,0-6 0,-6-1 0,0-2 57,1-4 1,-1-1 0,0-3 0,1 1 26,-1 0 0,0-6 0,-1-2 0,-4 1-3,-6-1 1,2 1-1,1 1 1,-1-3-12,0-1 1,-1-5-1,-6 6 1,-2-2 19,-4 0 1,-3 1-1,-5-3 1,1 4-20,2 1 0,0 3 0,-5 6-157,0 4 0,-1 4 0,1 7 173,0 0 0,-1 44 0,1 10 0</inkml:trace>
  <inkml:trace contextRef="#ctx0" brushRef="#br0" timeOffset="461">33100 9248 8381,'0'-17'-917,"0"1"0,-2 0 1237,-4-1 1,3 1-1,-8 2-65,-2 3 1,4-2-188,-2 8-136,8-1 0,-5 8 0,8 4-23,0 4 0,6-1 1,1 0-1,2 1 52,4-1 0,-4 0 1,2 3 16,1-1 0,3-2 0,1 4 16,1-2 1,-1-2 0,0 4 3,0-3 1,-5-6 0,-2 3 0,0-1-8,1-1 1,0 1-1,7-6-15,-1 0 0,-5 0 0,0 0 0,1 0-12,3 0 1,-4 0-1,0 0-13,1 0 1,-3 0 0,2 0-19,2 0 86,-6 0 0,6 1 9,-8 5 1,1-2 0,-8 5 0,-2 0 11,-1 0 0,-8 2 0,4 5 0,-2 0-6,0 1 0,2-1 0,-3 0 0,1 2 6,-2 4 0,4-2 0,-2 7 0,0 2-50,2 2 1,-3 2 0,4-1 0,1 3-67,0 3 0,-4 2 0,4 5 0,-1-2-10,1 3 0,-4 3 1,6 1-1,-1 1 60,-1-4 1,5-9 0,-5 0 0,2-3 13,-1-3 1,1-6 0,5-5 0,0-2 36,0-3 1,0-5 29,0 0 1,-2-8 139,-3 3-3,3-5 0,-7-1 0,5-1-112,-1-5 0,-8 4 1,2-3-79,-3 3 0,-3 2 0,1 0 0,-2 0-81,-4 0 0,2 0 0,-7 2 1,-2 2-662,-2 1 740,-9 8 0,-16-2 0,-9 1 0,-10 6 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2.513"/>
    </inkml:context>
    <inkml:brush xml:id="br0">
      <inkml:brushProperty name="width" value="0.05292" units="cm"/>
      <inkml:brushProperty name="height" value="0.05292" units="cm"/>
      <inkml:brushProperty name="color" value="#FF0000"/>
    </inkml:brush>
  </inkml:definitions>
  <inkml:trace contextRef="#ctx0" brushRef="#br0">1352 1540 20660,'0'8'-7140,"0"-2"6503,7-6 0,-6-2 884,4-2 0,-3-4-594,-2-7 0,0 6 139,0-1 0,0 5 97,0-4 1,1 4 143,4-5 0,-3 5-474,2-4 1,4 6 720,2-2 1,-2 3 0,1 4-226,3 3 1,-4-2-1,1 5 1,2 0-193,2 0 1,-3 1 0,-1 6-1,3-1 93,0 1 0,-2-1 1,-2 0-1,0 2-41,0 3 1,-5-1-1,2 4 1,-3-1 56,-2-3 1,0-1 0,0 1 0,-2 1-59,-3-1 0,-1-2 0,-5-3 0,1-2 161,-1-2 1,-2-5-1,-1 0-108,-1-2 0,6-2 1,1-2-14,1-2 1,-2-4 0,4-7 0,2-1 60,1-3 0,2 1 0,2-6 0,1 0 121,2 2 0,6-5 1,-2 3-1,4-2 46,2 2 1,-1 2 0,0 4 0,1-1-83,-1 2 0,5 1 0,1 3 0,-1 3 92,1 5-225,-4 4 0,31 7 0,-1 2 0</inkml:trace>
  <inkml:trace contextRef="#ctx0" brushRef="#br0" timeOffset="1">1841 1583 14956,'8'6'-3485,"0"-4"3412,-3 2 1,-3 0-171,2 0 0,-2 0 0,-4 5 297,-2 2 0,2-3 0,-4 2 1,1 1-45,0 2 0,-1 1 0,2 1 0,-2-1 11,-2 1 0,5-1 0,-2 0-107,4 1 0,1-1-155,0 1 0,6-7 1,4-4 283,2-2 1,3-4 0,-1-2 0,2-6-95,3-3 0,-3-3 0,3-1 0,-3-4 76,-1-2 1,-1 6-1,1-4 1,-3 2-63,-2 0 0,-2-5 1,-5 5-1,2 1-17,-2 2 1,-9 2 0,-7 1 37,-5 3 0,-2 4 1,0 6-1,-4 1 58,-3 4 1,3 3 0,2 7 0,1 1 17,4 3 0,13 22 0,6 12 0</inkml:trace>
  <inkml:trace contextRef="#ctx0" brushRef="#br0" timeOffset="2">2273 1568 13655,'-10'-4'-1020,"2"-3"736,2-1 1,0 3 0,2-4-520,0-2 1,-1 3 379,5-2 1,1 7 622,4-2 1,-2 5-177,7 5 1,-7-2-1,2 7-67,-3 1 1,-2 2-1,0 1 1,0 0-56,0 1 0,0 1 1,0 1-1,0 2 40,0-1 0,0-2 0,0-2 0,0 1 37,0-1 1,0 1-1,0-1 128,0 0 1,4-4-43,1 0 1,6-7-1,-1 2-55,3-4 0,1-7 1,0-2-1,1-2 7,-1 1 0,1-1 0,-1-4 1,0-1 117,1 1 1,-6 4 0,-1 1 226,-1-3-126,4 0 0,-11 4-218,0 3 1,-2 10 0,-6 4 73,2 4 0,-4 1 1,6 1-1,0-1-51,3 1 0,-4-1 1,0 0-191,2 1 1,3-1-1,5-1 53,4-3 0,4-4 0,2-6 0,-1 0 99,0 0 1,1 0-1,-1-2 1,2-2-3,3-6 0,-3-3 0,3-1 0,-3-1-45,-1 1 0,-6-5 0,-1 0 0,-1 1 108,-4 2 0,0 2 0,0-1-103,2 1 1,-2 1-1,-6 2-238,-2 1 0,-6 7 120,2-2 1,2 5 206,2 5 0,36-3 0,9 4 0</inkml:trace>
  <inkml:trace contextRef="#ctx0" brushRef="#br0" timeOffset="3">2963 1496 13279,'0'-14'-1740,"0"4"0,0 1 1435,0-2 0,2-1 0,1 1 832,2 2-73,0 5-357,1-2 0,1 12 1,2 4-1,-4 4-183,-3 6 1,2-3-1,1 7 1,0 0-33,1-1 1,-2 4 0,4-3 0,0 4-801,0 6 912,-5-4 1,0 16-1,0 8 1,-3 0-1,0 0 1</inkml:trace>
  <inkml:trace contextRef="#ctx0" brushRef="#br0" timeOffset="4">3769 1727 15373,'-6'-8'-3074,"4"1"1169,-4 7 3141,6 0-231,0 0-390,-7 0-236,6 0-146,-6 0-205,7 0 848,0 0 211,0-6-1547,0 4 1,2-4 498,3 6 1,-2 0 0,7 0 0,1 0-46,2 0 0,1 0 1,2-2-1,3-1-34,5-2 0,3 0 1,2 5-1,0 0-21,0 0 0,4 0 1,1 0-1,-2-1 27,-2-4 1,4 3-1,-1-2 1,-2 2-27,-6 2 1,1 0 0,-7 0 0,-2 0-74,-1 0 308,-1 0 1,-20-6 0,-5-2 0</inkml:trace>
  <inkml:trace contextRef="#ctx0" brushRef="#br0" timeOffset="5">4316 1554 17690,'-10'-6'-1577,"1"-4"0,4 4 0,-3-1 1219,1 1 5,3 4 1,5-4-1,2 7 1,4 3 372,1 0 1,-3 1 0,3-3-1,0 1 38,0 2 0,1 1 1,6-1-30,-1 5 0,0-4 0,-1 0 0,-2 1-57,-1 2 0,0-1 0,4 0-78,0-1 0,1 2 0,-3-2 0,0-1 142,-3 0 1,1 4-1,4-5 1,-1 0 49,-3 1 1,2-4 0,-2 2 251,3-2 0,1-2 60,1 0-183,-7 0 1,-4 0-115,-8 0 1,-4 0 0,-7 0 0,-1 2 94,-3 2 1,-2 0 0,-4 5 0,1 2-81,-2 2 1,-1 2-1,0-1 1,1 0 139,2 1-302,7 6 1,-4 26 0,6 14 0</inkml:trace>
  <inkml:trace contextRef="#ctx0" brushRef="#br0" timeOffset="6">5697 993 24749,'-6'-8'-6394,"4"0"2543,-3 3 3732,4 3 50,1-4-692,0 6 2490,0 0-1213,-7 0 0,4 2 1,-7 1-437,-1 2 1,3-1 0,-1-4 0,-3 2 406,0 3 0,-3-4 0,1 6 0,-1-2 359,1-1 0,0 1 1,-1-5-313,1 0 0,-5 5 1,0 0-116,1-2 1,2-1 0,2-2-1,-1 0 207,1 0 0,4 0 0,1 0-588,-3 0 0,0 0-225,-3 0-29,7 0 57,2 0 1,6-2-1944,0-3 62,0 4-107,0-6 262,0 7 1866,6 0 1,-2 0 16,5 0 1,-6 2-591,2 3 1,-2 3 18,2 6 1,-3 0 0,2 1 0,-2-1 557,-2 1 0,0-1 0,0 0 1,0 2 5,0 3 1,0-1-1,0 6 1,0 2 11,0 1 0,-2 0 0,-1-1 1,-2-1 64,2 5 1,-3-1 0,-1 5 0,1-4-447,0-1 0,-1 0 1,3 1-1,-4 2 34,0 2 1,-5-1 0,5-2 0,-2 1 291,1 1 1,1 6-1,-4-6 1,3 1 269,-2 1 1,3-5 0,0 5 0,0-1-110,0 0 0,3-2 0,-3-7 0,1-3 76,4-1 0,-3 3 191,1-5-235,0 1 39,5-12-358,0-2 1,0-8 154,0-2 1,2 2 0,3-3 611,4 4 0,-1 1 0,2 0-161,1 0 1,2 0 0,1 0-152,1 0 0,4 0 0,0 0 0,-1 0 116,-2 0 1,4 0-20,4 0 1,42-7 0,11-1 0</inkml:trace>
  <inkml:trace contextRef="#ctx0" brushRef="#br0" timeOffset="7">5884 1468 19321,'-8'0'148,"2"-2"-866,6-3-1568,-7 4 1655,6-12 0,-7 10 410,3-7 0,3 5-200,-3-4 0,4 4 41,1-5 1,0 5-52,0-4 1,1 6-1,4-4 391,5 1 0,-2 4 1,0-4 98,-2-1 0,1 6 0,-3-4 649,6 3 1,-2 2-76,2 0 0,-6 0-359,6 0 1,-7 2-1,2 3-292,-3 4 0,-2 4 0,0 2 0,0-1 57,0 0 0,0 2 0,0 2 0,0 3-66,0 1 1,0 1-1,0 2 1,0-1-286,0 2 0,0-1 1,0 1-1,0-2 25,0 1 1,-2-4 0,-1 0 0,-2-2-116,2 0 0,0 1 0,-1-6 245,0 0 0,-8-6 0,4-1 0,-1-3 213,-1 1 1,1 0-1,-6-5 328,1 0 1,-5 0 0,-1 0-1,3 0-19,1 0 0,2 0 0,-1 0 1,2-2 186,4-2 0,-4 2 643,3-3-1046,4 4 0,1 1 1,10 0 644,5 0-632,2 0 0,67-13 1,-32 5-1,0 0 1</inkml:trace>
  <inkml:trace contextRef="#ctx0" brushRef="#br0" timeOffset="8">6373 1784 17069,'0'-8'-1182,"0"2"0,0 4 0,2-1 1308,3-2 0,-2 0 0,6 4 138,3-4 0,0-3 1,3-5-1,-1 2-184,0 1 0,1 1 0,1-6 0,1-1-125,3-3 0,-1 3 0,-5-5 1,1 2-51,-1 0 1,0-5 0,1 3 0,-2 1-30,-4-1 0,2-3 0,-4 3 0,-1 0-137,0 0 0,-1-3 0,-5 4 0,0-1 225,0 0 0,-1 4 0,-3 5 0,-2 4-110,-2 2 0,3-4 0,-4 6 99,-2 0 0,3 3 0,0 2 1,0 4-33,0 5 0,4 3 0,0 1 0,0 0-36,0 1 1,2 4-1,-3 2 1,4-1 3,1 1 1,0 3 0,0-3-1,0 0-6,0 0 1,1 3 0,2-4 0,4 1 22,1 0 0,0 3 1,3-3-1,-3-1 43,-2 1 0,1 3 0,-2-5 1,3-1-36,-1-2 0,5-2 0,-6-1 0,2-2-324,3-1 1,-3-5 613,2 4 0,12-25 1,9-1-1</inkml:trace>
  <inkml:trace contextRef="#ctx0" brushRef="#br0" timeOffset="9">6805 1698 19930,'-15'0'-783,"3"6"1,2 4 134,5 3 0,4 1 1,1 0-1,0 1 206,0-1 1,0 1 0,0-1 0,0 0 69,0 1 0,0-1 0,0 0 114,0 1 0,0-6 0,1 1 499,4 1 1,3-24 0,6-4 0</inkml:trace>
  <inkml:trace contextRef="#ctx0" brushRef="#br0" timeOffset="10">6891 1453 18746,'-10'-13'-1968,"1"4"0,6 9 0,-2 9 1633,3 4 1,2 2 0,0-1-1,0 0 34,0 1 1,0-6 0,2-1 361,3-1 0,15 4 0,11-3 1</inkml:trace>
  <inkml:trace contextRef="#ctx0" brushRef="#br0" timeOffset="11">7021 1482 18373,'-7'-8'-2779,"6"3"0,-4 10 2479,3 5 0,2-1 0,0 4 0,0 3 122,0 0 0,0 0 0,0 0 0,0 2 75,0 1 1,0 5-1,0-4 1,0 1 28,0 0 0,0 5 0,0-4 0,0 2 15,0 0 0,0-6 1,0 1-1,0-2-78,0 2 1,0-3 0,0 4-1281,0-4 1677,0-8 1,13-21-1,3-11 1</inkml:trace>
  <inkml:trace contextRef="#ctx0" brushRef="#br0" timeOffset="12">7323 1554 18349,'-10'-5'-1542,"1"0"1,4 1 0,-5 4 1814,-1 0 1,3 6-1,-2 4 1,-1 2-354,-2 3 0,4-1 0,-1 0 0,-1 1 77,-2-1 1,-1 1 0,-1-1 0,3 0-33,2 1 0,-1-1 0,4-1 0,1-2 44,0-1 1,-1-7 410,2 2-440,4-4 0,-4-1 0,8-1 0,4-4 23,1-5 0,-4 2 0,6 0 0,0 0-102,-2 0 1,4 5-1,-4-3 1,2 1 172,0 0 0,-6 0 0,6 4 142,1-4 1,-3 3 75,2-2 0,-1 4-296,6 4 0,-6 3 0,-1 4 1,0-3-335,0-2 0,-3 6 0,5-3 30,1 4 0,2 1 1,1 1 96,0-1 1,1-1 0,-1-2 130,1-1 1,18-1-1,6 6 1</inkml:trace>
  <inkml:trace contextRef="#ctx0" brushRef="#br0" timeOffset="13">7553 1755 17826,'-10'-6'-2504,"1"-4"0,5 2 428,0-1 1712,2 6 1,4-4 696,2 7 1,0 0 0,5-1 12,2-4 0,-3 3 0,2-3-89,1 4 1,0-1-1,1-1-122,-3-2 0,1-4 0,3 2-160,-4-1 1,-1 3 207,-3-4 1,-3-1-70,2-4 0,-2 4 0,-4 2-66,-2 2 0,-4-1 0,-7 4-57,1-1 0,4-1 0,1 5 0,-3 1 47,0 4 1,2-2-1,0 7-128,-1 1 0,0 2 1,1 3-1,6 1-95,2 3 0,2-1 1,0-5-1,0 1-91,0-1 1,6 0 0,4 1-1,4-2 110,6-4 1,-1 4-1,8-5 287,3 0 1,31-19 0,13-10 0,-22 5 0,0 0 0,0 0 0</inkml:trace>
  <inkml:trace contextRef="#ctx0" brushRef="#br0" timeOffset="14">8402 1741 21321,'-8'-10'-2406,"3"1"0,2 6 0,0-4 1574,-2 1 1,0 3 380,5-7 0,0 5 0,2-4 555,2-3 0,-2 4 0,4 0 0,-1 0 141,0 0 0,1 4 1,-3-6-115,2-1 1,5 3 0,-5-2-83,-2-1 1,-2 3-615,-1-1 0,0-1 485,0-4 1,-1 6 0,-4 3 318,-5 3 1,-2 2-1,-3 2 1,1 3 88,0 4 0,4-1 0,0 2 0,-1 1-211,-2 2 1,-1 1 0,1 2 0,2 2-192,1 1 1,7 0-1,-2-5 1,4 1-121,1-1 0,0 1 0,0-1-8,0 0 0,6-1 1,4-3 404,3-5 0,1-4 0,0-1 0,1 0 133,-1 0 0,1 0 0,-3-1 0,0-3-354,-3 0 0,1-8 0,2 3 0,0-2-128,-3 1 0,-4-3 0,3 4 28,-2-4 0,1-2 159,-2 1 45,-4 0 142,6-1 1,-7 9-726,0 6 0,0 6 82,0 9 0,4-1 0,3-1 0,-1-2 105,1-1 1,4-6 0,-2 6 131,4 1 0,2 0 0,-1 1-152,0-3 511,1-6 1,12-3 0,3-8 0</inkml:trace>
  <inkml:trace contextRef="#ctx0" brushRef="#br0" timeOffset="15">8718 1367 15956,'-5'-10'-4465,"-1"2"4071,-2 2 0,5-2 462,-2 8 0,2 5 0,0 12-183,-2 2 0,0 1 0,5-4 0,0 1 56,0 2 1,0 7 0,0-2 0,0 2-2,0-2 0,0 3 1,0-3-1,0 3-3,0 2 1,0-1 0,0 1 0,0 0-127,0 0 1,0-2-1,0-1 1,-2-3 186,-2 3 0,2-4 0,-4 1 0,1-2-128,0-4 0,-5 4 0,4-2-230,-2-1 1,3-9 551,-4-4-226,6-3 1,-4-47-1,7-11 1</inkml:trace>
  <inkml:trace contextRef="#ctx0" brushRef="#br0" timeOffset="16">8661 1640 13820,'0'-14'-3145,"0"-1"2459,0 1 0,0 4 0,1 3 773,4 0 0,3 2 0,6 7-129,1 3 1,-1-4 0,1 6 80,-1-1 0,0 0 0,1 6 0,-2-3-30,-4 2 0,2-3 0,-4 0 0,-1 0-56,1 0 0,2-3-100,-4 5 0,-2-1 0,-8 4 232,-4-3 0,1-2 1,-2-5-1,-3 2 203,-4-2 0,-1 3-202,-6-1 0,7 5-51,-3-5 1,11-1-1,2-4 1</inkml:trace>
  <inkml:trace contextRef="#ctx0" brushRef="#br0" timeOffset="17">9035 1367 12126,'-7'-8'-780,"-2"3"0,2 5 0,3 5 0,2 4 611,2 4 1,0 3-1,0 2 1,0 3 116,0 1 1,0 2 0,0 5 0,0 0 81,0-1 1,0 3 0,-2 2 0,-1 4-47,-2 0 1,1 3-1,4-7 1,0 1-29,0 1 0,-2-5 0,-1 4 0,-2-5-16,2-5 0,0 1 0,-1-4 0,-2 0-128,-2 0 0,5-2 0,-4-6-46,1-4 231,4-2 1,-10-39-1,4-8 1</inkml:trace>
  <inkml:trace contextRef="#ctx0" brushRef="#br0" timeOffset="18">8992 1712 12126,'0'-22'-1154,"0"3"1,0 3 464,0 1 1,4 1 0,3 1 777,1 3 1,-3 4 0,4 6 0,2 0-14,2 0 1,1 0 0,1 0 19,-1 0 0,1 2 0,-1 2-103,0 6 1,-4-2-1,-2 2-62,-2 1 0,-1-3 0,-5 1-39,0 3 0,-1 0 1,-4 3 157,-5-1 0,2-4 1,-1-2-1,-3 0 41,0 0 1,-3-3-1,1 3-85,-1-2 1,3 0 0,1-2-92,1 0 12,0 1 0,22-37 1,5-8-1</inkml:trace>
  <inkml:trace contextRef="#ctx0" brushRef="#br0" timeOffset="19">9351 1410 9308,'0'-14'0,"0"-1"-678,0 1 0,0 4-327,0 1 905,0-1 1,0 9 0,0 5 163,0 7 0,0 4 1,0 1-1,0 1-11,0 3 1,0 4-1,0-4 1,0 1-3,0 0 1,0 5 0,0-2-1,0 3-9,0 1 1,-1 1 0,-4 0 0,-3 1-12,0 4 1,-5-2-1,5 5 1,-2-1-30,1 1 0,1-5 1,-3 2-1,3-4-94,1-1 1,3-7 0,4-2-1,0-4-361,0-2 534,0 0 0,25-44 1,7-12-1</inkml:trace>
  <inkml:trace contextRef="#ctx0" brushRef="#br0" timeOffset="20">9423 1827 11298,'0'-14'-2745,"0"0"2593,0 6 229,0-5 1,0 10-65,0-7 0,2 7 0,1-4 0,3 3 11,2-1 1,-3 0 0,5 3 23,1-2 1,2 2 0,0-4 0,-2 1-31,-2 0 1,-1-1 0,3 2 0,-1 0-93,1 0 1,-3-2 53,2 1 10,-7-6 1,2 9 48,-10-2 1,-3 2 0,-6 4 0,-1 1 52,1 2 0,-1 6 0,1-2-79,0 4 0,4-3 0,2-1-13,2 3 1,-4 0-1,5 3-74,2-1 0,2 1 0,1-1-36,0 0 1,6-1 0,4-2 0,2-3 60,3-1 0,-1 2 1,2-4-1,2 0-127,1 1 0,2-4 206,-2 3 0,22-17 0,12-4 0</inkml:trace>
  <inkml:trace contextRef="#ctx0" brushRef="#br0" timeOffset="21">9970 1597 11651,'0'-14'-667,"0"4"0,0 1 0,0-3 72,0 0 0,0 2 0,-2 2 524,-3 2 1,2 1 0,-6 5 230,-3 0 0,5 0 1,-3 1-74,-1 4 1,0-2-1,1 7 1,4 0-88,-1-2 1,6 4-1,-4-2 1,2 3-23,-2 1 0,3 0 1,-3 1-64,4-1 1,2-1-1,3-2 1,2-3 92,2-1 1,-3 4 0,4-3 30,3 0 0,0 3 1,1-5 41,-3 2 0,2-3-121,-2 5 0,-4-5 1,-1 4 0,-10-1 1,-4 3-1,-4-3 48,-1-1 0,-7 2 1,-1-2-1,-2 1-59,0 3 0,4-3 1,-2 1 108,1 3 1,2 7 0,5 3 0</inkml:trace>
  <inkml:trace contextRef="#ctx0" brushRef="#br0" timeOffset="22">11078 1669 11651,'-15'0'0,"1"0"-678,-1 0 1,1 0-1,0 0 383,-1 0 0,6 0 363,-1 0 0,5 0-18,-4 0 0,4 0 0,-3-2-32,2-2 0,-6 2 58,3-3 1,1 4-18,-2 1 0,5 0-29,-4 0 19,6 0 1,-2 0 0,10 1 0,4 2-32,4 2 0,8 0 1,3-5-1,3 0-18,2 0 0,4 0 0,2 0 0,2 0-1,3 0 0,2 0 0,-1 0 1,-1-2 23,-1-2 0,-3 2 1,3-3-1,-4 4-60,0 1 0,-6-5 1,1 0-1,-6 2-75,-3 1 1,-7 2 0,-4 0-103,1 0 136,-4 0 1,-20-13 0,-11-3 0</inkml:trace>
  <inkml:trace contextRef="#ctx0" brushRef="#br0" timeOffset="23">11581 1568 11663,'0'-14'-1858,"0"0"0,0-1 1566,0 1 131,0 6 143,0 1 0,2 7 0,1 2 51,2 3 0,4-2 1,-2 5-1,1 0 10,3 0 0,-3-5 0,2 4 0,1-3 0,2 1 1,-4 5 0,1-5 0,1-1-58,2 3 1,1-6-1,-1 6 1,-2-2 66,-1-1 1,-1 1 0,4-3 0,-2 1 34,-1 2 0,-1-1 82,6-4-32,-1 7 1,-3-6-117,-6 4 0,-6-2 0,-14 1 1,-1 2 30,-3 2 0,3 0 0,-5 3 1,2-1-13,0 1 0,0 2-69,4 1 0,7 26 0,2 7 1</inkml:trace>
  <inkml:trace contextRef="#ctx0" brushRef="#br0" timeOffset="24">12560 1511 18519,'0'-15'-5914,"0"6"5117,0-1 1,1 7 1099,4-2 1,-2 2 197,7-2 1,-1 4 33,6-4 0,-6 3-79,1 2 0,-5-5-205,4 1-348,-6-1 1,5 5 1370,-3 0-9,-3 0-837,4 0-350,-6 0 1,0 1-406,0 4 1,-5 3 0,1 7 83,0-1 1,1 0 0,0 1 0,-2-1 95,2 1 0,1 1 0,2 1 1,0 2-63,0-1 1,-4 3-1,-1-2 1,2 0-57,1 2 1,-3-5-1,0 3 1,1-3 41,-3-2 0,4 1 0,-5-1 1,0 1 60,0-1 1,3-4-1,-4-2 1,-2-2 144,-2-3 0,2 3 0,-2-1 1,-3-2 257,0-1 0,0-2 0,0 0 0,-2-2-53,-1-2 0,0 2 1,4-4-1,1 1 112,0 0 1,-1-6-254,1 1 1,4-1 0,2 0-472,2 1 491,1 1 1,56-38-1,-19 20 1,0 0-1</inkml:trace>
  <inkml:trace contextRef="#ctx0" brushRef="#br0" timeOffset="25">12430 1468 18582,'-8'-15'-5818,"-3"6"5714,6-1-279,0 0 0,7 2 0,1 2 0,3 1 656,2 0 0,2 1 0,4 4-136,1 0 0,1 0 1,1 0-1,3 0 312,-3 0-367,-1 0 1,30 6 0,9 2 0</inkml:trace>
  <inkml:trace contextRef="#ctx0" brushRef="#br0" timeOffset="26">12905 1324 17339,'-8'-7'-1377,"1"6"1,7 1 0,0 9 882,0 4 1,0-3 0,0-1 0,0 2-516,0 2 895,0 2 0,-6 31 1,-2 8-1</inkml:trace>
  <inkml:trace contextRef="#ctx0" brushRef="#br0" timeOffset="27">13221 1727 13849,'0'8'-4687,"2"-2"3665,3-6 1057,-4 6 0,7-4 506,-3 3-473,-3-4 1,6-1 0,-5-1 32,2-4 0,-1 2-107,-4-7 1,5 5-39,0-4 1,0 4 0,-4-3 0,3 0 266,0 0 0,1 3-32,-5-4 0,2-1 0,1-4-111,2-1 0,0 6 0,-5-1-178,0-1 1,0-2 0,0-1 16,0-1 1,0 6-1,-2 1 2,-3 1 1,-3 1-1,-6 3 1,-1-2 179,1 2 0,0 6 0,-1 3 0,1 2-61,0 4 1,-1-3 0,1 4 0,-1 3-34,1 0 1,4 0 0,2-2-1,2 1-37,3-1 0,-4 5 0,3 0 0,0-1-77,3-2 1,1-6 0,1-1 95,4 2 0,3 1 1,7-3 122,-1-4 0,0-3 1,1-2-1,-1-2-33,1-3 0,-1 2 1,-1-7-1,-2 1-191,-2 1 0,1-5 0,4 3 80,1-2 1,-6-3 0,1 2 0,0 2 51,-2 2 0,-2 4 30,-6-5 1,5 5 66,0-4 0,-1 7 1,-5 2-62,-4 8 0,3 5 1,-2 1-205,2 1 1,2-1 0,0 1-62,0-1 1,5-4 0,1-1-1,1 2 53,-1 2 0,4-3 1,-4-1-1,2 1-379,3-2 550,-4 5 1,18-12 0,-1 6 0</inkml:trace>
  <inkml:trace contextRef="#ctx0" brushRef="#br0" timeOffset="28">13538 1626 12313,'-8'0'-405,"0"6"203,3 4 1,3-2-1,-2 1-2,2 3 0,2 0 1,0 3-1,0-1-75,0 1 1,0-1 0,0 0-54,0 1 0,0-1 312,0 1 1,-13 5-1,-3 3 1</inkml:trace>
  <inkml:trace contextRef="#ctx0" brushRef="#br0" timeOffset="29">13581 1525 14232,'-10'0'-819,"1"0"1,4 0 818,-5 0 0,7 7-267,-2 2 0,23 55 0,-6-25 0,0 0 0</inkml:trace>
  <inkml:trace contextRef="#ctx0" brushRef="#br0" timeOffset="30">13797 1698 14232,'-15'0'-2205,"6"-2"1989,-1-3 1,5 5 0,-3 0 106,2 8 1,1 5-1,5 2-300,0-1 0,0 0 197,0 1 1,2-1 42,3 1 1,-2-7 183,6-4 0,1-2-17,4-2 1,1-6-36,-1-4 0,-1-3 0,-2 0 0,-1 2 6,1 2 0,-3 4 0,0-5 0,0 1-2,0 1 1,1-5 164,6 3 0,-6 4 0,1 1 150,1 3 0,-3 2 41,2 0 0,-7 2-294,2 3 0,-4-2-334,-1 7 0,0-1 100,0 6 0,0-1 29,0 0 0,0-4-102,0 0 103,7-7 0,1 3 178,6-6 0,1-5 0,-3-1 1,0 0-28,-3-1 1,1 1 0,3 1-1,-2-3 64,-2 0 0,1-3 0,4 4 164,1-1 1,-6 5 0,1-2 106,1 4 1,-3-4-101,2 0 1,-7 2 0,3 8-157,1 4 0,-6-1 1,6 0-1,-3 0-14,1 0 0,5-3 0,-4 5-263,2 1 0,2 2 1,3 1-1,-2-1 29,-2-3 1,-1 2 0,4-4 164,-3 0 1,13 11 0,9-3-1</inkml:trace>
  <inkml:trace contextRef="#ctx0" brushRef="#br0" timeOffset="31">14516 1727 11217,'0'-15'-3215,"-5"6"2836,1-1 440,-1 7 1,6-4 142,4 7 1,3 0-1,7 0-111,-1 0 0,0 0 0,1 0-15,-1 0 1,0-4 0,1-1-54,-1 2 0,1-4 0,-3 1-79,-2-2 0,1 3 109,-6-5 1,0 6-1,-7-4-51,-3 1 1,1 2 0,-9 5 0,-3 0 50,0 0 1,0 0-1,0 0 1,-2 0-28,-1 0 1,0 2 0,3 1-1,-2 4 43,-1 1 1,0 0 0,6 3 0,2-2-11,1 3 1,6 0-1,-4 3-62,1-1 0,2 1 1,7-1-1,3 0 2,4 1 0,9-6 0,3 1 0,1 0-38,4-2 0,1 4 1,2-4-1,1 2-172,4-1 0,1-4 196,3 5 1,-9-7 0,-8 3 0</inkml:trace>
  <inkml:trace contextRef="#ctx0" brushRef="#br0" timeOffset="32">15408 1338 13983,'8'-6'-1323,"0"-2"1,-5-7 974,2 1 1,1 1-1,-2 2 1,0 1 279,0-1 0,2-2 0,-1-1 0,0 1 75,1 4 1,-4-4 0,2 3 0,0-1 21,0 1 1,-2-2 0,4 4 0,-1-2 25,0 0 0,0 6 0,-4-4-158,4 1 0,-3 3 0,6 4 73,-3 0 1,-4 1 0,4 4 0,-3 4-36,-2 4 0,-2 2 1,-1-1-1,-2 2 46,2 3 0,-4-1 1,1 4-1,0 1-3,-1-1 0,-2 2 1,4 5-1,0-1-54,-1 1 0,2 0 1,-4 0-1,0 0-21,0-1 0,5 1 1,-3 0-1,1 0 36,0-1 0,-1-4 1,3 0-1,-2 0-120,2-1 0,0 2 110,-2-5 1,3-1 0,-4-5-1</inkml:trace>
  <inkml:trace contextRef="#ctx0" brushRef="#br0" timeOffset="33">15566 1597 11116,'-8'-6'-1506,"4"-4"1,-3 2 1200,2-1 212,1 5 0,4 0 310,0 8 0,0 4-251,0 7 1,4-6 0,3-1 19,1-1 0,-3-1 0,4-3 37,2 2 1,2 0 0,2-5-47,-1 0 0,0 0 1,1 0 66,-1 0 1,0-2-1,1-1 1,-1-3-26,1-2 1,-6 3 0,1-3 0,-1 0 23,-1 0 0,0 3 0,-4-4-130,0-3 1,1 4 92,-5-1 1,-6 6-1,-4-2 55,-3 3 0,-1 2 0,0 0-25,-1 0 1,1 2-1,-1 3 1,1 3-24,0 0 1,4 4 0,2-2 0,0 3-44,0 1 0,3-1 1,-3-2-1,2-1-19,3 1 1,1 2-1,2 1 1,0 0-10,0 1 1,0-6 0,2 1 0,3 1 15,4 2 0,4-5 1,1-2-1,1-1-5,-1 0 1,5 1-1,0-2 1,-1 0 72,-2 0 1,24-22-1,6-6 1</inkml:trace>
  <inkml:trace contextRef="#ctx0" brushRef="#br0" timeOffset="34">16214 1554 11116,'8'-14'-2521,"-2"-1"2418,-6 1 1,0-1-116,0 1 0,-1 6 0,-4 3 264,-5 4 1,-3 1-1,-1 0 1,0 0 51,-1 0 1,1 6-1,-1 2 1,3 2-56,2-1 0,-3 1 1,5 4-63,0 1 1,2-6 0,6 1-74,0 1 1,0 2 0,0 1 24,0 0 1,5-4 0,1 0 38,2 1 1,2 2 51,4 1 1,0 0-101,1 1 0,-2-6-30,-4 1 1,2-5 75,-6 4 0,-2-4 0,-9 5 32,-8 1 0,-1 0 0,-6 0 0,1-1-36,-4 1 0,1 0 1,-1 1-1,0-3 104,2 2 1,-12 8 0,4 4-1</inkml:trace>
  <inkml:trace contextRef="#ctx0" brushRef="#br0" timeOffset="35">16933 1424 9764,'5'-14'0,"0"0"-196,-2-1 1,3 1-1,-1-1 1,-2 1-180,-1 0 1,3 4 0,-1 1-1,0-3 447,-3 0 1,4 2 119,0 0 0,0 6-102,-5-6 1,0 8-108,0 2 0,0 7 0,0 7 0,0 2 7,0 3 1,-5-1-1,-2 6 1,1 0-2,0-2 0,-4 7 0,4-2 0,-2 5-10,-3 0 0,3 0 1,0 0-1,0 3-27,0 2 0,-2 0 0,-4 3 0,1-2-36,3 2 1,-3-5 0,4 0-1,-4-1 8,-1 0 1,4-6-1,2-5 1,0-2-132,0-4 1,0-1 282,-2-1 0,-9-20 1,3-5-1</inkml:trace>
  <inkml:trace contextRef="#ctx0" brushRef="#br0" timeOffset="36">16861 1698 11199,'0'-15'-1505,"0"6"0,0-1 1047,0-1 0,0-2 434,0-1 1,0-1 0,2 3-1,1 0 121,2 3 0,6 4 0,-1-4-15,2-3 0,3 4 0,-1 0 0,0 2-10,1 3 1,-1 1 0,1 1-1,-1-3-35,0 0 0,1-1 1,-1 5-1,1 1-68,-1 4 1,0-2 0,1 5 50,-1-1 0,-4 2 0,-2-2 1,0 1-14,0 3 0,-5-3 0,2 1-23,-4 3 0,4 0 1,0 3-28,-2-1 1,-3-4-1,-5-2 1,-3 0 38,0 0 0,-4-3 0,2 3 0,-4 0-22,-6 0 0,4-4 0,-4 4 1,0-1-3,1-4 0,0 3 1,3-1-1,-2 0 31,-1 1 0,5-4 0,4 3-71,-1-4 119,5-1 0,38-19 0,16-5 1</inkml:trace>
  <inkml:trace contextRef="#ctx0" brushRef="#br0" timeOffset="37">17336 1640 12080,'-13'-1'-1311,"4"-4"1,-4 3 1215,3-3 0,2 4 0,0 2 189,2 4 1,1-2 0,3 7-1,-1 1-214,-2 2 1,-1 1 0,3 1 80,-2-1 1,0 1 0,5-1 0,0 0-46,0 1 1,0-1 0,0 1 26,0-1 1,2 0-32,3 1 1,-2-7-1,6-4 1,3-2 110,0-2 0,3-2 0,-1-1 0,1-3-69,-1-2 1,0 3-1,-1-4 1,-2-3-4,-1 0 0,-1-3 0,4 1 0,-3-1 31,-5 1 1,1 0 0,-1-1 0,-2-1 6,-1-3 1,-2 3 0,0-3-1,-2 3 24,-3 1 1,-3 1 0,-6 1 0,-1 4 32,1 4 0,-2 3 0,-1 2 0,-3 0-13,3 0 1,1 2 0,1 3 0,3 4-129,2 4 0,16 27 1,10 6-1</inkml:trace>
  <inkml:trace contextRef="#ctx0" brushRef="#br0" timeOffset="38">17566 1683 12135,'2'-22'-3427,"1"3"3658,2 3 1,0 6-514,-5 1 1,1 5 148,4 0 1,1 8 96,4 6 0,-2 3 0,-5 1 0,2 1-23,-2-1 1,-1-4-1,-2-1 1,0 2 17,0 2 1,0 2 0,0-1-143,0 0 1,0 1 138,0-1 8,0 1 0,1-7 32,4-4 0,-2-4 0,5-4 0,-1-6 1,2-3 0,-2-1 0,1-1 28,3 1 0,-3 0 1,1 1-1,3 2 30,0 1 0,-2 2 1,0-3-1,1 3 8,2 1 0,-4-2 0,1 4 95,1 2 1,-3 1-41,2 2 1,-7 2 0,1 3-126,-2 4 0,-2 4 0,0 1 15,0 1 0,-5-1 0,1 1-36,0-1 0,-2 0 0,1 1-22,2-1 1,1 1-181,2-1 77,0-6 0,2-2 94,3-6 0,-2-1 1,7-4 32,1-5 0,-3-1 0,1 0 0,2 1 101,2-1 0,2 3 0,-1-1 0,0-3-44,1 0 1,-1 2-1,1 2 0,-3 0 4,-2 0 1,3 3-1,-4-3 1,4 2 110,2 3 0,-1 1 40,0 2 1,-1 2-106,-3 2 0,-4 4 1,-6 7-130,0-1 0,0 1 1,0-1-1,0 0-17,0 1 1,0-1 0,0 1-1,0-1-88,0 0 0,0 1 77,0-1 1,0-6 0,0-2-1</inkml:trace>
  <inkml:trace contextRef="#ctx0" brushRef="#br0" timeOffset="39">18343 1727 6453,'0'9'-362,"0"1"353,0 1 0,0 2 0,0 1 22,0 1 0,0-1 1,-2 0-1,-1 1-15,-2-1 1,1-4 0,4-1-2,0 2 0,0-3 12,0 2 1,0-8 10,0-2 0,0-7-13,0-7 0,4-1 0,3 1 0,-1 0-8,1-1 0,2 1 1,-2 0-1,-1-1-3,0 1 0,4 4 1,-4 1-1,2-1-3,4 2 0,-4-3 0,0 4-14,-2-1 20,5 5 0,-8-2 0,5 10 0,-1 5 1,-2-2 0,-5 1 0,0 3 0,0 0 1,-2 3 0,-1-1 2,-2 1 1,0-6 0,4 1-2,-4 1 0,3-3 29,-3 1 0,4-4-17,1 5-15,0-7 1,5-3 0,-1-10-2,0-2 1,4 2 0,-1 1 0,3-3-2,0 0 0,-1 2 0,6 0 1,-3-1-3,-2-2 0,3-1 0,-4 1 0,4 2-4,2 1 1,-1 6-1,0-4-4,1 1 1,-2 1 0,-2 3 9,-2-2 0,-5 2 1,0 7 2,-2 6 1,-2 3 0,0 1 14,0 1 0,0-1 0,-2 0-13,-2 1 1,2-1 0,-3 1-1,4-1-9,1 0 0,0-4 0,0-1 1,0 3-104,0 0 110,0 3 0,25-7 0,7-2 0</inkml:trace>
  <inkml:trace contextRef="#ctx0" brushRef="#br0" timeOffset="40">18818 1712 7720,'-8'-1'-837,"3"-4"0,5 3 892,5-3 1,-2 4 0,7 1-41,1 0 0,0-2 1,0-1-1,-1-2-10,1 2 0,-3 1 0,2 2 0,1 0-5,1 0 1,-2-4-1,0-1 1,-1 0-9,-1-1 1,5 2 3,-3-5 0,-4 4 3,-1-5 0,-5 6 16,-5-6 0,-3 7 1,-6-2 14,-1 3 1,1 2 0,1 2 0,2 1 13,1 2 0,1 6 0,-4-1-13,3 3 1,-1 1 0,5 0-19,-2 1 0,5-1 0,-2 1-20,3-1 1,7 0 0,1-1 0,2-2-16,4-1 1,0-2-1,1 3 1,0-3-30,1-1 0,-3 2 0,9-4 0,-4 0 51,-2 1 0,13-4 0,4 4 0</inkml:trace>
  <inkml:trace contextRef="#ctx0" brushRef="#br0" timeOffset="41">19321 1568 9902,'-9'0'-1397,"-1"0"0,5-1 1567,-4-4 1,4 3-155,-5-2 1,6 2 76,-6 2 1,2 2-34,-2 2 1,4 0-80,6 5 0,0 1 0,0 4-3,0 0 1,6-4-1,2 0 1,2-1-3,0-1 0,-1 5 1,6-3 3,-1 2 1,0 1-1,1-2 1,-1-1 4,0 1 0,-4-3 1,0 2-2,1 1 0,-5-3 0,1 0 0,-3 0-6,1 0 1,-2-3 23,-7 4 0,-6-1 1,-8 2-1,-1-5 25,2-4 0,-6 4 1,1 0-1,-2 0-79,0 1 1,0-4-1,-5 4 1,0-1 76,1 0 1,-1 6 0,0-3 0</inkml:trace>
  <inkml:trace contextRef="#ctx0" brushRef="#br0" timeOffset="42">19508 1022 12493,'-8'-7'-2861,"0"4"2607,4-7 1,0 7 0,-4-3 394,2-1 0,1 4-241,5-6 0,0 4 38,0-5 1,2 7 0,3-2 160,4 4 0,4 1 0,1 0 0,2 0-69,4 0 0,-3 0 0,5 0 1,1 0-46,-1 0 1,1 1-1,2 2 1,-1 2 43,2-2 0,1-1 0,2-2 1,-2 0 32,-3 0 1,1 0 0,-4 0 0,0 0 20,0 0 0,-2 0 0,-5 0 140,1 0 0,-1 0 226,1 0-484,-7 0 37,-2 0 0,-6 2-226,0 2 0,0 0 73,0 5 0,1 1 1,3 4 54,0 1 1,1 4-1,-5 0 1,0 0-6,0 2 1,0-4-1,0 7 1,0 2-1,0 1 0,-6 4 0,-2 1 0,-2 3 12,1 2 0,-1 1 0,-4 3 0,-1-1 9,1-1 1,0-1 0,-1 5-1,1-1 8,-1-4 0,-4 2 1,0-5-1,3 1 102,5-1 1,-2 3 0,3-6 0,-1-3 5,2-4 0,-2-2 0,4 2 0,1-2-11,-1-2 0,3 3 0,4-5 1,0-2 15,0-1 1,-5-1 0,0-1-25,2 0 1,1-4-1,2 0-63,0 1 0,0-3 0,0 1-66,0 3 0,0-4-13,0 1 0,0-4-20,0 5 80,0-7 0,-1 8 123,-4-6 0,2 0 1,-7-5 58,-1 0 1,-4 0 0,-2 0 0,-4 0-24,-1 0 1,-7 1-1,-8 2 1,-3 2 6,-5-2 1,-7 4 0,-3-1 0,-2 2-6,-1 3 1,-1 2 0,11 2-18,2-1 1,-18 26 0,30-17 0,1 0 0</inkml:trace>
  <inkml:trace contextRef="#ctx0" brushRef="#br0" timeOffset="43">3553 3957 13797,'0'-15'-1501,"0"6"0,2 1 1489,3 1 1,-2-2 0,5 2 265,-2-1 1,4 4-1,-4-4-167,2 1 0,-5 1 1,4 3 204,-1-2 1,-4-2-240,3 3 0,1 0 138,-1-5 1,0 4-206,-5-5 0,1 7 411,4-2-152,-3 4 1,4 2 0,-6 4-445,0 5 1,0 3 0,0 3 84,0 3 0,0-3 1,0 5-1,0-2-51,0 0 1,0 5 0,0-2 0,-2 4 114,-2 4 1,2 2 0,-4-1-1,1 2-7,0 6 0,-5 2 1,4 1-1,-2-2 62,-3-2 0,0 0 0,0 7 0,1 2-50,-1 0 1,3-3 0,0-8 0,1 1-168,4 0 0,-3-5 0,1 2 0,2-4 157,1-1 1,-3-7 0,1-1-1,0-2-81,3 0 1,2-1-172,4-9 1,-2 3 214,7-8 0,0-5 0,4-9 489,0-3-386,-6-1 1,5-21 0,0-8 0,-1-5 0,0 1 0</inkml:trace>
  <inkml:trace contextRef="#ctx0" brushRef="#br0" timeOffset="44">3740 3784 11312,'-9'-14'-773,"-1"-1"0,7 1 0,-3 1 1,1 2 679,0 1 1,0 6 20,5-6 67,0 7-6,0-4 0,2 7 106,3 0 1,-2 0-1,6 2-42,3 3 1,2-4 0,5 6 0,4-2-50,-1-1 1,7 1 0,-1-5 0,9 0 72,5 0 0,7 0 0,6-1 0,5-3-1,8 0 1,2-8-1,3 3 1,3-4-15,0-1 0,1-1 0,-5 1 0,-2 1 0,-3 3 0,7-2 0,-8 4 0,-6-2 1,-4 0 1,-3 2 0,4-3 0,-1 3-68,-3 2 1,-3 1-1,-7 5 1,2-1 4,3-4 0,-4 3 0,4-3 0,-3 4-18,-2 1 0,-4 0 1,-1 0-1,0 0-11,-1 0 1,-2 0 0,-4 0-1,1 0-6,1 0 0,1 5 0,-5-1 0,-2 0 7,-3-3 1,1 4-1,-4 0 1,0-2 22,0-1 1,3-2 0,-5 0 0,0 0 4,2 0 1,-5 4 0,3 1-1,-3-2 8,-2-1 1,1-2 0,-1 0 18,0 0 0,1 6-62,-1 4 0,-4 1 1,-2 0-1,-2-1-27,-3 1 0,-1 7 0,-2 1 0,0-2 10,0-1 1,0 4-1,0 0 1,0 1 37,0 0 0,-2 4 0,-1-1 1,-2 4-5,2 0 1,2 1-1,1 2 1,0 1 13,0 1 0,-2 5 1,-1-2-1,-2-1 0,2 0 1,1 5 0,2-3 0,0 1-50,0 0 0,0 1 1,0 4-1,0 0 87,0 0 1,0-1 0,0-2 0,0-2-4,0 2 1,0 5 0,0 0 0,0-4-27,0 1 0,0-5 0,2 1 0,1 0-23,2-1 0,0-2 1,-5-6-1,0 0-5,0 0 0,0-1 0,0 0 0,0-3 22,0-1 0,-7-5 0,-1 5 0,-1 0 22,-1-1 0,2-1 0,-3-4 0,1 1 21,-1-2 0,-2-1 1,-1-3-1,0-2-43,-1-1 0,1-5 1,-1 3-1,-1-2-32,-3-3 1,2-1-1,-7-2 1,-2 0 13,-1 0 0,-2 0 0,0 0 0,-1 0 55,-4 0 1,-2 0 0,-9 0 0,-2 0 2,0 0 1,-8 0 0,2 0 0,-4 0 15,-5 0 1,-4 5-1,-6 1 1,0 1-20,0-1 1,0 4-1,0-4 1,0 0-26,0 1 1,-1 4-1,-2-1 1,-4 2-34,0 3 0,-1-1 0,38-7 0,0 0 0,-37 8 11,0-1 0,38-4 0,1-1 0,-39 11 0,1-3 16,0-1 1,7-1 0,9-3 0,5 0 4,4-3 1,-2-1-1,9 2 1,3-4-12,3 1 0,3-6 1,-3 4-1,3-3-15,2-2 1,6 0 0,6 0 0,-1 0 21,1 0 0,4-2 0,8-1 0,3-4-69,1-1 0,3-1-3,4-6 1,0 6 21,0-1 0,0 5 1,1-3-32,4 2 1,-2 1 75,7 5 1,-5 0-33,4 0 1,1 0 40,4 0 1,-6-1 66,-3-4 1,-2 3 0,0-4 83,2-1 0,0 4-112,-5-6 0,0-1 0,0-4-56,0-1 1,0-1-1,-2-1 1,-1-4-14,-2-1 1,1 2 0,2-4-1,-1-3-55,-2-5 0,0 0 0,5-6 1,0-2 41,0-2 0,0-1 0,0 0 0,0 0 10,0 0 1,0-1 0,0 1 0,2 2 0,3 2 1,-4 9-1,4 8 1,-2 1 24,2 3 0,-2 2-59,7 2 1,-5 6 0,4 3-39,2 4 1,-3 1 0,2 0 0,1 0-326,2 0 475,8 0 0,14-7 0,10-1 0</inkml:trace>
  <inkml:trace contextRef="#ctx0" brushRef="#br0" timeOffset="45">3841 4619 10845,'2'-8'-1944,"2"3"2096,6 3 0,-2 1 0,2-3-77,1 0 0,2-6 0,1 4 1,0-1-38,1 1 0,-1-4 0,1 4 0,-1-2-23,0-3 1,1 3-1,-3-2 1,0 1-28,-3 1 1,-6-5 0,4 5 0,-2-2-12,-1 1 1,1 4-37,-5-5 0,-6 7 0,-4-2 150,-3 4 1,-1 1-1,0 0-65,-1 0 1,1 6 0,0 4 0,-1 2 17,1 3 1,1-1-1,2 1 1,1-1-57,-1 0 1,5 1 0,-1-1 0,2 0-49,1 1 0,-1-1 0,5 1 1,0-1-12,0 0 1,0 1-1,1-1 1,4 1-10,5-1 0,-2 0 0,1 1 0,3-1 30,0 1 0,3-3 1,-1-1-1,2-3-98,3-1 0,-3 2 0,3-4 1,-3-2-7,-1-1 1,-1-2 0,1 0 0,1 0-63,3 0 245,-3 0 1,11-32-1,-5-8 1</inkml:trace>
  <inkml:trace contextRef="#ctx0" brushRef="#br0" timeOffset="46">4201 4691 11923,'-8'-15'-2092,"0"1"269,3-1 1420,3 1 261,-4 6 202,6 2 1,0 12-23,0 4 1,0 2 0,0 3-19,0-1 0,0 1 0,0-1-71,0 0 1,0-4-1,0 0 149,0 1 1,0-3 133,0 1-223,6-6 0,-2 2 90,5-10 1,-4-2 0,3-8-72,-2 1 0,1-1 0,-4 1 0,3 1-6,2 4 0,-3-4 0,3 3 7,-2-3 1,6 1 0,-4 0 92,0 3 0,4 6 72,-2-2 0,-2 3-106,2 2 0,-6 2 0,6 3-35,1 4 1,-3-1 0,0 2-246,-1 1 1,4 0 0,-3 0 26,0-1 1,5-2-1,-5 3 3,0-1 0,3-5 0,-5 3-257,2-2 456,2-1 0,10-24 1,3-5-1</inkml:trace>
  <inkml:trace contextRef="#ctx0" brushRef="#br0" timeOffset="47">4647 4547 11923,'-10'-5'-1334,"1"0"1,4 0 919,-5 5 669,7 0 0,-8 7-198,6 2 0,0 4 1,5 1-137,0 1 1,0-1-1,2-1-15,3-3 0,-4 2 1,6-4-1,-3 2 9,1 0 1,5-6 0,-4 4 0,2 0-44,3 0 0,2-4 0,2 2 0,-1-1 183,0 0 1,45-20 0,12-9 0</inkml:trace>
  <inkml:trace contextRef="#ctx0" brushRef="#br0" timeOffset="48">4877 4619 11923,'-14'0'-733,"4"-2"0,0-1 467,-1-2 1,3 0 0,0 7 338,2 3 1,-1-2 0,4 6-104,-2 3 0,1 0 0,4 3 2,0-1 1,0-4 0,1-2 0,2 0-46,2 0 1,5-3 0,-4 3 0,2-2 62,3-3 0,2-1 0,2-2-4,-1 0 0,0 0 1,1 0-22,-1 0 0,-4-2 1,-1-1-1,1-3 50,-2-2 0,0 3 0,-5-5-134,2-1 1,1-2 0,-3-1 106,2-1 1,-2 1-1,-6 0 8,-2-1 1,-4 6 0,2 1 0,-1 1 88,-3 4 1,-2 1 0,-1 2-75,0 0 1,4 0-83,1 0 0,5 7 1,0 2 3,2 4 1,34 2 0,8-1 0</inkml:trace>
  <inkml:trace contextRef="#ctx0" brushRef="#br0" timeOffset="49">5179 4561 10892,'-10'0'-901,"2"2"963,2 2 0,1 0-137,5 5 1,0-4-1,0 5-75,0 1 1,0-3 21,0 1 115,0 1 0,2-2 0,3-3-6,4-4 0,-1-1 0,2 0 1,-1-1-13,-1-4 1,5-1 0,-5-6 0,2 3-30,-1-2 1,-1-7 0,4-1-1,-4 0-48,-2-2 0,0 3 0,-2-6 1,0 0 84,0 2 0,-3-5 0,-1 4 1,0-1 21,0 0 1,-5 0 0,1-4 0,-1 1-33,-2 3 0,4-2 0,-5 7 0,0 1-77,0 2 1,3 7 21,-4-1 1,1 8 0,-2 2 32,5 8 1,2 10 0,0 3 0,-2 0 41,2-1 1,1 6 0,2-2 0,0 3 15,0 2 0,2-2 1,1-1-1,2-2-12,-2 1 0,5 1 0,0-1 0,2-2-9,-1-3 0,-1 4 1,4-4-1,-3-3-44,2-1 1,2-1 0,2-1-1,1-1-38,3-4 0,-3 3 172,3-8 1,22-24-1,6-12 1</inkml:trace>
  <inkml:trace contextRef="#ctx0" brushRef="#br0" timeOffset="50">5539 4575 11258,'-15'-8'-2225,"1"-4"1973,6 10 0,8-4 389,10 6 0,2 0 0,3 0-139,-1 0 0,0-2 1,1-1-13,-1-2 0,-4-1 1,-2 1-19,-2-5 0,4 2 0,-5-1-41,-2-2 0,-2 3-26,-1-2 1,-6 5 0,-4-3 160,-2 2 1,-3 1 0,1 5-1,-1 0 50,1 0 1,5 2-1,-1 2-82,-1 6 1,4-2-1,3 2-45,2 1 0,2 2 0,2-1 1,1-1-96,2-1 0,6-2 0,-2 3 0,4-1 1,1 1 1,1 0-1,-1 0 1,1-3-248,-1-1 424,7 4 0,27-22 1,13 1-1</inkml:trace>
  <inkml:trace contextRef="#ctx0" brushRef="#br0" timeOffset="51">5769 4460 11258,'0'-14'-680,"2"6"0,1 2 111,1-1 1,3 6 663,-2-4 0,1 5 0,5 5-105,-1 4 1,-7-1 0,3 2 0,-1 1-21,0 2 1,0 1 0,-5 2 5,0 3 0,0-3 1,0 3 7,0-3 0,0-1-8,0-1 1,0-7 80,0-7 1,0-7 0,0-9-121,0-3 1,1 3 0,3-5 0,2 2-131,2 0 0,2-2 0,4 4 256,0-3 1,26-12 0,7 2 0</inkml:trace>
  <inkml:trace contextRef="#ctx0" brushRef="#br0" timeOffset="52">6272 4561 16375,'13'-2'-263,"-3"-2"1,3 2-1,-4-3 1,6 4 82,4 1 0,-2 0 1,7 0-1,2 0 92,1 0 0,8 1 1,4 2-1,2 2 55,2-2 1,5-1-1,2-2 1,1 0 18,3 0 0,1-5 0,-1-1 0,-1-1 9,1 1 0,-4-4 1,-2 4-1,-5 0-1,-5-1 0,7-2 0,-7 4 0,-3 0-30,-3-1 1,-3 4 0,2-3-1,-1 4-85,-1 1 0,1-5 1,-11 0-1,0 2 22,2 1 1,-5 2 0,3 2 0,-3 1-91,-1 2 1,-6 1 0,1-2-138,1 0 1,2 8 40,1-3 1,-6-1 0,-1 0-643,-1-2 893,-4-1 0,17-18 1,-3-2-1</inkml:trace>
  <inkml:trace contextRef="#ctx0" brushRef="#br0" timeOffset="53">7855 4374 13005,'-10'-5'-1103,"1"0"338,6-6 1,-2 10 680,10-4 1,3 5 0,6 3 0,0 2 40,1-2 1,1 3-1,1 1 1,3-1 17,-3 1 0,4 4 0,0-3 1,1 1 25,4 1 0,1-5 0,0 3 1,-1 0 13,-2 0 0,0-5 1,4 2-1,1-2-30,0 2 1,-5-4-1,-2 4 1,1-3 69,-1-2 1,-4 0-1,1 0 1,-5-2 186,-4-3 0,-2 4-317,-4-4 1,-8 3 0,-1 2 0,-8 2 130,-6 3 1,-5-2 0,-8 7 0,-2 1 13,2 2 1,-3 1 0,2 0 0,1 1-67,1-1 1,3 0 0,0 1 0,4-1-167,5 1 90,3-1 1,27 0 0,7 1 0</inkml:trace>
  <inkml:trace contextRef="#ctx0" brushRef="#br0" timeOffset="54">8790 3611 13005,'-1'-14'-927,"-3"0"1,0-1-86,0 1 0,-2 0 325,1-1 438,0 7 1,5 3-1,0 10 270,0 5 1,0 3-1,0 2 1,0 3 43,0 1 0,2 5 0,1-3 0,2 1-13,-2 4 0,-1 3 1,-2 3-1,0 3-135,0 2 1,0-4 0,0 6 0,-2 2 130,-3 6 0,2-1 0,-5 7 0,0 1-11,0 2 1,-1 2-1,-4-1 1,2 2-12,1 4 0,0-4 1,-2 3-1,0-3 16,3-1 0,-1 1 1,-4 2-1,1-1-86,4-4 1,-4 0 0,5-8 0,0-1-28,3-3 0,3-7 0,2-3 0,-1-4 35,-4-1 1,3-7 0,-2-3 0,2-3-157,2-1 192,0-7 1,6-78-1,-2 22 1,0 0-1</inkml:trace>
  <inkml:trace contextRef="#ctx0" brushRef="#br0" timeOffset="55">8876 3525 13005,'0'-24'-784,"0"2"0,0-1 263,0 1 1,0 4 0,0-1 0,0 3 199,0 2 0,0-1 101,0 1 119,0 0 138,7 6 0,-4 6 1,7 8-48,1 2 1,-3-4-1,1 2 1,3-1-26,0 0 1,4 4 0,4-2 0,4-1 131,3 0 1,3 1 0,2-4 0,3 2-11,2-2 1,6 3 0,7-1-1,1-2 13,3-1 0,2-2 0,3 0 1,2 0-4,1 0 1,4 2-1,-2 1 1,3 2-4,-3-2 0,-3-2 0,-5-1 0,0 2-43,1 3 0,-9-4 0,5 4 0,-8-3-4,-7-2 0,4 5 0,-4-1 0,2 0-20,-2-3 0,-1-1 0,-5 0 1,2 0-16,-2 0 0,-2-5 1,-3 1-1,-1 0 4,-2 3 0,-5-4 1,3 0-1,1 2-29,-1 1 0,-4 2 0,1 0 1,-3 0 20,-2 0 0,0 0 15,1 0 0,-2 2-73,-4 3 1,-2-2 0,-6 7 0,2 1-58,2 2 0,0 1 1,-5 0-1,0 1 33,0-1 0,0 5 0,0 2 0,0 1-10,0 4 0,0 3 1,0 3-1,0 3-26,0-32 101</inkml:trace>
  <inkml:trace contextRef="#ctx0" brushRef="#br0" timeOffset="56">10905 3827 9170,'-2'43'-82,"-2"1"0,0 5 1,-4 4-1,2 1 12,3-1 1,-4 8-1,1-4 1,0 4-12,-1 3 1,2-5 0,5 4 0,0-6 33,0-4 1,2 1-1,3-6 1,3-1 62,0-3 1,5-7 0,-5-3-1,1-4 5,-4-15-10</inkml:trace>
  <inkml:trace contextRef="#ctx0" brushRef="#br0" timeOffset="57">10905 5271 8081,'-14'11'25,"-1"0"1,-1 0-1,-1-1 26,-3 1 0,-5-3 0,1 2 0,-5 1-35,-4 2 1,1 1 0,-5 1 0,0-1-35,0 0 0,-1-4 0,-4-2 1,2 0-18,2 0 1,-5-3 0,-7 3 0,1-2-38,-1-3 1,1 4 0,1-2-1,-5-2-3,-3-2 1,3-1 0,2 0 0,0 0 40,0 0 0,-2 0 0,-4 0 0,-1 0 17,0 0 1,1-4 0,-2-1-1,-4 2-10,-4 1 1,2 2 0,-1-2 0,2-1 18,3-2 1,-2 1-1,2 4 1,5 0 25,6 0 0,6 0 1,2 0-1,4 0 10,4 0 0,4 0 0,1 0 1,0 1-18,0 4 0,-1-2 0,0 5 0,1-1-5,6-4 0,1 3 1,3-1 37,1-2 241,2-1-240,8-2 0,8 0 1,10 0-42,3 0 0,1 0 0,0 0 0,1 0-36,-1 0 0,-4-2 0,-1-1-1,3-2 1,-4 0-13,1 5 15,1 0 15,-2 0 62,-2 0 0,-6-1-35,0-4 0,-1 3-38,-4-2 1,-2-4-52,-2-2 1,2-3-1,7-1 51,0-1 1,-2-27 0,-2-13-1,0-4 1,0 0 0</inkml:trace>
  <inkml:trace contextRef="#ctx0" brushRef="#br0" timeOffset="58">8948 4446 12606,'0'-14'-1552,"0"-1"1,0 1 854,0-1 0,-1 3 487,-4 2 1,2 5 288,-7 10 1,7-2-1,-3 5 1,1 0-43,0 0 1,-1 2 0,1 4 5,-5 1 1,2-1 0,0 0-1,2 1-31,3-1 1,-4 1 0,2-1 0,1 0-96,-3 1 0,6-1 1,-4 0 84,3 1 1,-2-1-44,-1 1 1,6-3 0,9-2 75,3-5 0,1-5 1,0-3-1,1-4-117,-1-1 0,1-1 0,-1-6 0,0 1 30,1-1 0,-6 1 0,1-2 1,1-2 15,2-1 1,-3-1 0,-2 2 0,0-3 8,0-1 0,-4 3 0,4-5 1,-1-2 8,-4-1 1,-2-2-1,-1 0 1,0 1 14,0-1 1,0 0 0,0 0 0,0 0 20,0 1 0,-4 0 0,-1 3 0,0 3-22,-1 1 1,4 2-1,-4 6-53,-1 3 0,6 5 59,-4 10 1,-1 3-1,1 7 1,2-1-32,1 0 1,2 5 0,0 2 0,0 0 4,0 0 0,0 4 0,0-1 0,2 4 8,2 0 1,-2 1-1,4-2 1,-1-1-22,0-2 0,6 0 0,-3 5 0,2-1-8,-1 1 0,-4-5 1,5 0-1,-1 0-12,-1-1 1,3 2 0,-4-6 0,-1-1-215,1-2 283,4-2 0,10-25 0,9-7 0</inkml:trace>
  <inkml:trace contextRef="#ctx0" brushRef="#br0" timeOffset="59">9207 4532 10483,'-4'-14'-1438,"-3"1"207,-1 4 947,5 2 213,-3 7 0,7 0 193,4 0 0,-2 0 1,7 0-87,1 0 1,-3-1 0,2-3-15,1 0 1,-3-1-1,0 3 1,0-1-32,0-2 1,-3-6 17,4 1 1,-6 2 0,2-1-8,-3-2 0,-2-2-13,0-2 1,-2 6-1,-3 1 19,-4 1 0,1 3 0,-2 4 23,-1 0 0,5 1 0,-1 2 0,2 4-39,1 1 0,-1 1 0,5 6-66,0-1 1,0 1 0,0-1 1,0 0 1,1-1 0,4-2 0,3-1-42,0 1 1,5 0 0,-5 0-1,2-3-59,-1-1 0,1 4 191,4-1 0,0-4 1,1 0-1</inkml:trace>
  <inkml:trace contextRef="#ctx0" brushRef="#br0" timeOffset="60">9524 4374 8489,'8'-6'-2554,"-3"-4"2652,-4 4-31,-1-7 0,0 13 1,-1-2-1,-3 7 41,0 3 1,-3-3 0,4 4-59,-2 3 1,-4 0-1,4 3-36,2-1 1,1 1-1,2-1-20,0 0 0,0-4 0,0 0-47,0 1 1,0 2-1,2-1 1,1-1-77,2-1 1,6-5 0,-2 3 128,4-2 0,40-14 0,9-8 0</inkml:trace>
  <inkml:trace contextRef="#ctx0" brushRef="#br0" timeOffset="61">9725 4460 8489,'-14'-4'-817,"0"-1"1,-1 0 812,1 5 0,6 6-125,3 4 0,3 3 149,2 1 1,2-1-1,1-2 1,4-3-20,1-2 1,-4 4-1,6-5 1,1 0-26,2 1 1,1-4 0,1 2-54,-1-2 1,0-2 0,1 0 0,-1 0 24,1 0 1,-6-2 0,1-1-1,-1-3 23,-1-2 1,0 3 0,-4-5 22,0-1 0,1-1 0,-5-3 13,0 1 0,-6 6 1,-2 1-1,-2 3 14,1-1 1,4 0 0,-5 5-128,-1 0 106,-2 0 0,18 26 0,5 6 0</inkml:trace>
  <inkml:trace contextRef="#ctx0" brushRef="#br0" timeOffset="62">10042 4446 8489,'-15'-2'0,"1"-2"0,0 4-548,-1 0 1,6 6-1,1 8 488,1 1 0,2-6 1,5 1-1,0 1 118,0 2 1,0-4-1,0 1-11,0 1 0,2 0 0,1 1 1,4-4-15,1-2 1,1-1 0,6-5-33,-1 0 1,0 0-1,1-2 1,-1-3-47,1-4 1,-1-2-1,0-1 1,1 3 1,-1-2 0,-1-7 1,-2-1-1,-3 1-64,-2 2 1,1-3 0,-4-2 0,2-1 8,-2-4 0,-3 4 1,-3-4-1,-4-2 84,-1-4 0,4-2 0,-6 5 0,-1 1 19,-2-1 1,0 0-1,2 2 1,2 1 22,-3 2 1,4 7 4,-1-2 1,4 9 0,-3 7-22,2 6 0,1 5 0,5 8 0,0 1 23,0 3 1,0 0 0,1 0 0,3 2 32,0 0 1,1 6-1,-3-4 1,1 1-63,2-1 0,1 7 1,-3-6-1,4 1-7,1 1 1,-3-5 0,3 2 0,0 0-103,0-1 1,0-3 0,3-5 0,-2-1 0,2 1 0,-3-1 102,2 0 0,-7-6 0,4-1 0</inkml:trace>
  <inkml:trace contextRef="#ctx0" brushRef="#br0" timeOffset="63">10286 4475 8333,'-14'-15'-317,"0"1"-105,6 6 1,3 2 0,8 4 320,2-3 0,6 4 0,-1-6 74,2 1 0,-2 4 1,0-4-40,1-1 0,0 4 0,0-5 0,-3 0 43,-1 0 1,2 3 4,-4-4 28,0-1 0,-12 2 0,-2 3 32,-4 4 0,3 1 0,1 1 46,-2 4 1,-2 3-58,-2 7 1,7-1-1,4 0-25,2 1 1,4-1-1,2-1-22,6-3 1,3 2 0,1-4 0,1 2-70,-1 0 0,0-6 1,1 4-1,-1 0 85,0 0 0,1-4 0,31-4 0,9-8 0</inkml:trace>
  <inkml:trace contextRef="#ctx0" brushRef="#br0" timeOffset="64">10502 4388 8479,'0'-8'-633,"7"-4"0,-4 10 0,5-1 651,-2 6 0,-1 5 1,-5 6-1,0 1 10,0-1 0,0-4 0,0-1 1,0 3-8,0 0 1,0 3-1,0-1 1,0 1-71,0-1 0,0-5 165,0 1-127,0-7 1,0-8-1,0-9-49,0-2 1,5-5 0,1 2 0,2 0-46,3-2 0,-3 4 1,2-6-1,1 2 105,2 4 0,5-16 0,4-8 0,1-2 0,0 0 0</inkml:trace>
  <inkml:trace contextRef="#ctx0" brushRef="#br0" timeOffset="65">6575 3899 13932,'8'-1'671,"-4"-4"-1202,-2 3 390,4-4 1,-4 4-44,3-3 57,-4 4 53,6-6 18,-6 7 112,6 0-60,-7 0 0,0-1-471,0-4-57,0 3 215,0-4 0,-2 6 424,-3 0 0,-3 5 0,-4 1 1,0 2-57,3 3 1,4 2-1,-5 2 1,1 1-114,1 3 0,-3-2 0,4 7 0,1 0-115,-1-1 1,3 4 0,4-3 0,0 3-88,0 2 1,4 0-1,3-1 1,1 0-189,3-4 524,2 3 0,27-18 0,6 4 0</inkml:trace>
  <inkml:trace contextRef="#ctx0" brushRef="#br0" timeOffset="66">6718 4043 14593,'-8'-6'-2589,"0"4"2962,4-3-1083,2 4 928,-11 1 1,10 0-52,-7 0 1,7 1-1,-3 2 1,1 4-205,0 1 1,1-3 0,4 4-1,0 2-131,0 2 1,0 2 0,0-1-81,0 0 1,0 1 0,1-1 82,4 1 1,-2-1 0,7 0-166,1 1 1,2-2 0,1-4 453,0-4 1,20-3 0,4-2 0</inkml:trace>
  <inkml:trace contextRef="#ctx0" brushRef="#br0" timeOffset="67">6805 4129 15923,'-8'10'-1921,"3"0"1,-1-6 1834,1 6 0,0 0-227,5 4 1,0-4 11,0-1 0,2-6 109,2 2 1,4-3 317,7-2 1,-1 0 0,1-2 8,-1-3 0,-4 4 0,-2-6-178,-2 1 1,0-2 0,-3-6-25,2-1 0,0 6 0,-5-1-66,0-1 0,0 3 1,-2 0 93,-2 1 0,0-2 1,-5 4 199,-2 2 0,3 1 0,-2 2 53,-1 0 0,3 2 0,0 3-454,2 4 4,1-2 0,24 18 1,5-1-1</inkml:trace>
  <inkml:trace contextRef="#ctx0" brushRef="#br0" timeOffset="68">6977 4101 14970,'2'8'-5131,"1"-2"4703,2 0 0,0-2 119,-5 5 1,0-4 333,0 5 0,5-1-130,-1 6 0,1-6-8,-5 1 298,0-1-513,0-1 1,2-1 437,3-7 0,-4-2 0,4-3-46,-3-4 1,2 1 0,3-2-6,1-1 1,-3 0 0,3 0 0,0 3 109,0 1 1,-4-2 0,6 2 216,1-1 1,-3 5 598,2-2-768,-1 4 1,-1 7 0,-3 4-209,-3 2 0,-2-2 1,0 0-1,0 1-86,0 2 0,0-4 0,0 1-90,0 1 0,0 2-232,0 1 352,6 1 0,2-20 0,6-5 0</inkml:trace>
  <inkml:trace contextRef="#ctx0" brushRef="#br0" timeOffset="69">7265 3914 14340,'8'0'-739,"-1"1"0,-7 4 351,0 5 1,0 2-1,0 3 1,0-1 237,0 1 0,0-1 0,0 0 1,0 1 36,0-1 0,0 0 1,0 2-1,0 2 30,0 1 0,0 0 0,0-4 1,0-1-9,0 1 1,-2 2 0,-1 1 26,-2-1 1,0-4-1,5 6-759,0-3 679,0-1 1,0-20-1,0-5 1</inkml:trace>
  <inkml:trace contextRef="#ctx0" brushRef="#br0" timeOffset="70">7208 4115 15570,'0'-10'-2426,"0"1"1,0 4 2203,0-5 1,1 7 0,2-3 505,2-1 0,6 6 0,-1-4-170,3 3 1,1 2-1,1-1 1,-1-2-10,0-2 0,20 0 0,4 5 0</inkml:trace>
  <inkml:trace contextRef="#ctx0" brushRef="#br0" timeOffset="71">7351 4216 15251,'-1'-8'-3200,"-2"1"275,-2 1 2850,0 4 1,11-9 302,4 6 0,3-4 0,0 2-86,-4-1 1,2 4 0,-4-4 0,-1 0-35,1 0 0,4 3 1,-3-5-54,0-1 0,-2 3-239,-6-2 0,0 1 248,0-6 0,-1 7-64,-4 4 0,-3 2 202,-7 2 0,6 6-239,-1 4 1,7 3-1,-2 1-138,4 1 0,1-1 0,0 0-18,0 1 1,1-1 0,2 1-4,2-1 1,6 0 0,-1 1-76,3-1 1,1-4 458,1-1 0,25-31 0,6-4 1</inkml:trace>
  <inkml:trace contextRef="#ctx0" brushRef="#br0" timeOffset="72">7596 4043 15251,'-6'-8'-2673,"4"2"1,-3 12 2440,10 4 0,-2 1 0,7 0 263,1-1 0,0-6 0,0 4 1,-1 0-14,1 0 0,-3-3 0,2 3-19,1-1 0,2 2 1,1-2-35,1 1 1,-6-5 0,-1 3 0,0-1-73,0 0 1,-3 0 74,4-5 0,-5 0 0,2 0 0</inkml:trace>
  <inkml:trace contextRef="#ctx0" brushRef="#br0" timeOffset="73">7726 4086 15251,'-10'-8'-3207,"2"2"1358,2-1 1703,1 6 0,3-6 32,-3 7 0,4 2 207,-4 3 1,3-2-1,2 7-157,0 1 1,-1-3-1,-2 1 109,-2 3 0,-6 0 0,3 3-127,0-1 0,0-4 1,4-1-1,0 3 32,0 0 0,1 3 0,0-1-27,-2 1 0,0-1 0,5 0 89,0 1 0,20-20 0,4-5 1</inkml:trace>
  <inkml:trace contextRef="#ctx0" brushRef="#br0" timeOffset="74">7956 3885 11421,'0'-7'-43,"0"7"1,-5 7 0,0 7-87,2 1 1,-3-1 0,-1 0-1,1 1 90,-1-1 0,1 2 1,3 2-1,-4 1-2,-1-2 1,5-1 0,-2-1-1,4-1-103,1 1 0,0-1 0,0 0-28,0 1 0,0-1 26,0 1 0,6-7 1,4-4 18,3-2 1,-4-2 0,1 0 40,1 0 0,2 0 1,1-2 135,0-2 0,-4 2-21,0-3 0,-1-22 0,6-5 0</inkml:trace>
  <inkml:trace contextRef="#ctx0" brushRef="#br0" timeOffset="75">7783 4043 13576,'0'-10'-2644,"2"3"2117,2 0 1,6 2 0,8 4 607,1-4 0,2 3 0,-2-2 0,3 2-9,1 2 1,48-19 0,-31 7 0,-1 0 0</inkml:trace>
  <inkml:trace contextRef="#ctx0" brushRef="#br0" timeOffset="76">6647 4993 10606,'-2'-13'-985,"-3"3"1,4-2 478,-4 2 1,-2-3 400,3-1 1,-1 4 56,5 1 138,0 5-73,6-8 0,2 10 55,7-3 0,-8 5 0,0 3-122,-1 2 1,-4 6 0,4-1 47,1 3 1,-6 1-1,4 1 1,-2-1 2,2 0 1,-3 1 0,2-1-1,0 0-6,0 1 0,-2-6 1,3 1-1,-2 0-11,2-2 1,-2 3 0,5-5 19,-2 2 0,6-5 0,-4 1-5,0-8 0,3 1 0,-5-6 0,2-3-51,3 0 1,-3-3-1,0 1 1,0-1 60,0 1 0,-3-5 0,3 0 0,0 1 15,0 2 0,-5 2 0,2-1 0,-2 1-34,2 0 0,-3-1-112,2 1 0,0 6 262,0 3-153,-2 3 0,-2 41 1,-8 9-1</inkml:trace>
  <inkml:trace contextRef="#ctx0" brushRef="#br0" timeOffset="77">6963 4993 8801,'8'0'-610,"-2"0"1,1 0 637,2 0 1,-1-5 0,2-1-24,1-2 0,-3 3 0,2-5-17,1-1 1,-3 3 0,0-2 8,-2-1 0,4-2 19,-5-1 1,-1 4 0,-5 2-24,-4 2 1,2 1 0,-7 5 33,-1 0 1,-2 0 0,1 2 0,0 1-26,3 2 0,1 6 1,-3-3-1,3 2-36,1-1 0,2 1 0,5 4-26,0 1 1,0-1 0,0 0-15,0 1 0,2-2 1,3-2-1,4-2-244,4 2 326,2-4 1,37-1 0,11-6 0</inkml:trace>
  <inkml:trace contextRef="#ctx0" brushRef="#br0" timeOffset="78">7251 4906 10121,'-10'-4'-589,"1"-1"-398,-3 2 1,4 1 812,-1 2 1,6 2 156,-2 2 1,3 0-1,2 5 1,0 2 31,0 2 0,0-3 1,0-1-1,0 3-22,0 0 1,0 3 0,2-1-17,3 0 1,-2 1 0,5-1-41,-2 1 0,5-6 0,-1-1 4,3-1 0,-4-3 0,1-4-16,1 0 0,2 0 67,1 0 1,13-57 0,4-15 0</inkml:trace>
  <inkml:trace contextRef="#ctx0" brushRef="#br0" timeOffset="79">7438 4705 8240,'-8'-2'-1033,"3"-2"1,-1 4 1064,1 0 0,-5 6 0,5 8 0,2 1 16,2-1 0,-4 1 0,0-1 0,2 0-13,1 1 1,2-1 0,0 2 0,0 2-11,0 1 1,0 2 0,0-4 0,0 2-62,0-1 0,0 3 0,0-2 0,0 0-60,0 2 0,0-5 0,0 5 0,0-2-18,0 0 1,0 0-1,0-4 114,0-1 0,7-19 0,1-4 0</inkml:trace>
  <inkml:trace contextRef="#ctx0" brushRef="#br0" timeOffset="80">7294 5065 8586,'0'-15'-664,"0"1"0,0 4 0,0 1 430,0-2 1,5 3 0,1 0 225,2 1 1,2-2 0,4 2 4,0-1 0,1 3 0,-1-3 0,1 2 2,-1 3 0,0-4 1,1 3-1,-1 0 4,1 3 0,-6 1 1,1-2 57,1-3 1,2 4 37,1-4 0,-4 3-11,-1 2 1,-6 7-6,2 2 0,-5 4-70,-5 2 1,4-1 0,-6-1 0,3-2 16,-1-1 1,0-1-39,5 5 0,0 1 4,0-1 1,2-6 0,1-1 0,3-3-14,2 1 0,2 0 1,4-5-10,1 0 0,2-2 1,-1-1-1,-1-3-22,2-2 1,-4 3 0,3-5 0,-5 1 6,0 1 1,-3-5 0,0 4 40,-1-4 1,-2 3-1,-5 1-24,0-3 0,-7 6 1,-2 0 58,-4-1 1,-2 6-1,1-4 1,0 3-31,-1 2 0,6 0 0,-1 0-3,-1 0 0,3-1-2,-2-4 0,7 3 0,-2-4 0,10 6 0,5 0 0,2 0 0,3 0 0,-1 0 0,1 0 0,-1 0 0,0 0 17,1 0 1,-1 0 0,1 0 13,-1 0 1,0 0 0,-1 1-4,-3 4 1,1-2 0,-5 7-21,2 1 0,-5-3 0,2 2 0,-3 1-10,-2 2 1,0 1-26,0 0 61,0 1-9,0-7 1,0-3 0,0-10-23,0-5 1,0 2-1,0-1 1,1-2-23,4-2 1,-2 0 0,7 2 0,0 1-101,-2-1 1,4 0 0,-4 0 118,0 1 0,50-19 0,6-9 0</inkml:trace>
  <inkml:trace contextRef="#ctx0" brushRef="#br0" timeOffset="81">8128 4647 8586,'0'-9'-560,"2"1"11,3 1 1,-2 3 535,7 4 0,-7 1 1,3 4-1,-1 5 77,0 2 0,1 3 1,-3-1-1,2 1 42,-2-1 0,4 5 1,-3 2-1,0 1-35,-3 4 0,-1-4 0,0 2 1,-1 3-51,-4 5 1,-9 0 0,-10 7-1,-7 2 15,-7 6 1,-4-1-37,-15 7 0,5-17 0,-12 4 0,-3 0 0,11-5 0,1-1 0,-1 1 0,0-1 0</inkml:trace>
  <inkml:trace contextRef="#ctx0" brushRef="#br0" timeOffset="82">2474 4432 11946,'16'0'-7,"11"0"-4,4 0 0,1 0-1,3 0 134,2 0 1,1 1 0,5 2 0,0 2-83,1-2 0,-1-1 1,0-2-1,-2 0 77,-2 0 0,2 0 0,-4 0 0,0 0-99,-3 0 0,-9 0 0,-1-2 0,0-1-63,-2-2 0,4-1 0,-7 3 1,-1-4 132,-2-1 0,-2 5 0,1-3-8,-1-1 0,-4 6-186,-1-4 124,-6 3 1,-9 9 0,-10 1 0</inkml:trace>
  <inkml:trace contextRef="#ctx0" brushRef="#br0" timeOffset="83">3424 4302 14900,'-10'-13'-4661,"1"4"4063,5 2 1,4 7 962,10 0 0,3 7-390,1 2 1,1-1 0,-1 2-33,0 1 1,-4-3 0,0 2-11,1 1 1,-3-3-1,1 1 8,3 3 1,-6-4 0,0 0-196,1-2 1,-6 5 289,4-1 1,-5-4-1,-5 1 158,-4-1 0,-6 2 0,-2 5 0,-2-2-150,1-1 1,0-1-1,1 6 1,-4-1 69,-1 0 1,-28 20 0,-11 4-1</inkml:trace>
  <inkml:trace contextRef="#ctx0" brushRef="#br0" timeOffset="84">5121 5712 14641,'0'-14'-1636,"5"-1"1,0 1 1782,-2 0 1,0 4-1,1 0-182,0-1 1,3 3 394,-2-1-314,3-1 0,6 2 118,0 3 1,-4 5 0,-2 5-321,-2 5 0,1 7 1,-4 2-1,2 1 17,-2 0 0,-1 0 0,-2 7 0,0 5 141,0 3 0,-5-2 0,-2 6 1,-1 2-51,-3 6 1,-2-1 0,-1 7 0,0 0-45,-1-2 1,-4 3 0,0-6 0,0 0 1,-2 2 1,3-10 0,-4 1 0,1-4 51,4-5 0,1-2 1,1-3-1,1-3-181,-1-4 1,6-4 686,-1-2-376,7-6 1,16-40 0,11-16 0</inkml:trace>
  <inkml:trace contextRef="#ctx0" brushRef="#br0" timeOffset="85">4719 6647 15588,'-8'-8'-4890,"1"4"5200,7 8 0,0 4 0,0 7-466,0-1 1,2-1-1,1-2 1,2-1 82,-2 1 0,-1 2 0,-2 1 0,0 0 43,0 1 0,0-1 0,0 1 0,1-1-75,4 0 1,-3-4 0,4-2 0,-1 0 60,0 0 0,6-5 0,-2 2 27,4-3 1,2-4 0,1-3 0,1-4 119,2-4 1,7-3 0,-4-2 0,2-3-142,0-1 1,0 0 0,3-2 0,-1 3 245,-2 0 0,-5 5-3,5-3 0,-13 9 1,2 4-1</inkml:trace>
  <inkml:trace contextRef="#ctx0" brushRef="#br0" timeOffset="86">4172 9036 14704,'8'-15'-419,"-3"1"1,1 4 0,-1 1 0,0-2-368,1-2 1,-4 3 0,3 1 647,-4-3 0,-1 0 1,0-3-1,0 1 19,0 0 0,0-1 0,0 1 93,0-1 1,0 6 0,-1 1 0,-3 0-153,0 0 1,-3 3 111,2-5 1,4 6-301,-4-6 1,3 0 189,2-4 1,0 4 55,0 1 0,2-1 161,3-4 0,-2 1 0,5 2 137,-2 1 1,4 1-1,-4-4 49,2 3 0,-3-2-1,5 2 0,-7 2 0,3 0 221,1 2 317,-6 1-584,6 5 0,-7 6 1,0 4-145,0 3 1,0-2-1,0 2 1,0 3-23,0-1 0,-5 6 0,0 2 0,0 2-70,-1 6 0,3 2 0,-5 1 0,0 4 4,0 4 1,-2 7-1,-3 6 1,2 4 1,2 3 1,-1 7 0,-3 0-1,2 4-28,1 4 0,6-2 1,-4-6-1,1-4-34,4-1 1,1-3-1,2-7 1,0-2 49,0-3 0,0-1 0,0-3 0,2 1 74,3 2 0,-4 0 0,4-5 0,-3 2-29,-2 3 1,0 2 0,-2 4 0,-1-3 1,-2-1 0,-1-1 0,3-2 1,-2 0-33,2 0 1,1-7 0,0-2 0,-1 1-23,-2-3 1,1 4 0,4-6-1,-2-1 10,-3 3 1,4-6 0,-6 4 0,2-4-59,1-1 1,-1-2-1,5-3-359,0-5 556,0-9 1,6-36-1,2-14 1</inkml:trace>
  <inkml:trace contextRef="#ctx0" brushRef="#br0" timeOffset="87">4287 8705 11974,'0'-10'-1926,"0"1"1,0 4 1789,0-5 0,0 6 103,0-6 1,0 5 30,0-4 0,0 4 1,2-3 146,2 1 0,-2 1 10,3 1 0,-4-3-106,-1-6 0,2 4-26,3 1 1,-4 4-1,4-5 74,-3-1 1,-2 3-1,1 0 3,4 2 1,-3-1-37,3 2 0,-2 4 1,0-6 49,2 1 1,6 4 0,-1-2-99,2 2 0,3-3 1,-1 0-1,2 2-40,3 2 1,-1 1 0,6 0-1,1 0 60,3 0 1,2-5-1,2 0 1,3 0 0,2-1 0,0 3 0,1-5 1,-3 0-2,0 0 0,-4 5 1,4-4-1,-3 2-28,-3 1 1,3-6-1,-10 5 1,2 0-14,0-1 1,-6 4 0,1-2 0,-3 0 5,-2 0 1,-4 2 0,-1-3 0,1 2 33,-2-2 0,0 4 57,-3-4 1,1 2-14,4-2 0,2 3-74,-2-3 0,-2 4-45,2 1 0,-6 0 1,6 0 1,-5 0 7,4 0 1,-4 0-20,5 0 0,-7 1-95,2 4 0,1 3 1,-1 7 29,-2-1 1,-1 0-1,-2 1 1,0 1 35,0 3 1,0 2 0,0 4 0,0 1 29,0 4 0,-2 1 0,-1 7 1,-2 2 27,2 1 0,-3 3 0,1-1 0,0 0 17,-1 0 0,2 5 1,-4 0-1,0-2 14,0-1 1,4-2-1,-4 2 1,0 1-30,0 2 0,3 0 0,-3-4 0,1-1 53,4 0 0,-3-2 0,1-2 1,2-6-20,1-2 1,2-2 0,-1 1-1,-3 2 20,0 1 1,-3 1-1,4-5 1,-3 0 0,-2-1 1,5 6 0,-4 0 0,2-1-35,1 2 0,-3-4 0,4 2 0,-2-1-3,2 2 0,-3-4 1,1 5-1,0 0-12,-1 4 0,2 1 0,-4 0 0,2-2 3,3 2 0,-4-3 1,1 1-1,0 2-19,-1 2 0,2-5 0,5-4 0,0-2 23,0-3 0,-4 1 0,-1-2 0,2-1-4,1-2 1,0-7 0,-1 4-1,-2-2 12,2 1 0,0-1 0,0-5 0,-2 0 16,2 1 0,-4-1 0,3 1 1,-1-1-10,-2 0 0,6 1 0,-4-1 0,2-1 0,-2-3 1,3 2 0,-2-2 0,2 3-22,2 1 0,0 5 0,0 1 0,-2-3-30,-2-1 0,2-2 0,-3 1 0,4-1 23,1 1 0,0-1 0,0 0-28,0 1 0,0-6-40,0 1 0,1-7-193,4 2 211,-3-3 0,4-1 110,-6 4-48,0-3-97,0 4 24,0-6 0,0 2 12,0 2-44,0-2 219,0 4 1,-5-7-1,-1-2-85,-2-2 0,0-2 0,-3 4 0,1-2-54,-1 2 0,-2-3 0,-1 1 0,-1 0 55,1-1 1,-2 4 0,-2-3-1,-2 4 37,-3 1 0,1 0 0,-4 0 1,2 0 2,-1 0 0,-4 0 0,-3 0 1,0 0 11,5 0 1,-5 5 0,6 1 0,1 0 10,-2 1 1,-1-1 0,1-3 0,3 2-60,5-2 1,-2 1 0,2-1 0,1 2 141,3-2 0,0-2 22,1-1-83,-1 0-112,7 0 0,2-1-152,6-4 1,0 2-126,0-7-94,0 7 207,0-3 0,-2 6 135,-2 0 1,0 0 0,-5 0 26,-2 0 0,3 0 87,-2 0 1,5 0 85,-4 0 0,4 0 46,-5 0 0,5 0 107,-4 0-111,6 0 11,-10 0-230,11 0 0,-4 0-73,6 0 30,0 0 0,32-32 0,8-8 0</inkml:trace>
  <inkml:trace contextRef="#ctx0" brushRef="#br0" timeOffset="88">5050 7655 17797,'0'14'-3862,"0"0"3550,0 1 0,0-1 1,0 0-1,-2 1 253,-3-1 1,4 5 0,-4 2 0,3 2-60,2 2 1,0 7 0,0 3 0,0 0 28,0 1 0,0 4 0,0-4 0,0 3 8,0-1 1,0-6 0,0 2 0,0-4-39,0-1 1,0 0 0,0-2-1,0-3-499,0-5 0,0-3 835,0-2 1,7-25 0,1-6 0</inkml:trace>
  <inkml:trace contextRef="#ctx0" brushRef="#br0" timeOffset="89">5035 7698 20113,'8'-15'-4038,"-1"6"2998,-7-1 315,0 7 0,-2-3 806,-3 6 1,2 0 0,-5 1 0,0 2 136,0 2 0,3 5 1,-3-4-61,2 2 1,-5 2-141,1 4 0,2-1 0,0-2 0,0-3-84,0-2 1,3 4 0,-3-4 213,2 2 1,-1-3 434,3 5-9,2-7-381,-4 3 0,7-12 0,2-4-290,2-2 0,5 2 1,-4 0-1,2 1 80,3 1 0,-3-5 1,2 3-1,0-2 6,-2-3 1,3 6 0,-5-1 0,2 1 28,3 1 1,-3-4-1,0 6 1,0 0 11,0-1 1,-3 2 0,5 4 140,1-4 1,-3 3 82,2-2 0,-2 4 1,3 3-551,-2 2 1,1 6-1,4-2 167,1 4 1,-1 0-1,0-2 1,1-1 50,-1 1 0,39 8 1,9 3-1</inkml:trace>
  <inkml:trace contextRef="#ctx0" brushRef="#br0" timeOffset="90">5136 9683 19325,'8'0'-2731,"-2"0"2800,-6 0-80,0 0 43,0-6-579,0 4 0,0-6-141,0 3 229,0 4-396,0-6 557,0 7 0,0-1 1,2-2 201,3-2 0,-2 0 121,6 5 1,1 0 0,6 0 0,2-1-1,1-4 1,8 3 0,0-3-1,7 4 184,2 1 0,3-5 0,6-1 0,1-1 19,2 1 0,5-4 1,-5 4-1,0-1 9,1 1 1,-9-5 0,3 3 0,-1 0-39,-1 3 0,-4-1 0,-3-1 0,-4 1 28,-1-1 0,-2-2 0,-3 2 1,-5 1-113,-3 0 1,-1 1 0,-1 3-95,0-3 1,-1 2 34,-3-6-172,3 5 40,-12-2-994,6 0 424,-7 4 594,6-4 1,15-7 0,9-3 0</inkml:trace>
  <inkml:trace contextRef="#ctx0" brushRef="#br0" timeOffset="91">6431 8216 15301,'0'-15'-4266,"0"6"3383,0-1 539,0 7 139,0-10 141,0 12 1,0-4 47,0 10 1,0-2 15,0 6 0,0-4-169,0 5 1,0-6 0,0 6 220,0 1 0,0 2 0,0 1-8,0 1 0,-2-1 0,-1 1 1,-2-1 20,2 0 0,0 6 0,0 0 0,-4 3 15,-1 2 0,0 7 0,-3 3 0,1 2-3,-1 3 0,-2 3 1,-1 4-1,0 2-23,-1 2 1,6-4 0,-1 1 0,0-3-26,2-2 0,2-2 0,4-2 0,-1-4 2,-2 0 1,1-5-1,4 4 1,0-2-1,0 1 0,-5-1 1,0 5-1,2 0-29,1 0 1,2 0 0,0 2 0,0 0-30,0 1 0,0 1 0,-1 3 0,-3-1-13,0 0 0,-3 0 1,4 2-1,-3 3 13,-2 5 1,3-2 0,-5 0 0,1 0 13,1 0 0,-5-4 0,5 0 0,0-3 15,3-6 1,-1 2 0,-1-6 0,1-2 15,0-2 1,-1-1 0,2-2-1,-3-2 19,0-1 0,0 0 0,5 4 0,-3-3 15,-2-1 0,3-5 0,-3 4 0,2-1-7,2 0 1,-2 1 0,1 2 0,2-1-31,1 2 0,-2-2 0,-1 2 0,2 1-51,1-2 0,2-1 0,0 2 0,0-2-90,0 1 0,0-2 1,0-1-1,0-1-77,0-3 0,0 2 0,0 0-426,0-3 778,0-7 0,26-36 0,6-14 0</inkml:trace>
  <inkml:trace contextRef="#ctx0" brushRef="#br0" timeOffset="92">6488 8244 14188,'7'-8'-2091,"-6"-4"1476,4 2 1,-2 4 619,2 1 0,-2-2 0,7 3 96,1 0 1,-3 3-1,2 1 1,1 0-68,2 0 1,1 0-1,2 0 1,3 0 16,5 0 0,3-5 0,4 0 0,1 2-25,1 2 0,7-1 0,0-1 0,6-2-9,7 2 1,-3-4 0,-1 3 0,-1-1-2,0-2 0,5 6 0,-5-4 0,-2 3 53,-1 2 1,-7-4-1,1-1 1,-1 2-38,-1 1 0,-2 0 1,-6-1-1,0-2-52,-1 2 0,-4 2 0,-1 1 0,-2 0 23,-4 0 0,-1 0 1,-1 0-1,-1 1-92,0 4 1,1-2-8,-1 7 0,-4-5 1,-2 4-219,-2 2 1,-1-3 121,-5 2 1,-2 0 0,-1 4 134,-2 0 1,-4 1 0,4-1 0,0 0 8,-1 1 1,2-1 0,-4 2 0,0 2-13,0 1 0,4 5 0,-4-3 0,0 1 17,0 4 1,3 1 0,-3 3-1,2 2 4,2 2 0,-2 1 1,0-3-1,-1 3 47,1 2 1,-1 1-1,4 4 1,-3-2 106,-2-2 0,0 1 0,-3 4 0,3 0-31,1 0 1,-4 0-1,1 2 1,-1 1-69,2 2 1,-4 2 0,5-4 0,-2 2-25,1-1 1,1 2 0,-3-1 0,3 0-17,1 2 0,-4-10 1,3 3-1,-2 0 0,1 3 1,1-1 0,-3 3 0,1-3 23,-1-2 0,3 0 1,-2 0-1,-1 0 16,-2 1 1,-1-1 0,-1 0 0,1 0-13,0 0 1,4 4 0,1-3 0,-1-4-8,2-3 1,0 1-1,5-2 1,-2-1-19,2 0 0,-4-1 0,3-7 1,0-2-4,3-1 0,-4 0 0,0 3 0,2-3-27,1-4 1,2-4 0,0-2 0,0 0-43,0 1 1,0-6 0,0 1 43,0 1 0,0-3 1,0 2-26,0 1 0,0-3 0,-1 0 140,-4-2 0,2 5 53,-7-1 1,5-2 51,-4 2 0,4-6 33,-5 6 1,1-7 75,-6 2 0,6-2-53,-1 2 1,1-3-89,-6 2 0,1-2 0,-1-2-65,1 0 0,0 0 1,-1 0-1,1 0-47,0 0 0,-1 0 0,-1 2 0,-3 1 29,-5 2 1,2-1 0,-2-4 0,-2 2-21,-1 3 1,-2-4-1,0 4 1,-1-2-17,-4 2 1,4-3 0,-5 4 0,1-1-45,1 0 0,-2 0 0,3-4 0,-2 2-14,2 2 1,-3 2-1,1-4 1,2 3 40,2 2 1,1-3 0,-1 5 0,-2-1 30,-2-1 0,6 3 0,5-4 0,2-1 21,4 0 0,1-1 0,1-5-95,1 0 1,4 5 251,1 0-10,-1 0-36,2-5-212,2 0 0,4 0-40,-3 0 0,4-2-155,-4-3 0,3 2 1,2-7 31,0-1 1,0-2-1,0-1 64,0 0 0,0 4 1,2 1 93,3-3 1,28-20-1,14-6 1</inkml:trace>
  <inkml:trace contextRef="#ctx0" brushRef="#br0" timeOffset="93">7495 7338 16101,'0'-14'-2473,"0"-1"1131,0 1 0,0-1 804,0 1 1,0 4 156,0 1 307,0 6 1,0-2 48,0 10 0,0-2 0,0 6 16,0 3 1,0-4 0,-1 0-1,-2 0-50,-2 0 1,-2 1-1,4 6 154,-2-1 1,-1 2 0,3 2-1,-4 2 5,-1 3 1,4-4 0,-4 5-1,0 3-15,0 5 1,0 5-1,-4 6 1,3 0-22,-2 0 1,-1 5-1,1 2 1,2 1-35,-3 3 1,4-4 0,0-2 0,0-3-22,1-2 1,2 0-1,-3-1 1,1-4-24,4-5 0,2-4 0,1-3 0,0-4-260,0-1 0,0-2 424,0-4 0,19-39 0,5-10 0</inkml:trace>
  <inkml:trace contextRef="#ctx0" brushRef="#br0" timeOffset="94">7409 7338 16101,'-6'-8'-5136,"4"-5"3527,-3 4 1059,-3 2 342,7-6 1,-7 12 382,3-4 0,3 5 1,-4 3-1,1 4-71,0 1 1,0-4 0,4 4-1,-2 0 60,-2 0 1,-5-3 0,4 5-172,-2 1 0,5-3 526,-2 2 60,-3-7-304,6 3 0,-4-7 0,8-3 1,1-2-164,2-2 1,1 3-1,-3-4 1,3-3-153,2 0 0,2-3 1,3 1 67,-4-1 1,3 1 0,-6 0-57,2-1 1,-5 6-1,4 1 1,-3 0 41,1 0 0,2 5 210,-3-2 0,4-2-42,7 3 1,-6 0-1,1 9-383,1 5 0,0 2 0,1 3 1,-3-1 42,2 1 0,4-1 0,2 2 45,2 3 1,26 29 0,2 13 0</inkml:trace>
  <inkml:trace contextRef="#ctx0" brushRef="#br0" timeOffset="95">2417 9611 21281,'0'-14'-4828,"0"0"3610,0-1 1,0 1 744,0-1 1,0 6 395,0-1 1,1 7-1,3-3 331,0-1 1,3 6 0,-4-6-80,2 1 0,6 4 0,-1-3-84,2 4 1,4 1-1,2 0-239,1 0 0,2 0 0,-2 0 0,7-2 257,6-3 0,0 4 0,6-4 0,2 3 0,1 2 0,4 0 0,2 0 0,1-1 31,-2-4 0,-1 3 0,-2-2 0,2 2-20,3 2 0,-4 0 0,4-2 0,-3-1-175,-2-2 1,0 1 0,-1 4 0,-2 0-66,-2 0 0,-6 0 0,2-2 1,-4-1 77,-1-2 1,-7 0 0,-3 5 0,-3-1 69,-1-4 1,-1 3-1,1-3-20,-1 4 1,-4-4 180,-1 0-276,-6 1 0,5 4 122,-3 0 0,3-13 0,7-3 0</inkml:trace>
  <inkml:trace contextRef="#ctx0" brushRef="#br0" timeOffset="96">3827 9223 14609,'-20'-7'0,"1"-1"-252,2 0 1,1-3-1165,1 6 1351,7 1 1,2 5 0,6 4-154,0 5 1,2-2-1,1 1 1,3 2 44,2 2 1,-3-3 0,3-1 0,0 3 28,0 0 1,-3 3 0,4-1 0,1 1 26,-2-1 1,5 0 0,-4 1-44,4-1 1,-3 1 0,-1-1 0,2-1 44,2-4 1,2 4 0,-1-5 126,0 0 0,1 3 0,-1-6-18,1-2 1,-1-1 683,0-2-293,-6 0 0,-3 0 0,-10 0-141,-4 0 0,-6 1 0,-4 3 0,-5 2-36,-3 2 1,-2 2-1,0 4 1,1 0 220,-1 1 0,0 1-207,0 3 0,-25 16 1,-7 10-1</inkml:trace>
  <inkml:trace contextRef="#ctx0" brushRef="#br0" timeOffset="97">2028 8878 11875,'7'-8'-767,"-6"0"254,4 3 0,-3 2 157,-2-7 1,0 5 286,0-4 0,5 4 243,-1-5 1,1 1-133,-5-6 0,0 6-48,0-1-249,0 0 133,0-4 0,-2 6 1,-1 2-111,-1-1 1,-8 7 278,3 0 0,-4 2 0,0 7 0,2 3 41,1 0 0,-1 4 0,-6 2 0,-3 3-38,3 1 1,1-3 0,1 5-1,1 2-7,0 1 0,1 2 0,2-2 0,3-1-20,1-2 1,-2-2 0,4 4 0,2-4-29,1-1 0,2 0 0,2-6 0,3 1-79,4-3 1,2-2 0,2 4 0,0-2-1,3-4 0,1 4 0,-2-5 0,-1 0-154,1-3 1,4 1 0,0-1 222,-1-2 0,4-8 1,0-3-1</inkml:trace>
  <inkml:trace contextRef="#ctx0" brushRef="#br0" timeOffset="98">2230 9093 10734,'-10'0'-1448,"2"2"1653,2 3 0,1-2-267,5 7 0,0-6 0,-2 4 0,-1 0 77,-2 0 1,1-3 0,4 5 0,0 1-64,0 2 0,0 1 1,0 0-1,0 1-3,0-1 1,0 2-1,0 2 1,0 1 6,0-1 0,0-2 0,0-2 0,0 0-137,0 1 0,1-1-11,4 1 0,1-6 0,6-1-295,-3-2 536,-6-1 1,23-37 0,-2-8-1</inkml:trace>
  <inkml:trace contextRef="#ctx0" brushRef="#br0" timeOffset="99">2129 9338 8840,'-8'-14'-392,"2"-1"1,7 2 0,4 4-1,5 4 388,2 3 1,3 2 0,-1 0 17,1 0 1,44-6-1,11-2 1</inkml:trace>
  <inkml:trace contextRef="#ctx0" brushRef="#br0" timeOffset="100">2057 10273 8332,'0'-27'0,"-2"1"-283,-2 2 1,2 5-1,-3-3 1,4 1 830,1 4 0,0 1-727,0 1 1,1 7-17,4 3 0,-2 4 190,7 1 1,-7 6-1,2 5 3,-4 7 0,-1-2 0,0 5 0,0-2 6,0 0 1,-4 7 0,-3-2 0,1 3 6,0 2 1,-4-5 0,4 0-1,-2 3-3,-4 5 1,4-2 0,0 4 0,0-4-9,0-1 1,5-2-1,-3-1 1,1-4-96,0-1 1,0-2 52,5-5 1,2-7-1,1-7 1,4-8 15,1-5 0,1-6 0,6 0 0,-1-1-13,0 0 1,-4 4 0,0-5-1,1 2 51,1-1 1,-2 1-1,0 6 1,1 2 23,2 2 0,-4 1 0,1-4 6,1 3 1,-3 6-21,2-2 1,-7 10-1,2 4-32,-4 4 0,-1 1 0,2 1-27,3-1 1,-4 1 0,4-1 0,-3 0-91,-2 1 1,0-1 0,0 1 101,0-1 0,19-6 0,5-2 0</inkml:trace>
  <inkml:trace contextRef="#ctx0" brushRef="#br0" timeOffset="101">2330 10374 8584,'-14'-14'-670,"4"4"1,2 0 317,2-1 259,1 5 1,5 6 123,0 9 0,0 4 1,2 2 9,3-1 1,-4 0 0,4 1-1,-3-1-25,-2 0 0,0 1 0,0-1 1,0 1-19,0-1 0,0 2 0,0 2 0,0 1-10,0-2 0,0 4 0,0-2 0,0 1-95,0 0 1,1-4-1,2 3 20,2-3 1,6-1 0,-1-2-5,3-4 1,-4-2 0,1-7-1,1 0 91,2 0 0,-5 0 0,11-39 0,-3-9 0</inkml:trace>
  <inkml:trace contextRef="#ctx0" brushRef="#br0" timeOffset="102">2302 10619 8496,'-7'-8'-686,"4"-5"1,-5 3 896,2-3 0,1 4 1,5-1-333,0-1 1,1 5 0,4-1 0,5 2-242,3 1 1,6-3 361,0 2 0,-6 4 0,-7-6 0</inkml:trace>
  <inkml:trace contextRef="#ctx0" brushRef="#br0" timeOffset="103">1568 4043 19316,'8'0'-44,"0"0"0,-5-2 110,2-2 1,1 0-326,-1-5 1,-3 4-201,3-4 1,1 4 359,-1-5 1,-1 5 0,-2-3-174,3 2 1,-4 0-321,4 1 400,-3 3 0,3-6-367,-1 3 181,1 4 210,-5-6 0,-1 7 309,-4 0 0,2 5 1,-5 2-1,0-1-141,0 0 1,3 6-1,-3-3 1,0 2 48,0-1 1,3 3 0,-3-2-1,0 5 0,0 3 1,3 0 0,-3-3-1,0 2-157,0 1 1,4 5 0,-4-3 0,0 0 39,0-1 0,4 4 0,0-4 1,2-3-206,2-1 0,0-2 1,0 1 75,0-1 1,0-4 0,2-2-248,2-2 0,4-1 1,7-5 404,-1 0 1,1-2 0,-1-1 0,0-2 83,1 2 0,-1-3 129,0 1 0,20-19 1,4 0-1</inkml:trace>
  <inkml:trace contextRef="#ctx0" brushRef="#br0" timeOffset="104">1813 4158 16231,'9'-5'-1410,"1"1"1820,-7-1-263,3 5 1,-6 1-568,0 4 0,0 3 1,0 7 150,0-1 1,0 0 0,0 1 176,0-1 1,-5 1 0,1 1 0,1 1 0,1 2 1,-3 0 0,0-4 0,2-1-110,2 1 1,1-1 0,0 0-285,0 1 0,0-1-28,0 1 1,6-7 189,4-4 0,2-2 0,3-2 686,-1 0-251,-6 0 0,11-32 0,-3-8 0</inkml:trace>
  <inkml:trace contextRef="#ctx0" brushRef="#br0" timeOffset="105">1784 4345 14681,'-15'0'-166,"1"0"0,4 0 0,1 0-874,-2 0 672,4 0 1,2-1 391,10-4 0,3 3 1,7-3-1,-1 2 5,0-2 1,6 2 0,-1-5 0,0 2-10,2 3 1,14-5 0,10 0 0</inkml:trace>
  <inkml:trace contextRef="#ctx0" brushRef="#br0" timeOffset="106">1784 4950 13045,'0'-15'-1068,"0"1"0,0-1 573,0 1 0,-5 0 0,0-1 0,2 1 494,1-1 0,2 1 1,0 0-1,0-1 66,0 1 1,0 0-1,0-1 32,0 1-205,0 6 1,2 1 63,3 7 1,-4 7 0,4 2 0,-3 4-76,-2 2 1,0 0 0,0 3 0,0 3 106,0 1 1,0 1 0,0 2 0,-2-1 46,-3 2 1,4-1-1,-6 1 1,3-2-2,-1 1 0,-2-2 0,4 1 0,-2 0-14,2-2 0,0-1 1,0-7-1,-2 1 91,2-1-27,1-6-167,2-1 1,5-19 0,1-2 94,2-2 0,-3 2 1,3 2-1,-1 3 3,-4-2 0,3-2 0,1-2 35,1 1 0,-4 0-31,6-1 1,-7 6 0,4 1 100,-1 1 0,-3 2-69,7 5 1,-7 2 0,3 1 0,-1 4-99,0 1 1,1-4 0,-3 6 0,2 1-15,-2 2 1,1-3-1,-1-1 1,3 2-149,2 2 0,-3 2 0,3-1 160,-2 0 0,12-6 1,-2-1-1</inkml:trace>
  <inkml:trace contextRef="#ctx0" brushRef="#br0" timeOffset="107">2014 4978 13045,'2'-8'-3173,"1"2"2507,2 0 823,-1 4 0,-4 2 0,0 10-218,0 2 1,0-2 0,0 0 0,0 1 42,0 1 0,-1 3 1,-2-1-1,-2 1 14,2-1 0,1 0 1,2 1-1,0 1-41,0 3 0,0-3 0,0 3 0,0-3-86,0-1 1,0-1 0,2 0 57,2 1 1,-2-6-1,4-1-152,1-1 0,1 2 0,6-4 221,0-2 0,14-40 1,2-10-1</inkml:trace>
  <inkml:trace contextRef="#ctx0" brushRef="#br0" timeOffset="108">2014 5137 10870,'14'0'12,"-4"-2"0,0-1 80,1-2 0,1-5 0,3 6 1,-1-1-36,1-2 0,25-7 0,6-8 0</inkml:trace>
  <inkml:trace contextRef="#ctx0" brushRef="#br0" timeOffset="109">10876 4345 13949,'-6'-8'-4201,"3"-3"3738,-7 6 1,7-1 258,-2 1 1,3 2 80,2-7 0,2 7 402,3-2 0,-2 2 33,7-2 0,-6 4-22,6-4 1,-5 3-167,4 2 0,-4 0 114,5 0 0,-7-1 0,3-2 63,1-2 1,-4 0-136,7 5 1,-1 0 0,6 0-1,-1 0-21,0 0 0,2 0 0,2 0 0,3 0-129,1 0 1,7 2 0,6 1-1,0 2-51,0-2 1,5-2 0,0-1 0,5 0-14,3 0 0,6 0 0,-3 0 0,1 0 36,-4 0 1,-2-4 0,0-1 0,2 0 12,-1-1 1,-7 4 0,-4-3 0,0 2-6,-5-2 0,5 4 0,-4-6 0,-4 2-10,-2 1 1,-7-1 0,4 5 0,-3 0-42,-2 0 0,-2 0-93,-2 0 67,-6 0 0,-3 0 19,-10 0 1,-3 0 0,-6 0-51,0 0 0,4 0 97,0 0 1,-12 0 0,-8 0-1</inkml:trace>
  <inkml:trace contextRef="#ctx0" brushRef="#br0" timeOffset="110">12070 4144 14028,'0'-15'-3564,"0"6"2463,0-1 978,0 1 1,0-1 113,0 0 1,0 6-55,0-6 1,7 7 330,2-2 1,-1 3-97,2 2 0,0 5-285,4 0 0,-5 5 0,1-4 163,1 2 0,-3-3 1,2 3-22,1-2 0,0 5 0,0-3 1,-1 0 31,1-3 0,2 3-25,1 2 1,1-2-1,-1 0 70,1-2 0,-6 4-366,1-5 1,-5-1-219,4-4 791,-6 0-144,4 0 0,-9 0 5,-3 0 0,2-4-249,-6-1 0,-1 0 145,-4 5 0,1 2 0,2 1 0,1 3 5,-1 2 1,-2 0-1,-1 3 1,-1 1-12,1 4 0,-1-2 1,3 7-1,0-2-76,3 0 1,-1 11 0,-3-2-1,4-1-85,4-2 0,-3 25 0,0 11 0</inkml:trace>
  <inkml:trace contextRef="#ctx0" brushRef="#br0" timeOffset="111">11998 3554 16667,'10'0'-1336,"0"0"0,-6 0 1363,6 0 0,-5 0 40,4 0 0,-5-2-26,0-3 0,0 4-41,0-4 0,-2 2-400,3-2 370,-4 4-50,6-12 0,-6 10 0,6-5 73,-1 1 0,-4-4-137,3 1 1,-4 2 0,1 0-14,3 2 0,-4 0 27,4 1 0,-3 2-291,-2-7 198,0 7 1,-7-4 283,-2 7 0,-4 5 1,0 2-1,2 1 16,1 3 1,1 6-1,-6 3 1,1-1-94,-1 2 1,1-1 0,0 6 0,-1-2 56,1 1 0,1 3 0,2 0 0,3 1-93,2 0 1,1-5 0,5-2-1,0-1-64,0-3 0,0-2 0,0-2 0,1-1-115,4-4 0,3 3 0,6-8 332,1 0 1,-1-3 0,1-1 0,-1 0-224,0 0 0,6 0 0,-1 0 1,-2 0 343,-1 0-139,-1 0 1,12-25 0,3-7 0</inkml:trace>
  <inkml:trace contextRef="#ctx0" brushRef="#br0" timeOffset="112">12229 3727 15475,'0'-15'-3795,"0"1"2688,0-1 0,0 1 633,0 0 392,0 6 0,1 1 363,4 7 0,-2 5 0,5 1-334,-1 2 1,-3 2 0,-4 4-15,0 1 0,5-1 0,0 1 1,-2-1-101,-1 0 0,-2 1 0,0-1 1,0 0 167,0 1 0,0-1 0,0 1 0,0-1-11,0 0 1,0 1 0,1-2-1,3-2-115,0-2 0,3 1 35,-2 4 1,-2-1-1,6-3-117,3-5 1,-4-4-1,1-1 448,2 0 1,-3 0-111,2 0 0,-1-25 0,6-7 1</inkml:trace>
  <inkml:trace contextRef="#ctx0" brushRef="#br0" timeOffset="113">12200 3899 15335,'-2'-9'-2736,"-3"-1"0,4 5 2579,-4-4 1,10 5 0,4 0 0,4 2 335,2 2 0,-1 0 0,0 0 0,1 0 57,-1 0 1,1 0-159,-1 0 1,0 0 0,1 0 0</inkml:trace>
  <inkml:trace contextRef="#ctx0" brushRef="#br0" timeOffset="114">11668 4763 12058,'0'-10'-3560,"0"0"3280,0-1 0,0 3 258,0-1 1,1 5 0,2-2 57,2 0 1,0 6-89,-5 0 0,0 6 0,0 8 0,0 1 47,0-1 1,0 1-1,0 0 1,0 5-7,0 4 1,0-2 0,-2 2 0,-1 2-53,-2 1 1,-4 3 0,2 2-1,1 2 73,0-2 0,-6 3 0,4-2 0,-1 1 9,-1 1 0,5-9 0,-3 1 35,2-5-82,1-3 0,5-12 0,0-7 0,0-8 54,0-5 0,2-1 0,1-1 0,2 1 0,-2 0 1,3-1 0,-1 1 0,0-1 6,1 1 1,-2 0 0,4-1-1,-2 1 1,4-1 0,-4 1-12,2 0 1,-5 4 0,4 2 32,-1 2 0,0-1 1,5 4 95,-1-2 1,-5 2-144,4 8 1,-4 1 0,3 5 0,-1-1-37,-4 1 1,3 2 0,-1 1 0,0 1-67,1-1 1,-3 1 0,7-1 13,1 0 0,-4 1 0,-1-1 1,-1 1-155,0-1 1,4-4 184,-4-1 1,0 1 0,-5 4-1</inkml:trace>
  <inkml:trace contextRef="#ctx0" brushRef="#br0" timeOffset="115">11869 5137 7706,'0'-15'0,"0"1"-503,0-1 1,0 6 0,0-1 709,0-1 1,2 5-595,2 1 407,-2 3 0,9 9 11,-6 2 0,5 4 0,-6 1-10,-1 1 0,-1-1 0,-2 1 0,0-1-14,0 0 0,0 1 0,0-1 0,0 1-17,0-1 0,0 0 1,0 2-1,0 2 1,0 1 1,0 0 0,0-4-1,0-1-3,0 0 0,0-4 1,0 0-40,0 1 0,2 2 1,2-1-25,6-2 1,-2-4 0,2-6 0,1 0 74,2 0 0,20-51 0,6-13 0</inkml:trace>
  <inkml:trace contextRef="#ctx0" brushRef="#br0" timeOffset="116">11883 5266 8563,'0'-14'-551,"0"-1"1,7 3-1,2 2 1,6 5 553,4 4 0,-3 1 1,5 0-1,-1 0-504,4 0 501,4 0 0,32-13 0,9-3 0</inkml:trace>
  <inkml:trace contextRef="#ctx0" brushRef="#br0" timeOffset="117">4488 11338 6247,'-8'0'-407,"2"0"452,6 0 4,0 0-114,-6 0 19,4 0 10,-4 0 32,6 0 0,-2 0 0,-3 0 0,4-2 26,-4-2 100,3 2 12,2-4 1,-1 4 44,-4-3 0,3 2-79,-2-7 1,2 6 0,2-6 21,0-1 1,0 3-1,0-2-7,0-1 0,0-2-82,0-1 1,0-1-68,0 1 1,2 6 35,2 3 0,-2 5 42,3 5 0,-4 5 0,-1 7 0,0 4 3,0 1 1,-1 4-1,-2 8 1,-4 4-30,-1 3 1,3 4-1,-4 3 1,-1 5-27,2 3 0,-5 1 0,5 1 0,-1 0-32,-1-1 1,7-4-1,-2-2 1,4-1-82,1-4 1,0-8 0,0-6 0,0-6-67,0-7 1,0 2 0,0-2-63,0-1 0,0-7 249,0-2 0,-7-37 0,-1-6 0</inkml:trace>
  <inkml:trace contextRef="#ctx0" brushRef="#br0" timeOffset="118">4373 11324 8447,'0'-15'-925,"0"1"1,0-1 712,0 1 1,0 4 209,0 1 60,0 6 40,0-4 0,-1 17 1,-2 1-40,-2 0 0,-5 5 1,4 3-1,-1-1-20,1-2 0,-4 0 0,4 1 1,0 3-23,-1-3 0,-2 4 0,2-2 1,1-1-10,-1-2 1,-2-2 0,4 1-1,0-1-37,-1 0 1,4-4 0,-3 0-18,4 1-2,1-5 0,5-6 0,1-8 0,0-1-2,1-1 0,4-4 0,-1-6 0,1 3 14,-2 1 1,4 0 0,-5-2-1,2-1 24,-1 1 1,-4 2 0,3 2 0,0 0 19,0-1 0,-3 1 0,3 0 0,0-1 37,0 1 0,-3 1 0,3 2 21,-2 1 0,5 7-21,-1-2 0,-2 4 0,0 2 0,0 2-24,0 2 1,1 6 0,6-1-1,-1 3-34,1 1 1,1 1 0,1-1-1,4 2-329,1 3 342,2-3 0,43 11 0,10-4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2.632"/>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57D200"/>
    </inkml:brush>
    <inkml:brush xml:id="br2">
      <inkml:brushProperty name="width" value="0.05292" units="cm"/>
      <inkml:brushProperty name="height" value="0.05292" units="cm"/>
      <inkml:brushProperty name="color" value="#3165BB"/>
    </inkml:brush>
    <inkml:brush xml:id="br3">
      <inkml:brushProperty name="width" value="0.05292" units="cm"/>
      <inkml:brushProperty name="height" value="0.05292" units="cm"/>
    </inkml:brush>
  </inkml:definitions>
  <inkml:trace contextRef="#ctx0" brushRef="#br0">4100 12590 10989,'8'-2'646,"-3"-3"-394,3 4 0,-5-7-851,7 3 755,-7 3 0,5-4-91,-3 6 23,-4 0 41,6 0 1,-7-2-119,0-2 0,-2 2-139,-3-3 0,2 4 96,-7 1 1,7-2-114,-2-3 0,4 2-271,1-7 1,0 6 238,0-6 1,1 5 0,4-3 187,5 2 1,-2-4-1,1 5 1,1 1 62,-2-3 1,5 6 164,-4-4 0,4-2 62,2 3 1,-1-1-53,0 5-52,-6 0 0,0 0-122,-3 0 1,-3 6 0,2 4-99,-2 3 0,-2 1 1,-2 0-1,-1 1-62,-2-1 0,1 1 0,2 1 0,-1 1-31,-2 2 0,0 2 0,4-3 0,-3 2 4,0 3 0,-1-6 0,5 4 1,0-2-62,0 1 1,0 4 0,0-5 0,0-2 13,0-1 1,0-1-1,0-1 1,0 0-88,0 1 0,0-1 37,0 1 266,0-1 0,-2-6 81,-2-3 0,0-4 0,-5-1-37,-2 0 1,3 0 0,-2 0 0,-1 0 31,-2 0 1,-1 0 0,-1 0 46,1 0 0,-1 5 0,1 0 15,0-2 0,4-1-421,0-2 378,7 0 0,-10 6 0,5 2 0</inkml:trace>
  <inkml:trace contextRef="#ctx0" brushRef="#br0" timeOffset="1">3899 12302 9585,'-5'-10'-2378,"0"1"2203,0 6 233,5-4 1,0 9 7,0 3 1,7 3-63,2 6 1,-1-4-51,2-1 1,-1-1 0,6 3-182,-1-1 216,-6-7 0,24 3 0,0-6 0</inkml:trace>
  <inkml:trace contextRef="#ctx0" brushRef="#br0" timeOffset="2">3827 12417 10411,'6'-8'-612,"-4"-5"-183,2 4 1,-2 1 752,-2-2 0,0 5 62,0-4 0,0 4 0,2-3 82,2 1 0,-2 1-159,3 1 56,-4 4-54,-1-6 0,0 9 8,0 3 0,0 3 1,0 6 31,0 0 1,0-4 0,0 0 0,2 1-8,3 2 1,-4-4-1,4 1-89,-3 1 0,3 2 0,1 1-61,2 1 0,-5-6 0,4-1 1,-3 0 175,1 0 1,13-11-1,-2 1 1</inkml:trace>
  <inkml:trace contextRef="#ctx0" brushRef="#br0" timeOffset="3">3755 12460 10411,'0'-14'-1280,"0"6"0,0 3 1277,0 10 1,0 3 0,0 6-16,0 1 0,1-1 0,4 0-67,5 1 1,3-2-1,1-2 1,0-3 94,1-2 0,25 12 0,6-2 0</inkml:trace>
  <inkml:trace contextRef="#ctx0" brushRef="#br0" timeOffset="4">4445 12460 11569,'0'-14'-816,"0"4"1,0 1-189,0-3 0,0 4 1064,0-1 1,0 4 153,0-5-239,0 7 17,0 10 0,0 2 0,0 10 0,0-3-45,0-1 1,0-6 0,0 1-1,0 1-126,0 2 1,-4 1-1,-1 1 192,2-1 1,1 1 0,2-1 0</inkml:trace>
  <inkml:trace contextRef="#ctx0" brushRef="#br0" timeOffset="5">4575 12417 11347,'-7'-8'-2598,"1"3"1915,-4 10 689,4 3 0,6 51 1,0 12-1</inkml:trace>
  <inkml:trace contextRef="#ctx0" brushRef="#br0" timeOffset="6">2963 13482 15144,'8'-7'165,"0"6"1,-4-6-760,0 1 1,3 4-1,-4-4 449,2 0 1,1 2 171,-1-5 1,-3 4 0,4-3 104,0 2 0,-4-1-107,3 2 1,-4 2-69,-1-6-236,0 5 1,0-4-131,0 4 1,-1 2 201,-4-3 1,-3 4 0,-6 2 190,-1 4 1,1-2 0,-1 5-1,1 0 84,0 0 0,-2-3 1,-2 3-1,-1 0-7,1 0 0,1-3 0,-1 3 0,-1 0 84,1 0 0,2-3 0,2 3 112,0-2 0,4 0 460,0-1-287,7-3 0,-2 4-431,10-6 0,-2 0-53,7 0 0,0 0-38,4 0 0,-6 2 0,-2 1-160,1 2 0,-6 1 0,4-1 46,-3 5 0,-2-2 0,0 1 0,0 2 8,0 2 1,0-2 0,0 2 0,0 3 24,0 0 1,0 5 0,0 0 0,-2 1 6,-3 4 0,2 1 0,-5 2 0,2-1 184,3 1 0,-4 0 0,1 1 0,-1 2-114,1 2 0,-4-2 0,4-7 1,0-1 25,-1 2 1,-2-1 0,4-1-1,0-3 123,-1 0 1,4-5 0,-3 3-1,4-3 40,1-1 1,0-6-120,0 1 0,0-1-30,0 6 0,6-7 0,4-3 98,3-4 0,1-1 0,0 0 0,1 0-16,-1 0 1,0 0-1,2 0 1,2 0-42,1 0 1,0 0 0,-3 0 0,2 0 9,1 0 1,5 0-1,-3 0 127,1 0 1,15-13-1,8-3 1</inkml:trace>
  <inkml:trace contextRef="#ctx0" brushRef="#br0" timeOffset="7">3194 13640 15140,'0'-10'-2001,"0"1"1,-5 4 439,0-5 1375,0 7 0,5 3 219,0 10 1,0 3-1,0 1 1,0 0-2,0 1 1,0-1 0,-1 2 0,-3 2 7,0 1 1,-1 2 0,5-4 0,-2 4-91,-3 1 0,4 1 1,-4 2-29,3-1 1,-17 39-1,-5 14 1</inkml:trace>
  <inkml:trace contextRef="#ctx0" brushRef="#br0" timeOffset="8">3309 14029 14679,'-10'-5'-1970,"1"0"1266,5 0 1,-4 7 847,4 3 0,2 3 0,-3 6-230,4 0 0,-4 1 1,0-1-1,2 0-241,1 1 0,1-1 317,-4 1 0,3-7 1,-4-2-1</inkml:trace>
  <inkml:trace contextRef="#ctx0" brushRef="#br0" timeOffset="9">3553 13813 12410,'0'-15'-1045,"0"1"0,0 0 0,0-1 928,0 1 0,0 4 0,0 1 128,0-3 0,0 4 0,-1 0-88,-4 2 0,3 0 1,-4 2 38,0 0 1,2-1-1,-4 6 172,2 4 0,-4-2 0,4 7 0,0 1-77,-1 2 0,-2 1 0,4 1 0,0-1-66,-1 1 1,2-1 0,-4 0 0,2 2 40,3 3 1,1-3 0,2 4-47,0-4 1,0-7 0,0 1-27,0 1 1,7-5 0,2-1 141,4-3 1,1-2 0,1 0-27,-1 0 1,1-7 0,-1-1 0,0-1-126,1-1 0,-2 1 0,-2-6 1,-3 1 18,-2-1 0,4-4 0,-6 0 1,1 2 17,2 1 1,-6 1 0,4 1-1,-3-1-19,-2 1 0,0 0 0,0-1 6,0 1 1,-7 1 0,-2 3-2,-4 6 1,-2 2-1,1 4-111,0 2 0,-1 6 124,1 9 1,6-9-1,2 3 1</inkml:trace>
  <inkml:trace contextRef="#ctx0" brushRef="#br0" timeOffset="10">3755 13942 6792,'0'15'-40,"0"-1"-56,0 0 1,0 1-1,-2-1 1,-1 1 95,-2-1 0,-12 13 0,1 3 0</inkml:trace>
  <inkml:trace contextRef="#ctx0" brushRef="#br0" timeOffset="11">4057 13755 8546,'0'-9'-1035,"0"-1"0,-5 5 1071,0-4 0,0 4 0,4-3 31,-4 1 0,3 1-64,-2 1 1,-4 4-36,-2-4 1,2 5 49,-1 5 0,1 3 1,-4 6-2,3 0 1,4 1 0,-3-1 0,2 1-8,2-1 1,-2 7 0,1 1-9,2 0 1,-3-6 0,1-6 0,2 1-12,1 2 0,2-3 0,2-2-4,2-2 1,0-1-1,5-5-15,2 0 1,2 0 0,2-2-1,-1-3-7,0-4 0,1-4 0,-1-1 1,0-1-24,1 1 0,-1-1 0,1-1 1,-3-1 48,-2-2 0,1 0 0,-4 3 0,-1-2 23,0-1 1,-1 0-1,-5 4 1,0 1 44,0-1 0,0 1 1,-1 1-1,-3 2-29,0 1 1,-8 7 0,3-2 0,-4 4-53,-1 1 1,-1 6-1,1 4 1,-1 3 21,1 1 0,-13 52 0,12-27 0,0 0 0</inkml:trace>
  <inkml:trace contextRef="#ctx0" brushRef="#br0" timeOffset="12">4186 13913 8561,'-6'8'-2045,"3"-1"2045,-7-7 1,7 1-1,-3 3-36,-1 0 1,6 8 0,-6-3 37,1 4 0,4 1 0,-3 1 0,2-1-48,-2 1 0,4 4 0,-6 0 0,3-2-18,-1-1 1,0-1 63,5-1 0,13-6 0,3-1 0</inkml:trace>
  <inkml:trace contextRef="#ctx0" brushRef="#br0" timeOffset="13">4359 13784 8561,'0'-14'-518,"0"-1"1,0 1 116,0-1 1,0 1 671,0 0-208,0 6 1,-2 3-46,-2 10 0,2-2 0,-4 6 0,1 3-4,0 0 1,-5 3 0,4-1 0,0 1-7,-1-1 1,-2 0-1,2 1 1,1-1-8,-1 0 1,1 1 0,3-1-22,-2 1 1,0-1 3,5 0 1,2-1 0,3-3-1,4-5 1,4-5-1,1-4 1,2-2-57,4-2 1,-4 0-1,3-5 1,-3 0 3,-2-3 1,1-1-1,-1 2 1,0 1 38,1 0 1,-3-2 0,0-2 0,-4-1 28,-2 1 1,0 2 0,-2 0 0,0-1 21,0-2 1,-3-1 0,-2 8 0,-4 0 9,-5 3 1,2 1 0,-3-2 0,-3 5-18,-4 4 1,-1 1 0,5 0 0,-1 1-74,1 4 1,-1 3 0,1 8 0,0 2-199,-1 1 0,2 2 256,4-2 0,2 35 0,7 15 0</inkml:trace>
  <inkml:trace contextRef="#ctx0" brushRef="#br0" timeOffset="14">4532 13957 7914,'9'0'-1280,"1"0"1389,-7 0 0,3 6-105,-6 4 0,0 2 0,-1 1 1,-4 0-98,-5 1 0,2-2 0,-1 8 93,-2 1 0,-28 33 0,16-19 0,0-1 0</inkml:trace>
  <inkml:trace contextRef="#ctx0" brushRef="#br0" timeOffset="15">4805 13755 7291,'-5'-9'-374,"0"-1"0,1 5 1,2-3 512,-3 2 1,4-5 8,-4 1 1,3-3 5,2-1 1,0 4-41,0 1-101,0 5 1,-5 0 0,-1 8-24,-2 6 1,3 3-1,-3 1 1,0 1 11,0-1 0,3 0 0,-3 2 0,0 2 10,0 1 0,5 0 0,-3-4 1,1-1-7,0 0 0,1 1 1,4-1-1,0 1 0,0-1 1,0-4-1,1-2 1,4-2-41,4-3 1,4-1-1,2-2 1,-1 0-49,0 0 1,2-2 0,2-3-1,1-4 2,-1-4 0,-2-1 0,-2-1 0,1 1 48,-1-1 1,0-4 0,1 0-1,-3 0 18,-2-2 0,1 5 1,-6-5-1,0 2 44,1 0 0,-4 0 0,1 4 1,-5 1-2,-2 0 1,-8-1-1,3 2 1,-6 2-12,-4 2 1,3 5 0,-4 0 0,0 4-67,1 4 1,0 4 0,5 7 0,-1-1 25,1 1 1,-4 4 0,2 0 0,5 0 21,3 2 0,10 46 0,2-25 0,0 1 0</inkml:trace>
  <inkml:trace contextRef="#ctx0" brushRef="#br0" timeOffset="16">4963 13985 8561,'8'0'-1450,"5"0"1786,-11 0-296,4 0 1,-8 0 0,-2 0-133,-6 0 1,2 7 0,-2 1 0,1 1-107,1 1 1,-5 0-1,5 4-309,0 0 507,2 1 0,18-1 0,4 0 0</inkml:trace>
  <inkml:trace contextRef="#ctx0" brushRef="#br0" timeOffset="17">5294 13669 8561,'0'-15'0,"0"1"0,0 0-1934,0-1 1781,0 7 0,-6 3 181,-4 10 0,2 3 1,-1 7-1,-1-1 106,2 0 1,-3 1 0,4 1 0,-1 1-79,-3 3 1,3 0 0,0-2 0,0 1-29,0-1 0,3-1 1,-3 1-1,2 1-44,3-1 0,-4-2 1,3-2-1,0 0-5,3 1 0,2-2 0,4-4-1,5-4 0,3-3 0,1-2 0,0-2-26,1-3 1,4-3 0,2-6 0,0-1-63,-1 1 1,4-5-1,-4 0 1,-3-1 51,-1 0 0,2 2 0,-1-6 0,-2 0 67,-3 2 1,0-4-1,-9 7 1,2 0 8,-2-2 1,-3 5 0,-3-3 0,-4 3 28,-1 1 1,-6 3 0,-5 2-1,-1 5-28,0 4 1,4 1 0,-5 1 0,2 4-124,0 5 0,-5-2 1,4 1-1,4 4 104,5 5 0,-2 23 0,5 12 0</inkml:trace>
  <inkml:trace contextRef="#ctx0" brushRef="#br0" timeOffset="18">5452 13367 8561,'-4'-15'-348,"-1"1"0,-6-1-75,1 1 1,4 0 0,-1-1 707,1 1 1,4 0 192,-3-1-144,-3 1-482,7 6 61,-6 1 0,9 14 49,3 2 1,1 4-1,5 0 1,-1-3 4,1-6 1,-3 3-1,2-1 1,1 1-2,2-1 1,1 4 0,1-6-16,-1 0 1,0 2 0,1 0-8,-1 2 1,0-5 0,1 2-6,-1-3 0,-4 3-30,-1-1 76,1 8 1,0-11 0,-2 6 22,-2-1 1,-1-3 3,-5 7 0,-2-1 0,-1 6-18,-2-1 0,-1-4 1,3-1-1,-2 3-25,2 0 1,1 8 0,0-1 0,-1-2-5,-2-1 0,1 3 0,4 2 0,-2 2-5,-3 2 1,4-2 0,-4-1 0,3 0 13,2 1 0,0 1 0,0 5 1,0-2 33,0-3 0,0 3 1,0-3-1,0 3 0,0 2 1,0 0 0,0-2 0,0-2-40,0-1 1,5-1-1,0 2 1,0-2 22,1-3 0,-4 0 0,2-6 0,0 0 9,0 1 1,-2-1 0,3 1 1,-2-7 39,2-4 1,-5-2 13,0-2 1,-2 0-1,-6-2 1,0-1-23,0-2 1,-1 1-1,-7 4 1,-2 0-19,-1 0 1,-8 0 0,0 0 0,-7 1-1,-3 4 1,-1 1 0,-5 7 0,-2 0-81,-3 3 0,-2 1 64,-2-2 0,-17 12 0,2 3 0</inkml:trace>
  <inkml:trace contextRef="#ctx0" brushRef="#br0" timeOffset="19">6891 11050 18913,'0'-14'-5471,"0"4"3460,0 1 1770,0-1 0,0 0-67,0 1 195,0 6 1,0-2 528,0 10 0,2-2-682,2 6 1,-2-4-194,3 5 1,-4-5 561,-1 4 1,0 1-1,0 4-54,0 1 0,0-1 1,0 0-1,0 2-19,0 3 1,0 2-1,0 5 1,0-2 1,0 1 1,0 7 0,0 4 0,0 0-35,0 4 0,0-5 0,0 1 0,0-3-196,0 1 1,-4-1-1,-1-4 1,0 0 293,-1 0 0,4-2 1,-3-3-1,2-3-4,-2-1 1,4-4-1,-6 2 1,3-5-38,-1-4 1,-2-1 11,3 2-146,2 3 0,-4-37 0,6-2 0</inkml:trace>
  <inkml:trace contextRef="#ctx0" brushRef="#br0" timeOffset="20">6848 11093 14285,'-6'-8'-4133,"-2"-3"4051,-7 6 1,6-1 186,-1 1 0,5 4-8,-4-4 0,4 3 0,-3 4 204,1 3 0,1-2 0,3 6-273,-2 3 1,-1 0 0,2 3-1,0-1-113,0 0 1,3 1-1,1-1-116,0 1 1,0-6 0,0 1 186,0 1 1,1-5 0,4-1 86,5-3 0,3-2 0,1-2 30,0-3 0,1-1 1,-1-5-1,1 1-85,-1-1 1,0-2-1,1-1 1,-1-1-95,0 1 0,1 0 0,-2-1 1,-2 3 152,-2 2 1,-1-3 0,4 5 148,-3 0 1,-4 2 37,5 6 1,-7 1 0,3 4-303,1 5 1,1 3 0,6 1-11,0 0 1,52 26 0,-27-17 0,0 1-1</inkml:trace>
  <inkml:trace contextRef="#ctx0" brushRef="#br0" timeOffset="21">6388 12043 15162,'0'-14'-1808,"0"-1"0,0 1 374,0-1 1106,0 7 261,0 2 1,0 17-1,-2 4 134,-3 1 1,-1 4-1,-5 1 1,1 0 1,-1 0 1,-2 4 0,-1-2 0,-2 1-2,-4 0 1,4 3-1,-4 5 1,0-2-141,1 2 1,-5 0 0,5-3-1,2 0 108,1-1 1,1 0 0,2-4-1,2-5 10,2-3-102,5-2 0,4-6 1,10-3-1,4-5 99,6-5 1,-4-3 0,3-6-1,-3 1-9,-2 3 1,5-2 0,0 4 0,-1-2 103,-2 0 1,0 6-49,3-6 0,-3 5 0,3-3 68,-3 2 0,-6 1 0,0 5 0,-7 2-231,2 2 1,-4 0-1,-1 5 27,0 2 0,0-3-298,0 2 0,2-2-138,3 2 0,-2 1 34,6-6 0,1-1 421,4-4 1,20-32 0,4-8 0</inkml:trace>
  <inkml:trace contextRef="#ctx0" brushRef="#br0" timeOffset="22">6503 12388 12481,'0'-14'-621,"0"-1"0,0 6 1,0-1-178,0-1 0,0 3 535,0-1 282,0 5 42,0-2 1,0 17-66,0 4 0,0 2 1,0-3-1,0 1-80,0-1 1,0 1 0,0-1 0,0 0-124,0 1 0,0-1 1,0 1-1,0-1 1,0 0 252,0 1 0,-13-1 0,-3 1 1</inkml:trace>
  <inkml:trace contextRef="#ctx0" brushRef="#br0" timeOffset="23">6531 12172 12138,'0'-14'-1813,"0"4"790,0 1 0,0 7 622,0 2 1,0 7 329,0 7 0,20 13 0,4 4 0</inkml:trace>
  <inkml:trace contextRef="#ctx0" brushRef="#br0" timeOffset="24">6790 12158 12138,'-9'-10'-3161,"-1"1"3137,1 6 0,1 3 0,3 9 38,3 4 0,2 1 0,0 1 0,0-1-22,0 1 1,0 1 0,2 1-1,1 2-35,2-1 0,0-2 0,-5-2 0,0 2 7,0 3 0,0-3 0,0 4 0,0-4-45,0-2 1,0 0 0,0 2-136,0 4 1,0-4 0,0 3-209,0-3 393,0-2 0,0-6 1,0-1-1</inkml:trace>
  <inkml:trace contextRef="#ctx0" brushRef="#br0" timeOffset="25">6963 12230 8132,'0'-10'-885,"0"1"1,-2 6 903,-2-2 0,-4 3 0,-5 4 0,2 3 13,1 4 1,0 2 0,-2 1 0,0-3-11,3 2 0,1 2 1,-3 2-1,3-1-7,1 0 1,-2-4 0,4-1-35,2 3 0,1-4 12,2 1 0,2-6-4,3 2 0,3-3 1,6-2 5,0 0 0,-4 0 0,-2-2 0,0-1 7,0-2 1,-3 0 96,4 5 0,-4 0-12,5 0 1,-6 0-1,4 2-62,-1 3 0,-1-2 0,-3 7-53,2 1 1,5-3-1,-4 0 1,1 0-97,-1 0 0,4-3 0,-4 3 1,2-2-474,3-3 597,2 5 0,33-19 0,9 1 0</inkml:trace>
  <inkml:trace contextRef="#ctx0" brushRef="#br0" timeOffset="26">7164 12345 8647,'-14'-2'-868,"0"-2"1,4 2 1096,0-3-296,7 4 0,-2 1 82,10 0 1,-2 0 0,7 0-1,1 0-15,2 0 1,-3 0 0,-1 0-46,2 0 1,2 0 0,2 0 18,-1 0 0,-4-5 0,-2-1 4,-2-2 1,0 3 22,-1-5 1,-3 5 2,3-4 1,-10 4-1,-5-3-2,-3 2 1,-1 1 0,0 6 34,-1 4 1,2-2-1,2 5 1,3 0 60,2 0 0,-4 2 1,5 4-81,2 1 1,2-1 0,1 0-20,0 1 1,0-1 0,1-1 0,2-2-19,2-1 0,6-2 0,-1 3 1,3-3-109,1-2 0,1 1 1,1-4-1,1 2-183,2-2 0,2-1 311,-2-2 0,29-20 0,13-4 0</inkml:trace>
  <inkml:trace contextRef="#ctx0" brushRef="#br0" timeOffset="27">7538 11885 8647,'-6'-21'-659,"3"5"-691,-7-3 1364,7 9 0,-5 5 0,5 10 1,-2 5 28,2 3 1,1 1 0,2 0 0,0 1-29,0-1 1,0 0 0,0 1 0,0-1-116,0 1 1,0-6-1,0 1 1,0 1-154,0 2 0,0 1 251,0 1 1,0-14 0,0-2 0</inkml:trace>
  <inkml:trace contextRef="#ctx0" brushRef="#br0" timeOffset="28">7582 11899 8647,'-7'-8'-1104,"4"-3"852,-7 6 0,7 7 0,-2 7 251,4 4 1,1 33 0,0 9-1</inkml:trace>
  <inkml:trace contextRef="#ctx0" brushRef="#br0" timeOffset="29">5841 11827 15215,'0'-9'-2067,"0"-1"568,0-1 1114,0-2 0,1 7 0,3 6 164,0 8 0,6 4 1,-5 3-1,-2-1 143,-1 1 1,2-1 0,1 0 0,0 1-14,1-1 1,-4 0-1,4 1 1,-1-1-52,0 1 0,1-1 0,-2 0-21,0 1 0,14-1 1,-2 1-1</inkml:trace>
  <inkml:trace contextRef="#ctx0" brushRef="#br0" timeOffset="30">6028 11856 15215,'0'-8'-2225,"1"3"0,4 10 2051,5 4 1,41 43-1,-20-21 1,0 0-1</inkml:trace>
  <inkml:trace contextRef="#ctx0" brushRef="#br0" timeOffset="31">6589 13295 16958,'0'-10'-2514,"0"1"0,0 4 1660,0-5 613,0 7 1,2-8 134,2 6 376,-2 0 0,6 5 434,-3 0-151,-4-6-1013,6 4 1369,-7-4-904,0 6 1,0-2 0,-2-1-64,-3-2 1,-3 0 172,-6 5 1,0 0 0,-1 0-81,1 0 1,4 0 0,1 0 0,-3 2-10,0 3 0,2-4 0,0 6 40,-1-1 1,-2-4 249,-1 3 0,4 1-308,1-1 1,1 1 765,-2-1 260,-2-3-639,10 10-866,-4-10 500,6 4-450,0-6 1,1 0 338,4 0 0,-3 2-317,2 3 0,3-2 50,-2 7 1,4-6 92,-4 6 0,0-1 0,-5 6 0,0-1 105,0 1 1,0-1-1,0 2 1,0 3 146,0 5 0,0-1 1,0 1-1,-2 1-170,-3 2 0,2 7 0,-5-1 1,0-1 211,0-1 1,3-2 0,-3 1-1,0 0-162,0-1 0,4 3 0,-4-8 0,0 2 173,0-2 0,3 3 0,-3-5 0,0 1 37,0-4 0,3 2 0,-3-2 0,2-2 67,2-1 0,1-1 0,0-1-41,-2 0 1,0 1-58,5-1 0,0-4-156,0-1 0,2-5 88,3 0 1,3-2-1,6-2 133,1 0 1,-1-5 0,0-1-1,1-1 15,-1 1 1,1-4 0,1 4 0,1 0-16,2-1 0,5-2 1,-5 2-1,1 1 10,0-1 1,-4 3 0,5 4 0,-2 0-60,1 0 0,0 0 0,-2 0 1,1 0 15,-1 0 0,-2 0 1,-4 1-1,0 2-99,-3 2 1,1 6 0,4-3 0,-1 2-253,-3 0 1,2-6 132,-2 6 0,3-7 1,1 4-1</inkml:trace>
  <inkml:trace contextRef="#ctx0" brushRef="#br0" timeOffset="32">6776 13611 13127,'-13'-9'-4106,"4"-1"3520,2 7 346,7-4 0,0 6 68,0-4 260,0 3 0,13 2 1,3 8-1</inkml:trace>
  <inkml:trace contextRef="#ctx0" brushRef="#br0" timeOffset="33">6790 13568 12026,'0'-8'-1838,"0"-5"0,0 10 1652,0-6 240,0 5-51,0-8 0,0 8-91,0-5 146,0 6-41,0-4 0,0 6-109,0-4 1,-1 3 154,-4-3 1,2 4 83,-7 1-17,7 0 0,-8 1 1,4 3-10,-1 0 0,4 6 0,-4-4 0,1 2 38,4 4 1,-5 0 0,0 3-64,0-1 1,-3 5-1,6 0 1,0-1-67,-1-2 0,4 0 0,-3 2 1,4 1-42,1-2 0,0-1 0,0-1 0,0-1-39,0 1 1,6-3 0,2 0 0,2-5 12,-1 0 1,1 2-1,4-4 1,1-2-20,-1-1 1,1-4 0,1-1 0,1-3 2,2-2 1,1-2 0,-6-4 0,0 0 25,1-1 0,-1 1 0,0-2 0,1-2 6,-1-1 1,1 0-1,-3 3 1,0-2 39,-3-1 0,-6-2 0,4 4 0,-2-3 15,-1 3 0,1 1 0,-6 0 1,-4 0 19,-5 2 0,2-4 0,-1 8 0,-3-2-1,0-3 0,-8 7 0,1 3 0,0 4-58,-2 1 0,5 1 1,-3 3-1,3 2-78,2 2 1,-1 3 0,1 7 0,1 3-569,4 1 573,-4 2 1,37 43-1,1 10 1</inkml:trace>
  <inkml:trace contextRef="#ctx0" brushRef="#br0" timeOffset="34">7064 13870 12273,'-15'-8'-2019,"6"3"2043,-1 10 1,7 3-1,-2 7 1,4-1-217,1 0 1,-2 1 0,-1-1 84,-2 1 1,0-1 0,4 0-1,-3 1-246,0-1 0,-1-4 393,5-1 1,6-18-1,2-1 1</inkml:trace>
  <inkml:trace contextRef="#ctx0" brushRef="#br0" timeOffset="35">7351 13453 12219,'-1'-14'-488,"-4"-1"0,3 6 0,-2-1-1562,2-1 1934,2-2 162,0 5 1,0 3-17,0 10 0,0-2 0,0 7 1,0 1-13,0 2 1,0 1 0,0 1-1,0 1-54,0 3 0,0-3 1,0 5-1,0-1-122,0 4 1,0-1-1,0 1 1,0 0 4,0-2 0,0 10 0,0-3 1,-2 1-420,-2 1 604,2 4 0,-17 27 0,3 13 0</inkml:trace>
  <inkml:trace contextRef="#ctx0" brushRef="#br0" timeOffset="36">7495 13885 12219,'-6'-8'-3828,"3"1"3880,-7 7 0,7 2 0,-2 3-11,4 4 1,-1 4-1,-1 1 1,-2 1-13,2-1 1,0 1 0,-1-1 0,0 0-66,0 1 0,-2 1 0,0 1 0,-1 2-34,1-1 0,-1-2 77,3-2 0,2-6 1,-4-1-1</inkml:trace>
  <inkml:trace contextRef="#ctx0" brushRef="#br0" timeOffset="37">7654 13582 8547,'0'-14'0,"0"0"-392,0-1 1,0 6 0,0-1 146,0-1 0,0 3 1,-2 0 529,-3 2-270,4 1 1,-6 6 35,7 4 1,-5 3 0,1 7 0,-1-1-4,-2 0 0,4 5 0,-5 1 0,2-1-26,3 2 0,-1-4 0,1 6 0,-2-3-19,2-2 1,2 3 0,1-2 0,0 0-19,0 2 0,0-5 0,0 3 0,0-3 9,0-2 0,1-1 0,4-2-24,5-1 1,2-7 0,3 2-1,-1-3-50,1-2 1,-1-7 0,0-1 0,1-1 2,-1-1 0,1-1 0,-1-7 0,-1-1 30,-4 2 1,4-4 0,-5 2 0,0-1 48,-3 0 0,-2 4 0,0-5 0,2 2 1,-2-1 1,-1-4-1,-2 5 1,-2 0 44,-3-2 1,-1 5 0,-5-3 0,1 3 1,-1 2 0,3 4 0,-2 2 0,-1 2-141,-1 3 1,-3 1 0,1 4-39,-1 2 0,3 4 1,0 7-1,4-1 129,2 1 0,1 37 0,5 11 0</inkml:trace>
  <inkml:trace contextRef="#ctx0" brushRef="#br0" timeOffset="38">7855 13985 8547,'0'-14'-92,"0"4"0,0 1 0,0-2-382,0-2 0,0 3 1,0 1 710,0-3 1,0 4 177,0-1-427,0-1 1,0 4 0,0 6-9,0 8 0,-2 5 0,-1 1 1,-2 0-102,2 1 0,-3-1 1,-1 1-1,1-1-73,0 0 0,-4 1 1,5-1-1,0 1-377,-1-1 571,4 0 0,9-19 0,9-4 0</inkml:trace>
  <inkml:trace contextRef="#ctx0" brushRef="#br0" timeOffset="39">8100 13539 7872,'0'-14'-708,"0"0"0,0-1 834,0 1 0,-2 6-49,-3 3 0,2 5 1,-5 5-19,2 4 1,-1-1 0,4 2 0,-3 3-1,-2 4 1,4-1-1,-2 3 1,1-3-22,0-1 0,-4 4 0,4 0 0,2-1-16,1-2 0,-3 0 1,1 1-1,0 3-41,3-3 0,1-1 0,0-1 1,0-1-30,0 0 0,0 1 15,0-1 0,6-6 1,4-3-1,3-4-7,1-1 0,0 0 0,1-1 1,-1-4-29,1-5 0,1-2 1,1-4-1,2-2-9,-1-1 1,-4-2 0,-3 4-1,-1-4 68,1-2 0,0 4 0,-1-3 1,-4-1 27,1 1 0,-6 3 1,4-3-1,-3-1-6,-2 1 1,0 4 0,0-1 0,-2 3-1,-3 2 1,-1-1 0,-5 2 0,1 4-32,-1 4 1,-2 3-1,-1 2 1,1 2-80,4 3 0,-4 3 1,3 6-1,-3 2-13,-1 3 0,1-1 110,4 6 0,-4 32 0,5 13 0</inkml:trace>
  <inkml:trace contextRef="#ctx0" brushRef="#br0" timeOffset="40">8272 13913 8547,'0'-9'0,"0"-1"-399,0-1 0,0 3 206,0-2 1,-5 9 94,1 1 0,-6 6 1,4 9-1,-1-1-36,1 0 0,-4 6 0,4-1 1,-1-2 22,1-1 1,0 4 0,2-1 110,0-2 0,5-7 0,7-4 0</inkml:trace>
  <inkml:trace contextRef="#ctx0" brushRef="#br0" timeOffset="41">8502 13554 8547,'-6'-15'-622,"4"1"0,-4 1 0,1 2 1138,0 1-468,1 7 1,2-3-40,-3 6 0,4 6 0,-6 4 1,2 3 8,1 1 1,-6 2 0,5 1 0,0 3-19,-1-3 1,3 1-1,-5-1 0,1 3-3,4-3 0,-3 4 0,1-2 0,2-1 0,1-2 0,2-2 0,0 1-14,0-1 1,0-4 0,2-3 3,3 0 0,3-2 0,6-7 1,0-1-31,1-2 1,-1-6-1,1 1 1,1-2-66,3-3 1,-3 1 0,3-1 0,-3-1 58,-2-3 0,-4 3 1,0-5-1,-1 2 50,-1 0 0,3-5 0,-6 3 0,0 1 10,1-1 1,-4 0 0,3 3 0,-5-2 3,-5-3 1,-3 6-1,-6-1 1,-1 5 14,1 4 1,-2 5 0,-2 0 0,-3 2-25,-1 2 1,3 6-1,-4 4 1,1 3 2,0 1 0,6 5 0,0 2 0,5 2-9,-1 2 0,12 28 0,2 8 0</inkml:trace>
  <inkml:trace contextRef="#ctx0" brushRef="#br0" timeOffset="42">8618 13928 8547,'0'-10'-58,"0"1"-238,0-3-160,0 6 392,-7 0 0,4 7 1,-5 4-1,0 5 10,0 2 1,3 3-1,-3-1 1,0 1-127,0-1 1,0 0-1,-3 1 1,3-1-334,2 1 513,1-1 0,11-6 0,2-2 0</inkml:trace>
  <inkml:trace contextRef="#ctx0" brushRef="#br0" timeOffset="43">8876 13511 8585,'0'-15'-239,"0"6"-1249,0-1 1290,0 0 258,0 2 1,2 2 110,3 6-29,-4 0 0,6 2-63,-7 2 1,0 4 0,-2 5 0,-1-2-7,-2-1 0,-6 0 1,3 4-53,0 0 0,-3 1 1,5-1-1,-1 0-22,1 1 0,-4-1 0,4 1 0,-1-1-2,1 0 1,-4 1 0,6-1 0,0 1-15,3-1 0,1 0 2,0 1 0,1-2 0,4-4-40,5-4 0,3-3 0,1-2 0,0 0-80,1 0 0,-1-2 1,0-1-1,-1-4 57,-3-1 0,3 4 1,-4-6-1,4 0 24,1 2 0,1-4 1,-1 2-1,1-3 14,-1-1 1,0-2-1,-1-2 1,-2-1 60,-1 1 1,-5 2 0,3 2 0,0-2 35,0-3 1,-5 3 0,2-3-1,-4 3 22,-1 1 0,-1 6 0,-4-1 0,-3-1-41,0-2 0,-5 4 1,4 1-1,-6 1-33,-4 4 0,3 1 0,-3 2 0,3 0-89,1 0 0,-1 5 0,-1 2 0,-1 1-167,5 3 0,-1 2 0,6 1 251,0 0 0,2 20 0,6 4 0</inkml:trace>
  <inkml:trace contextRef="#ctx0" brushRef="#br0" timeOffset="44">9063 13237 8585,'-1'-14'-733,"-2"-1"377,-2 1 1,-1 0 0,2-1 682,0 1 1,-1 4-1,6 2-520,4 2 0,-2 1 124,7 5 0,-2 2 1,3 1 52,-1 2 0,-1 4 0,4-2 1,-2-1-12,-1 0 1,-5 4 0,4-4 21,2 2 0,2 0 0,2 2 0,-3-4 1,-2 1 0,3-6 0,-4 4-7,4-3 1,2-1-1,-1 3-48,0 0 1,1 1 33,-1-5 0,0 0 5,1 0 76,-7 0 0,-3 0 1,-9 2 0,0 3 0,-6-2 1,4 6-1,-1 3-25,1 0 0,-4-2 0,4 0 0,-1 1-32,1 1 1,-3 8 0,4-1-1,0-2-1,-1-1 0,4 4 0,-3-1 0,4 0-20,1 2 0,0-4 0,0 6 0,0-2-19,0-4 1,0 4 0,0 0-1,0-1 9,0 1 1,0 0-1,0-3 1,0 1 14,0-2 0,0-1 0,0-1 0,0-1 1,0 1 1,0-1 0,0 0 0,0 1 12,0-1 0,0-4 0,0-1 11,0 2 0,0 2 0,0 2-4,0-1 0,-5-4 0,-2-2-2,-1-2 0,4-1 1,-6-4-1,-1 3-2,-2 0 0,-1 1 1,-1-5-1,1 0 0,-1 0 0,-1 0 0,-3 0 1,-3 0-32,0 0 0,-6 2 0,4 1 30,-3 2 0,-46 0 0,30-5 0,1 0 0</inkml:trace>
  <inkml:trace contextRef="#ctx0" brushRef="#br0" timeOffset="45">5985 9410 17810,'5'-10'-1019,"-1"1"0,1 4 0,-3-3-733,2 2 1891,-2-6 0,6 11 0,-5-6-19,2 1 198,0 4 469,-5-4-1060,0 6 438,-7 0 37,6 0 61,-6 0 1,7 2-479,0 2 1,5 0 0,2 4-1,-1 0 74,0 0 1,6 1 0,-3 4 0,4-2-10,1-1 1,1-1 0,-1 6 0,1-1-144,-1 0 0,5-1 0,2-2 0,0-3 315,-1-1 0,4-1 0,-3-3 0,0 2-145,0-2 1,-2-1-1,-5-2 67,1 0 1,-6-2 192,1-2 1,-8 0 0,-2-4 72,-8 2 0,-5 1 1,-3 5-1,-2 0 96,-1 0 0,-7 5 1,2 1-1,-3 4-57,-1 6 0,-1-2 0,0 7 0,2 0-36,3 3 1,-2 3-1,5 2-289,-1 0 1,24 38 0,1 10 0</inkml:trace>
  <inkml:trace contextRef="#ctx0" brushRef="#br0" timeOffset="46">7553 9525 18037,'-2'-13'-4220,"-1"2"1379,-2 1 2469,0 7 1,5-5 378,0 3 1,2 4 357,3-4 0,3 3 1,6 2-1,1 0-196,-1 0 1,0 0-1,2 0 1,4 0-42,4 0 1,3 0-1,2 0 1,1 0-172,3 0 1,-1 0 0,7 0 0,1 0 195,1 0 0,2 0 0,2 0 0,0 0 32,-2 0 0,7 0 0,-10 0 1,-2-1-3,-1-4 1,-4 2-1,-4-5 1,-2 1 25,-3 4 0,2 0 0,-7 0 0,-1-2-121,-2 2 173,-2-5-72,-6 6 0,-3-4-597,-10 6 0,-1 1 489,-4 4-247,-3-3 0,24 4 0,-1-6 0</inkml:trace>
  <inkml:trace contextRef="#ctx0" brushRef="#br0" timeOffset="47">8589 9309 17054,'-15'-14'-1256,"1"4"1,1 1-220,4-3 1080,-4 6 0,11 1 1,-1 8 97,6 2 1,0 5-1,5-4 1,0 1 219,0-1 0,4 5 29,7-1 1,3 3 78,7 1 0,-2-1 0,-3-2-123,-5-1 1,-3-6-1,-1 4 1,-1 0 138,0 0 1,1-5 0,-1 2 0,-1-2 58,-3 2 0,2-3 99,-2 3 1,-4-2-95,-1 2 1,-10-4 0,-4 6 0,-4-3 111,-1 1 0,-7 6 0,-3-1 0,-3 3-22,-2 1 0,-5 1 0,1-1 1,1 0 62,1 1 0,7 4-157,0 0 0,13-6 1,-2-7-1</inkml:trace>
  <inkml:trace contextRef="#ctx0" brushRef="#br0" timeOffset="48">9279 8230 14494,'-8'-6'-4023,"0"4"3865,4-3 0,2 2 1,-4 0 97,-1-2-181,6 0 1,-7 4 549,3-4-450,3 3 69,-4-10 0,6 4-130,0-7 0,0 6 206,0-1 1,-5 5-33,0-4-233,0-1 223,-1-4-222,4-1 1,-6 7 309,4 3 0,0 4 221,-5 1 1,4 6 0,-3 4 0,0 4-184,0 5 0,3-1 0,-4 8 0,-3 2 0,0 4 1,-3 8 0,1-1 0,-1 4-18,1 5 1,0 0 0,-1 8 0,1 3 29,0 0 0,-1 0 0,1-1 0,-1 1-11,1 3 0,4-9 0,2 0 1,2-7-5,3-3 1,-4-4 0,1-3 0,0 1 3,-1 0 0,-2-4 0,2 4 0,1 2-212,-1 2 0,-2-6 0,4 8 0,0-1 89,-1 0 0,3 2 1,-5 3-1,0-1-18,0-4 1,3 6 0,-5-5-1,1 3 21,1 4 0,-5-6 0,5 4 0,-2-4 11,1-6 0,4 5 0,-5-3 0,1 3 8,1-1 0,-3-7 0,4 2 0,1 1-9,-1 4 0,-2-9 1,2 7-1,1-5-64,0-1 0,-4 1 0,4-3 1,-1 2 49,1-2 1,0-7 0,2-2-1,0-1 22,0 0 1,-2-4-1,1 1 1,2-3-78,1-1 1,2-6-1,0 1-129,0 1 0,-1-3 37,-4 2 306,3-7 0,-10-3 0,4-8 0</inkml:trace>
  <inkml:trace contextRef="#ctx0" brushRef="#br0" timeOffset="49">9150 8230 13804,'0'-10'-1659,"0"1"1,0 4 1537,0-5 1,1 7 0,4-3 460,5 0 1,3 4-1,1-4 1,0 1-172,1 0 0,4-1 0,2 2 0,1 0-78,4 0 1,2-2 0,4 1-1,4 2-56,0 1 1,-2 1 0,4-2 0,2-2-27,2 2 1,1-1 0,0 1 0,2-2 1,3 2 0,-8-3 0,3 1 0,-3 0 141,-3-1 1,4 4 0,-4-3 0,0 2-23,-4-2 1,-7 4 0,-2-4-1,1 3-171,3 2 0,-4-4 0,-2-1 0,0 2 27,1 1 1,-4-3-1,3 0 1,-1 2 6,-3 2 1,-2-1 0,-2-1 104,0-2 0,-4 0 117,0 5-232,-7 0 0,5 2-177,-3 3 0,-4-2 2,4 6 1,-3 1 0,-2 4-1,0 1 39,0-1 0,0 1 1,0-1-1,0 2 27,0 3 0,-5 4 1,0 5-1,0 1 15,-1 0 1,3 6 0,-7 3-1,0 6-18,2 4 1,-4-2 0,4 7 0,-2 1-29,1 2 1,1 1 0,-4 1-1,3-2 39,-2-3 0,3 4 1,0-2-1,0 1 68,0-5 0,4 0 1,-2-2-1,1 1 117,0 0 0,-6 4 0,3-3 0,-1 0-7,-1-3 0,5 2 1,-4-2-1,-3-2 8,0-1 1,-1-2 0,2 0 0,1 0-37,-1 1 1,-2 4-1,0-1 1,2 0-1,2-2 1,-1-2-1,-4 2 1,-1-1 39,1-1 1,-1 4 0,1-9-1,1 4-49,4 1 1,-7 5 0,4-2 0,1-3-4,-2-3 0,2-6 0,0 3 0,3-2-27,2-3 0,-4-3 0,5-5 0,2-5-43,2-3 1,1 3 0,0 0-6,0-1 1,0-7 0,1-1 0,2 1-39,2 1 1,0 3 0,-3-1 0,1 1 13,2-1 0,-1 5 1,-4 0-1,0 1 2,0 0 1,0-2 0,0 6-1,0 0 33,0-2 1,-1 1 0,-2-6 0,-2 2 8,2-1 0,1-2 0,0-2-119,-2 1 229,2-1 48,-4-6 1,6-3-27,0-10 0,0-3-65,0-6 0,0 4 0,-2 2 0,-3 2 13,-4 3 1,1-4 0,-2 2 0,-1 1 50,-2-3 0,-1 6 1,-2-4-1,-4 2 37,-4-2 0,-3 3 0,-1-3 0,-3 4 5,-2 1 0,-4 0 0,-6 0 1,-1 0-64,1 0 0,-1 0 1,-4 0-1,-5 1-18,-3 4 0,0-3 1,2 4-1,1-1 49,-1 0 1,-6 0 0,3-5-1,6 0 19,4 0 0,4 0 0,0 0 1,1 0-42,4 0 0,4-5 0,9-2 0,3 1-78,1 0 1,2-6 0,4 4 0,2-1-92,4-1 1,-2 5-84,6-4-223,0-1 1,7 2 287,2 4 0,0 2 1,5 2 40,2 0 1,-3 0 27,2 0 43,0 0 452,4 0 308,-6 0-598,-2 0 0,-6-2-35,0-2 0,-4 0-306,-1-5 0,0-1 0,5-6 0,0-1-15,0-3 0,0-4 0,0 2 1,2-4-139,2-4 1,4-8 264,7-1 0,-1 17 0,1 3 1</inkml:trace>
  <inkml:trace contextRef="#ctx0" brushRef="#br0" timeOffset="50">10013 7295 22166,'0'-15'-1430,"0"1"1,5 0-1,0-1 1,-2 1 928,-2-1 0,4 1 1,2 0 554,1-1 1,-4 1-1,4 0 18,-1-1 1,-2 6 0,-4 1 0,2 0 78,2 0 1,2 4-1,-4-2-94,2 0 1,1 4 291,-1-3 0,-4 5-731,4 5 1,-3 3-1,-2 6 1,0 2 362,0 4 0,-2-3 1,-1 9-1,-3 3 23,-2 2 1,3 9 0,-3-1 0,0 4-96,0 5 0,3-2 0,-3 7 0,0 1-42,0 2 0,5 5 0,-4-2 0,3-4-138,-1-4 0,0-3 0,5-3 1,0-1-66,0-1 0,0 2 0,-2-11 0,-1-2-1183,-2-2 1775,1-7 0,-9-9 0,-3-8 0</inkml:trace>
  <inkml:trace contextRef="#ctx0" brushRef="#br0" timeOffset="51">9970 7208 19797,'-2'-7'-5089,"-1"0"3522,-2 1 0,-1 3 1444,1-7 1,3 8-1,-4 1 1,1 6 301,1 3 1,-3 0 0,4 3 0,-2-2-127,2 2 1,0 1 0,0-1 0,-2-2 3,2 3 1,1-4-53,2 1-787,-6 1 1640,4-2-656,-4-2 1,6-12 0,1-4-1,2-3-162,2-1 1,5 0-1,-4-1 1,2 1-79,3-1 1,-3 1 0,2-2 0,-1-1 74,-1-3 0,5 1 1,-3 5 75,3-1 1,1 3 0,0 2 133,1 5 0,-1 4 1,1 2-1,-1 6-211,0 7 0,1 2 1,-1 10-199,1 4 0,0 10 0,3 6 0,1 8 0,0-1 0</inkml:trace>
  <inkml:trace contextRef="#ctx0" brushRef="#br0" timeOffset="52">10373 9381 14034,'-8'-6'-1466,"0"4"0,5-4 779,-2-1 0,-5 4 663,5-6 1,-4 4 59,4-5 0,-1 5 196,1-4-538,3 6 225,-4-4 1,7 7 54,4 0 1,-2 0-1,7 0 86,1 0 0,2 2 1,3 1 40,3 2 0,-3 0 0,5-5 0,0 0-5,3 0 1,4 0 0,4 0 0,4 0 8,0 0 0,3 0 0,4 0 0,2-2-19,3-3 0,-4 4 1,4-4-1,-1 2 52,1-2 1,-4 3 0,3-4 0,-7 1-72,-7 0 1,-1 0-1,-1 5 1,-1 0-146,-3 0 1,-8 0 0,0 0-69,-3 0 59,-8 0-79,-1 0 41,-20 0 115,10 0 1,-23 0 0,10 0 0</inkml:trace>
  <inkml:trace contextRef="#ctx0" brushRef="#br0" timeOffset="53">11322 9137 14034,'-13'-2'-298,"4"-3"0,-4 4-414,3-4 1,4 5 479,1 5 1,4-2 0,2 6-6,4 3 0,1 0 1,6 1-1,-3-2 156,2-1 1,2-2-1,2 3 1,-1-3 14,0-2 0,1 4 0,-1-4 0,1 1 34,-1-1 1,0 1 0,1-4 0,-1 2-44,0-2 0,1 3 0,-2 1-18,-4 1 47,4-5 1,-11 5 0,-1-5 132,-9 2 0,-3 1 1,-13-1-1,-1 3 108,-3 0 1,0 5 0,-1-4-1,0 4 31,0 2 1,-4 0-142,-1 5 0,-19 8 1,1 9-1</inkml:trace>
  <inkml:trace contextRef="#ctx0" brushRef="#br0" timeOffset="54">11409 8360 14034,'0'-10'-2193,"0"0"0,0 1 1971,0-6 0,0 6 379,0-1-228,0 7 1,-2-2 0,-3 10 188,-4 5 1,1 2 0,-2 3 0,0-1-62,2 1 1,-3 1 0,5 1 0,-2 4-69,-3 1 1,4-3 0,1 4-1,1-2-95,0-4 0,0 4 0,5-2 0,0 0 71,0 2 0,0-5 0,2 3 1,1-3-32,2-1 1,6-6 0,-1-1 0,3-1 67,1-4 0,2 3 0,2-1 1,1-2 11,-2-1 0,-1-2 0,-1 0-95,-1 0 0,0 0 117,1 0 1,-7-19-1,-2-5 1</inkml:trace>
  <inkml:trace contextRef="#ctx0" brushRef="#br0" timeOffset="55">11581 8503 14034,'8'-6'-2592,"-1"4"2785,-7-4 1,0 12 0,0 4-435,0 3 0,0 1 1,-2 1-1,-1-1 133,-2 0 1,0 1 0,5-1 0,0 1-7,0-1 0,0 0 1,0 1-1,0-1-111,0 0 0,2 1 15,3-1 1,-2 1 0,6-3-1,3-2 0,-4-4 0,1-6 228,2 0 0,2-12 0,2-4 0</inkml:trace>
  <inkml:trace contextRef="#ctx0" brushRef="#br0" timeOffset="56">11509 8690 14034,'0'-14'-3149,"0"5"2537,0-1 0,2 7 0,3-2 925,4 3 1,4 2-280,1 0 1,39 13 0,10 3 0</inkml:trace>
  <inkml:trace contextRef="#ctx0" brushRef="#br0" timeOffset="57">11380 9741 12759,'0'-15'-768,"-5"1"1,0 0 0,0 1-730,-1 3 1461,4-3-102,-4 12 0,6 1 1,0 9 157,0 4 1,0 6-1,0 1 1,0-3-20,0-1 0,-5 0 0,0 2 1,2 1-14,2-1 0,1 2 0,-2 1 1,-1 0-107,-2 0 0,0-1 1,5-2-1,-1 1 113,-4-1 0,3-2 0,-3-2 1,4 1-1,1-1 0,0-4-14,0-1 1,0-7-1,0-2 38,0-8 0,6-5 1,2-1-1,2-1-44,-1 1 1,1-1 0,3 1 0,-2 0 18,-1-1 1,-2 1 0,1-1 0,-2 3 112,-1 2 0,-3-1 0,5 5 370,-1-2-391,-3 4 0,-4 0 0,0 8-89,0 6 1,0 3-1,2 1 1,1 0-32,2 1 1,0-1-1,-5 1 1,0-1-60,0 0 1,1 1 0,3-1-1,0 1-213,0-1 0,2 0 290,-1 1 1,19-14 0,0-2-1</inkml:trace>
  <inkml:trace contextRef="#ctx0" brushRef="#br0" timeOffset="58">11581 9928 12759,'0'-15'-2065,"0"1"1174,0 0 1,0 4 377,0 1 481,0 5 1,0 9 16,0 10 0,0 2 0,0-3 1,0 1-19,0-1 1,0 1 0,0-1 0,0 0 8,0 1 0,0 1 0,0 1 0,0 3-123,0-3 1,0-1 0,0-1 39,0-1 0,2 0 0,1 1-213,2-1 389,6-6 1,10-8 0,9-8 0</inkml:trace>
  <inkml:trace contextRef="#ctx0" brushRef="#br0" timeOffset="59">11538 10072 12759,'0'-10'-1649,"0"1"1171,0-3 1,2 0 0,2-1 477,6 3 1,3-1-1,3 5 1,1-1 131,3 1 0,5-1-64,-1 3 1,-3 2-1,0-4 1</inkml:trace>
  <inkml:trace contextRef="#ctx0" brushRef="#br0" timeOffset="60">9279 11280 5849,'0'-8'287,"0"2"-138,0 0-89,0 4 1,0-6 40,0 3 0,0 2 12,0-7 1,0 6-10,0-6 0,5 5-22,0-4 1,4 4-36,-4-5 1,5 5-59,-5-4 0,1 6 1,-3-4 21,2 1 0,1 4 109,-1-3 56,-3 4-101,4 1-79,-6 0 1,0 1-21,0 4 1,0 3 0,2 7 0,1-1-29,2 0 1,0 1 0,-5 1 0,0 3 3,0 5 0,0 3 0,0 2 0,0 0 24,0-1 1,-5 1-1,-2 0 1,-1 1-25,-3 4 1,3-4 0,-1 4 0,-3-4-25,0-1 1,2 0 0,2-2 0,2-1-35,3-2 1,1-12 0,2 3-379,0-2 484,0-7 0,25-44 0,7-18 0</inkml:trace>
  <inkml:trace contextRef="#ctx0" brushRef="#br0" timeOffset="61">9423 11223 8558,'0'-21'-130,"-5"3"1,1-4 0,-1 0-69,-2-1 0,6 6 0,-4-2 314,3 3 1,1 3-350,-4 3 173,3 4 1,-9 12 0,5 4 0,-1 3 36,1 1 0,-5 0 0,3 2 0,-2 2-11,1 1 1,1 0 0,-4-3-1,4 2 31,2 1 1,-3 0 0,2-4-14,-1-1 1,5 0-20,-2 1-10,4-7 0,2-2 0,4-6-13,5 0 0,1-6 0,0-2 1,-2-2-6,3 1 1,0-1 0,3-4 47,-1-1 0,-1 6 0,-2 1 29,-1 1 1,-1-2 19,6 4 1,-6 0 0,1 5-29,1 0 0,-3 2 0,2 2 1,-1 6-289,-1 3 282,5 1 0,14 33 0,12 7 0</inkml:trace>
  <inkml:trace contextRef="#ctx0" brushRef="#br0" timeOffset="62">8344 11928 9264,'0'-15'-1714,"-5"1"1320,1 0 331,-1 6 0,6 1 44,4 7 0,-3 7 1,4 1 14,1 0 1,-6 4 0,6-4 0,-3 2-14,1 0 1,2-2 0,-4 3 0,3-2-57,2 3 1,-3-4-1,3 1 1,0 1-41,0-2 0,-3 3 1,3-5-1,0 1 122,0-1 1,8-1-1,6-5 1</inkml:trace>
  <inkml:trace contextRef="#ctx0" brushRef="#br0" timeOffset="63">8459 11928 8793,'0'-15'0,"-1"3"-37,-4 2 0,3-3-502,-3 4 1,4 1 0,2 0 442,4 1 0,-3 4 1,4 6-1,-1 4 32,0 1 0,6 1 0,-1 6-34,2-1 0,-2 2 93,0 3 1,12 23 0,8 11 0</inkml:trace>
  <inkml:trace contextRef="#ctx0" brushRef="#br0" timeOffset="64">8704 12288 9263,'1'-15'-884,"4"1"0,-3 4 0,4 1 799,1-3 1,-6 4 191,4-1 1,1-1-40,-1-4 1,0-1 0,-5 1 66,0 0 0,0 4-92,0 0 1,-2 7 0,-2-2-30,-6 4 0,2 1 0,-2 0 0,-1 1 9,-2 4 1,1 3 0,0 7 0,3-1 0,-2 0 1,-2 1 0,0-1-1,2 1-26,1-1 1,7 0-1,-3 1 1,1-1-12,0 1 1,0-1-1,5 0 1,0 1-38,0-1 1,0-4 0,2-2-48,3-2 1,3-1 0,6-5 12,1 0 1,-6 0 0,1-2 33,1-3 0,2-3 0,1-6 1,0 0 1,-6-1-1,-1 1 58,-1 0 0,-4-1 0,4 2 0,-1 2 20,0 2 0,0 4 62,-5-5-80,0 7 1,1-3 0,2 7-1,2 4-42,-2 5 1,-1-2 0,-2 1 0,2 1-83,2-2 1,-2 5 0,4-4 88,1 4 0,1 14 0,6 3 0</inkml:trace>
  <inkml:trace contextRef="#ctx0" brushRef="#br0" timeOffset="65">8848 12072 8842,'0'-15'-1867,"0"1"1854,0 6 0,0 8 0,0 10 0,0 2 45,0 3 1,0-1 0,0 2 0,0 2-4,0 1 0,0 5 1,0-3-1,0 1-21,0 4 1,0-2 0,0 3 0,0 3-20,0 0 1,-5 1 0,-1-1 0,-1 4 6,1 4 1,-4-3 0,4 1-1,-1-3-77,1 1 0,-4-1 0,6-4 0,0-2-102,3-3 0,1-3 0,0-7 183,0 1 0,0-7 0,0-47 0,0-17 0</inkml:trace>
  <inkml:trace contextRef="#ctx0" brushRef="#br0" timeOffset="66">8833 12288 8577,'0'-20'0,"0"1"-368,0 2 0,2 5 0,1 3 1,3-1 170,2 2 1,-3 0 0,5 5 0,1-2 229,2 2 1,-4 1 0,1 2 28,1 0 1,0 2 0,1 3-15,-3 4 1,-6-1-1,2 2-22,-3 1 0,-2-3 0,0 2 4,0 1 0,0-3 0,-2 0-19,-3-2 0,-3 6-63,-6-3 1,1-1-1,2 0-115,1-1 1,7-1-124,-2-1 281,4-4 0,14-33 0,3-16 0</inkml:trace>
  <inkml:trace contextRef="#ctx0" brushRef="#br0" timeOffset="67">9063 12086 9262,'-7'-6'-903,"0"11"0,7-1 858,0 7 0,0 9 1,0-1-1,0 0 53,0 2 0,0 1 0,0 7 0,0 0-8,0 0 1,0 6-1,-1 3 1,-3 4-28,0 1 1,-1 0-1,3 0 1,-1-1-30,-2-4 0,-1 4 1,3-6-1,-2 0-122,2-8 0,1 0 1,2-9 0,0-8 138,0-11 1,0-6 0,0-9 0,0 1 15,0-1 1,0 1 0,0 0 0,0-2 22,0-4 0,0 0 0,0-6 0,0 4 1,0 1 1,5-5 0,0 2 0,-1-1-1,3 1 1,-6-3 0,6 4 0,-2-1-15,-1 0 1,6 2 0,-4-2 0,1 3 50,-1 0 0,5 9 0,-1-6 14,3 0 0,-4 7 0,1 6-5,1 4 1,-3 1-1,0 1 0,-2 4 1,1-2 0,-4 7-30,2 1 0,0 2 1,-5 1-10,0 1 1,0-1 0,-2-1 0,-1-2-4,-2-1 1,-1-2 0,1 3-1,-3-2-6,0 3 0,0-4 0,5 1 0,-4 1-46,-1-2 0,3 3 0,-3-5-134,2 2 178,1-4 0,-1 2 0,-2-6 0</inkml:trace>
  <inkml:trace contextRef="#ctx0" brushRef="#br0" timeOffset="68">9308 12100 7683,'-6'-8'-323,"4"2"1,-4 12-1,6 4 1,0 3 372,0 1 1,0 1-1,0 1 1,0 1-8,0 2 1,0 2-1,0-3 1,0 3-51,0 1 1,0 0 0,0 4-1,0-4-23,0-1 1,0 0-1,0-4 1,1 3-33,4-3 0,-3-1 1,2-1-1,-2-1-96,-2 0 1,2-1 157,2-3 0,-2 3 0,4-5 0</inkml:trace>
  <inkml:trace contextRef="#ctx0" brushRef="#br0" timeOffset="69">9380 12374 8359,'-6'-8'-623,"4"-5"-51,-3 3 0,4 2 611,1-1 0,1 6 57,4-2 1,3 3 0,6 1-37,1-4 0,-6 3-13,1-2 0,-2-4 61,2-2 1,1 2 25,-6-2 0,-1 6 68,-4-6 0,-1 7 0,-4-2 12,-5 3 1,2 2 0,-1 0 6,-2 0 0,3 5 1,0 2-85,1 1 1,-2 1 0,4 6-48,2-1 0,1 0 1,2 1-49,0-1 0,0-4 0,2-2 0,1 0-22,2 0 0,6 0 1,-3 3-85,0-2 1,3-4-1,-5 3 166,2-1 0,2 4 0,11-16 0,1 3 0</inkml:trace>
  <inkml:trace contextRef="#ctx0" brushRef="#br0" timeOffset="70">9682 12216 8160,'0'-15'-596,"0"1"1,-1 4 512,-4 1 0,2 5 1,-7 0 107,-1 2 0,3 4 0,-2 2 20,-1 6 0,3 1 0,0 0 0,2-1-23,2 1 1,3 2-1,-1 0 1,-1-2-52,-2-1 1,0-1 0,7 6 11,3-1 1,-2-4 0,7-1-2,1 2 1,-3-3 0,1 0 0,1 0 7,-2 0 1,5-3-1,-4 3 8,4-2 0,-3 4 0,-2-4 47,-2 2 0,1-3-13,-3 5 1,-4-2-1,0 1 1,-8-2-47,-4-1 0,-3-3 0,-1 5 0,-1 0-85,-3 0 0,1-3 0,5 3 0,-1 0-156,1 0 1,0-5 254,-1 2 0,7-3 0,2-2 0</inkml:trace>
  <inkml:trace contextRef="#ctx0" brushRef="#br0" timeOffset="71">9840 11856 8421,'-1'-10'-653,"-4"1"0,2 1 507,-7-2 1,7 5 81,-2 10 0,2 2 1,0 4-1,-2-2 29,2 2 0,1 2 1,2 2-1,-1-3-22,-4-2 1,3 3-1,-3-4 1,4 4-63,1 2 0,0-6 0,0 1 119,0 1 0,19-11 0,5-2 0</inkml:trace>
  <inkml:trace contextRef="#ctx0" brushRef="#br0" timeOffset="72">9912 11870 8421,'-1'-13'-1562,"-4"4"1329,3-4 1,-4 13 232,6 0 0,19 38 0,5 17 0</inkml:trace>
  <inkml:trace contextRef="#ctx0" brushRef="#br0" timeOffset="73">6905 12892 12805,'7'-8'191,"2"3"1,4 3-146,2 2 1,-1 0 0,0 0-30,1 0 0,-1 0 0,1 0 0,-1 0-33,0 0 1,1 2 0,1 1 0,1 4-70,2 1 1,2-4 0,-2 6 0,5 0 18,4-2 1,0 4 0,1-2 0,0 1 5,0-1 0,4 3 0,2-4 0,1 4-79,-1 1 0,0 1 0,-2-1 51,6 1 1,9 12 0,3 3-1</inkml:trace>
  <inkml:trace contextRef="#ctx0" brushRef="#br0" timeOffset="74">9869 12676 10490,'8'-6'-964,"0"4"0,-5-4 830,2-1 1,6 6-1,-1-4 153,3 3 0,3 2 0,1 0 0,2 0 24,-1 0 0,3 0 0,0 0 1,1 0 3,4 0 0,1 2 1,2 1-1,-1 2-35,1-2 0,6 5 1,2 0-1,1 2-26,1-1 0,-6 1 1,4 4-1,0 2-19,0 3 0,-10-3 0,2 5 1,-2 0-36,0 3 0,-3-2 0,-2 1 0,-1-1-8,-3 0 0,-2-2 0,-4 4 1,0 0-60,-3-2 0,-1 4 1,2-7-1,-4 0 99,1 2 0,-19 7 1,3 9-1</inkml:trace>
  <inkml:trace contextRef="#ctx0" brushRef="#br0" timeOffset="75">10905 13136 10490,'0'-14'-716,"0"0"1,0 4-1,-2 2 410,-2 2 1,0 1 416,-5 5 0,4 0 0,-5 0-39,-1 0 1,-2 0-1,-1 0-51,0 0 0,-1 5 1,1-1-1,0 1 31,-1 2 0,-1-4 1,-1 5-1,-4 0-19,-2 0 1,-1-3-1,-4 3 1,-1 0-19,0 0 1,-1 0-1,-2 3 1,-3-3 37,-2-2 0,5 4 0,-3-5 0,1-1 11,1 3 0,-4-6 0,6 4 0,4-3-41,0-2 1,5 0-1,-1 0 0,3 0 0,0 0 1,8-2 20,2-3 1,4 2-108,6-6 0,1 1 1,4-4 37,5 3 1,-2 6-1,1-2 27,2 3 1,2-3 0,2 1-23,-1 0 1,-5 3-1,1 1-16,1 0 1,-4 1 0,-1 3-24,0 0 1,-2 6 0,4-4 12,-2 2 1,-1-3-1,-5 5 38,0 1 0,0 2 0,0 1 50,0 1 0,0-1 1,0 2-1,0 2-61,0 1 0,0 1 0,0-2 0,0 3-20,0 1 0,0 2 1,0 5-1,0 1-14,0 4 0,0-4 0,0 4 0,0-2 9,0 1 0,0-1 1,0 5-1,0-2 10,0-3 1,1-1-1,3-4 1,0-2-48,0-1 0,-3-1 0,1 1 12,3-5 0,-2-3 1,6-3-1,1-2 33,-2-1 0,5-7 0,-4 2 0,4-4 39,2-1 0,1 0 1,1-1-1,4-4 14,1-5 0,2 2 1,5-1-1,0-1-55,0 2 0,-1-3 0,0 6 0,-3 2-57,-1 1 142,0 2 1,11-6 0,2-2 0</inkml:trace>
  <inkml:trace contextRef="#ctx0" brushRef="#br0" timeOffset="76">10718 13482 10490,'-10'-7'-1175,"1"-2"1,6 1 1201,-2-2 0,2 5 31,-2-4 0,3 4 0,-4-3 137,-1 2-162,6 1 1,-7 5 0,5 1 4,-2 4 0,0 3 0,5 7 0,0-1-39,0 0 0,0 1 0,0 1 0,0 1-51,0 3 1,0-1-1,0-5 1,0 0-9,0 1 0,5-1 0,1 1 0,2-3 8,3-2 1,2 1 0,2-6 0,-1-2-33,0-1 0,1-2 1,1 0-1,1-2 17,3-3 0,0-4 1,-2-9-1,1-1-2,-1 1 1,-2-2-1,-4-1 1,0 0 24,-3 0 0,-6-3 0,2 5 0,-3 0 80,-2-2 1,-2 5 0,-3-3 0,-4 5 41,-4 4 0,-1-1 0,-2 6 1,-2 2 26,-1 1 1,-5 2 0,5 0 0,0 2-55,-2 3 1,5 3 0,-2 6 0,5 0-177,4 1 0,6-1 0,-2 1 1,3-1 56,2 0 1,26 20 0,6 4 0</inkml:trace>
  <inkml:trace contextRef="#ctx0" brushRef="#br0" timeOffset="77">11034 13683 9420,'-7'-6'-1659,"-1"4"1739,3-3 1,2 4-58,-7 1 0,5 1 0,-3 4-38,2 5 0,-4 3 0,5 1 0,1 0-98,-3 1 0,6-1 1,-4 1-1,3-1-389,2 0 475,-6 1 0,17-1 0,-1 0 1</inkml:trace>
  <inkml:trace contextRef="#ctx0" brushRef="#br0" timeOffset="78">11308 13467 7696,'0'-9'-290,"0"-1"1,0 5 542,0-4-141,0-1-42,-7 2 1,1 3-1,-4 10 1,4 5-29,0 3 1,2-4 0,-4 1-1,2 1-90,3 2 1,1 1 0,2 1 0,0-1 15,0 0 0,0 1 0,0-1-38,0 0 1,2-1 0,3-3-45,4-5 1,4-4 0,1-1 0,1 0-14,-1 0 0,1 0 0,-1-1 0,0-4 18,1-5 1,-1-3-1,1-1 1,-3 0 72,-2-1 1,1 1 0,-4 0-1,-1-1 53,0 1 1,-1-1-1,-5 1 1,0 0 109,0-1 1,-6 1-1,-4-1-53,-3 1 1,-3 4 0,-1 2 0,-2 2-52,1 3 1,2 1-1,2 4 1,-1 1-56,1 2 0,1 6 1,2-1-1,3 2-76,1 3 1,-2-1-1,4 1 1,2-1 107,1 0 0,21 26 0,5 7 0</inkml:trace>
  <inkml:trace contextRef="#ctx0" brushRef="#br0" timeOffset="79">11524 13597 6662,'-7'14'43,"4"1"1,-5-1 0,0 0-38,0 1 0,0-1 1,-3 2-1,3 2-87,2 1 0,-6 2 0,4-4 0,0 3-36,4-3 0,2-1 1,2-2 116,0 1 0,6-14 0,2-2 0</inkml:trace>
  <inkml:trace contextRef="#ctx0" brushRef="#br0" timeOffset="80">11768 13266 8561,'-5'-14'-131,"1"-1"0,-1 1 3,-2-1 1,6 6 32,-4-1 105,3 7 1,2 3 0,0 10-27,0 2 1,5 3-1,0-1 0,-2 1 0,4 4 0,-3 0 0,1-1-56,2-3 1,-6 0 0,4 1-1,-3 1 32,-2 3 1,0 0 0,0-2 0,0 1-153,0-1 1,0 3 0,0-1 0,0 1 25,0 0 0,0 3 0,0-3 0,0-1 166,0 1 0,0-2 0,-7 9 0,-1 2 0</inkml:trace>
  <inkml:trace contextRef="#ctx0" brushRef="#br0" timeOffset="81">11912 13712 8539,'-5'-10'-1798,"1"1"1952,-1 6 1,3-4 0,-1 9-100,-2 3 0,0 3 0,5 6 0,-1-1-103,-4-4 0,2 11 0,-5-3-82,1 4 0,1 0 1,3-7-1,-4 0-389,-1 1 519,5-1 0,-3 1 0,6-1 0</inkml:trace>
  <inkml:trace contextRef="#ctx0" brushRef="#br0" timeOffset="82">12229 13338 8539,'-5'-15'-151,"0"1"0,-5 5 1,4 1-1,0 0-246,-1 0 0,1 4 468,1 0 0,2 2 0,-5 4 3,1 2 0,-4 4 0,3 8 1,0 3 1,-3-3-1,5 4 1,-1-4-40,1-2 0,0 5 0,2 0 1,0-1-49,0-2 0,3 3 0,-1 0 0,-1-1-17,-2-2 0,0-2 1,5 1-29,0-1 0,2-1 0,1-2 1,4-3-64,1-2 1,-4-1-1,6-5 1,1 0 2,2 0 0,1-1 1,1-4-1,-1-5-21,0-3 1,1 1 0,-1-1 0,1 0 66,-1-3 0,0-1 1,1 1-1,-2-2 56,-4-1 0,2-2 0,-4 3 0,-1-1 18,1 2 1,-3-4 0,-4 2 0,0 1 50,0 2 1,-6 2-1,-2-1 1,-2 3-21,1 2 1,-1-1-1,-4 6 1,-1 2-51,1 1 0,0 2 0,-1 2 0,1 3 16,-1 4 0,1 23 0,0 6 0</inkml:trace>
  <inkml:trace contextRef="#ctx0" brushRef="#br0" timeOffset="83">12430 13698 8539,'-13'-2'-232,"4"-3"0,-3 2 1,8-7-406,0-1 0,3 3 957,1-1-176,0 5 1,1-2-66,4 6 0,-2 0-62,7 0 1,-7 6-1,2 4-47,-3 3 1,-2 1 0,0 1-111,0-1 1,-5 0-1,0 1 1,0-2-116,-1-4 0,4 4 0,-3-3 255,4 2 0,-6-4 0,25-14 0,0-10 0</inkml:trace>
  <inkml:trace contextRef="#ctx0" brushRef="#br0" timeOffset="84">12689 13424 8526,'0'-22'-161,"0"3"0,0 7-790,0 3 0,-2 1 993,-2-2 1,2 10 0,-3 10 44,4 3 0,-4 1 0,0 0 1,2 1 4,1-1 1,1 1 0,-3-1 0,0 0-42,0 1 0,3-1 0,1 2 0,0 2-24,0 1 1,0 0-1,0-5-48,0 1 1,1-1 0,3 1-74,0-1 0,8-6 0,-3-3 10,4-4 1,1-1 0,1-1 0,-1-2 11,1-2 1,-1-6 0,0-1 0,1-4 42,-1-3 1,-4-2 0,-2 4 0,0-2 28,0 1 1,-5-3-1,2 1 1,-4-1 25,-1 0 0,0 0 0,0 4 0,0-3-20,0 3 0,-1 6 0,-4 1 1,-5 0-7,-3 2 0,-1 2 0,0 6 1,-1 0-53,1 0 1,-2 6 0,-2 4 0,-1 3-127,2 1 0,2 2 178,6 3 0,-4 23 0,5 11 0</inkml:trace>
  <inkml:trace contextRef="#ctx0" brushRef="#br0" timeOffset="85">12919 13654 8241,'0'-14'-1439,"0"0"1503,0 6 1,0 3 0,0 10-121,0 4 0,-1 4 0,-3 1 1,0 1 46,0-1 0,-2 1 0,0-1 0,-1 2-6,1 3 1,-4-3-1,4 3 1,-1-1-62,1 1 0,-4-3 1,4 3-1,0-3-47,-1-1 1,2-1-1,5 0 123,0 1 0,26-39 0,6-10 0</inkml:trace>
  <inkml:trace contextRef="#ctx0" brushRef="#br0" timeOffset="86">13178 13352 8134,'-8'-14'-995,"3"-1"1,2 7 978,-2 4 0,4 8 1,-6 6 51,1 3 0,4 3 1,-2 1-1,2 3 82,2-3 0,-5 1 1,0-1-1,2 3-47,2-3 1,1 1 0,0-1-1,0 3-49,0-3 1,0-1 0,0-2-40,0 1 0,1-6 0,4-1 0,5-1-92,2-4 0,-2-1 0,0-4 0,1-1 4,2-2 1,1-6 0,-1 1 0,-2-3 51,-2-1 1,-1-5 0,4 0 0,-4 0 65,-2-2 0,-1 3 0,-5-4 1,0 1-5,0 3 1,0-2-1,-2 0 1,-3 3 36,-4 1 0,-4 1 1,-1 1-1,-1 0 28,1-1 1,-2 7 0,-2 2 0,-1 1-98,2 0 0,1 1 0,3 5 0,2 2 23,1 2 0,26 26 0,2 0 0</inkml:trace>
  <inkml:trace contextRef="#ctx0" brushRef="#br0" timeOffset="87">13193 12993 8526,'-2'-15'0,"-1"1"-174,-2-1 0,0 6-28,5-1 0,0 9 107,0 1 0,0 6 0,2 7 0,3-2 27,4-1 0,2-6 1,1 4-1,-3 0 32,2 0 0,2-3 0,1 3 0,1 0 1,-1 0 0,1-5 1,-1 4-1,0-2 8,1-1 0,4 1 0,0-5 0,-1 0-1,-2 0 0,-2 0 0,0 0-20,1 0 0,-1 0 27,1 0 86,-1 0 31,-6 0 1,-2 2-1,-6 3-56,0 4 0,0-1 0,0 2 0,-1 1 18,-4 2 0,3 3 0,-2 1 1,2 4-28,2 1 1,-5-2-1,0 4 1,2 1-48,2 2 1,-1 2 0,-1 0-1,-2 0 6,2-1 1,1 1-1,2 0 1,-1 0 1,-4 0 1,3-1 0,-4 1 0,1 0 2,0 0 0,-1-1 0,3 0 0,-2-4-22,2-5 0,0-3 1,-1-2-1,0 1-105,0-1 0,3 0 72,1 1 0,-2-7 83,-3-4 1,4-4-1,-4-4 1,-1 0-1,-1-4 15,-1 2 1,-1 1 0,-7 5-62,-4 0 1,4 0-1,-4 0 1,-1 2-36,-3 3 0,-5 4 58,-4 10 0,-14 4 0,-7 2 0,-8 6 0,1-1 0</inkml:trace>
  <inkml:trace contextRef="#ctx0" brushRef="#br1" timeOffset="88">17336 7842 18700,'0'-8'-5156,"0"0"3384,0 3 1730,0 3 1,5-6-1,1 5 727,2-2 1,-3 0-85,5 5 0,-6-4-341,6-1 1,-5 0 58,4 5 0,-4 0-478,5 0 1,6 13-1,6 3 1</inkml:trace>
  <inkml:trace contextRef="#ctx0" brushRef="#br1" timeOffset="89">17566 7813 21602,'0'-15'-6703,"0"1"5391,0 0 1,2 6 775,3 3 1145,-4 3 1,7 2 671,-3 0-356,-3 0-237,4 0-707,-6 0 1,-6 0 464,-4 0 0,2 0 0,-2 0-105,-1 0 0,-2 0 0,-1 0 0,0 0-51,-1 0 0,1 0 0,-1 0 0,-1 0-142,-3 0 0,-2 5 0,-4 0 0,1-2-102,-2-1 1,-6 2 0,-3 1-1,0 0-4,0 1 0,1-2 0,6 4 0,-1 0 24,0 0 0,0-5 0,2 3 0,1-1-3,2 0 0,7 1 0,-2-3 0,3 2 81,1-2 1,1-1 81,0-2-128,6 0-127,1 0 1,9 0-82,3 0 0,-2 0-39,6 0 0,-4 0 8,5 0 1,-5 0-118,4 0 135,-6 0 1,5 0-6,-3 0 128,-3 0 0,4 0 0,-6 0 0,0 2-418,0 2 0,0 0 0,0 5 98,0 2 0,0 2 0,0 2 0,0 1 51,0 3 0,-5-2 0,1 7 0,-1 2 28,-2 1 1,1 7-1,-5 1 1,1 2-16,-1 2 1,3 3 0,-2 1 0,-1 0 25,-2 1 0,-1-1 0,0 0 0,1 0-16,3 0 0,-3-1 0,5-2 0,0-3-49,4-2 0,2-2 1,2-4-1,0 0 294,0 0 0,0-5 0,0 0 0,0 0 51,0-2 0,-5 5 1,0-5-1,2 2-18,2 0 1,-4-4-1,-1 4 1,-2 1 24,-4 2 0,4 2 1,-1 0-1,-1 1-31,2 4 1,-3-4 0,5 5 0,-1-1-52,1 0 1,-4-1 0,5-3 0,2 2-46,2 2 0,1 0 0,0-6 0,0 1 37,0 0 0,0 0 1,0-2-1,0-2 9,0-1 0,0-4 0,0 2 0,0-1-3,0-4 1,0-1-1,0-1 1,0-1-19,0 1 0,0 4 0,0 0 0,0-2-41,0-1 0,0-1 1,0 1-1,0 1 16,0 3 0,0 0 0,0-2 1,0 3-13,0 1 1,0 1 0,0 2 0,0-1 41,0 2 0,0-1 0,-2 1 1,-1-2 64,-2 1 0,0 1 1,4 0-1,-3-4 32,0-1 0,-6 3 0,5-4 0,2 1-36,1 0 1,1 3 0,-2-3-1,-2 0 15,2-1 1,-1 0-1,1-6 1,-2 0 2,2 1 0,0 1 1,0 1-7,-2 2 0,-5 1 1,6-6-1,-1 0 31,-2 1 0,4-6 0,-5 1 1,2 1-27,3 2 1,1 1 0,2 1-93,0-1 1,0-4 0,0-1 0,0 3-51,0 0 1,0 3-1,0-1 44,0 0 1,0 1 0,0-1-1,0 1 0,0-6 0,0 1 0,0 1-57,0 2 0,5 1 1,0 1 15,-2-1 0,-1 0 1,-2 1-1,0-1 11,0 1 0,0-1 0,0 0 0,0 1 41,0-1 1,0 0-1,0 1 1,0-1 40,0 1 0,0-6 1,0 1-1,0 1-7,0 2 0,0 1 0,0 1-25,0-1 0,0-4 1,0-1-19,0 2 0,0-3 0,0 2 80,0 1 1,-5-3-1,0 2 31,2 1 0,1-3-86,2 1 0,0-4 29,0 5 0,-1-7 1,-3 3 95,0 1 1,-1-4-49,5 7 0,-2-7 91,-3 2 120,4-4-66,-6-1-115,7 0 0,2-5-38,3 1 1,-2-6 0,5 4 35,-2-2 1,6 4 0,-4-2-1,1 1-36,1 0 0,-6-1 1,6 3-1,1-2 60,2 2 0,1-3 1,1-1-36,-1-1 1,5 3 0,1-3 0,-1 2-29,2 3 0,-5-4 0,4 1 1,1 0 1,3-1 0,2-2 0,-1 2 0,-1-1-7,2-3 0,1 3 1,2 0-1,-1 0 37,1 0 1,0 0 0,-2-3 0,-1 3-33,-2 1 1,-5 1 0,3 3 0,-1-2 20,-3 2 1,-1-4-1,1 3 1,1 0-45,-1 3 1,-1-1-1,1-1 1,1-2-2,-1 2 1,-1-3-1,1 1 1,1 2-16,-1 1 0,2-3 1,-1 0-1,-1 1 4,-2-3 0,-2 6 1,1-6-1,-1 3-1,1-1 1,4-5 0,0 5 0,-1 1 4,-2-3 0,0 4 0,1-5 0,4 0 2,1 0 1,-4 3 0,3-3 0,-1 0-4,4 0 1,-3 5-1,-2-3 1,-1 1 27,1 0 1,-1-1-1,4 2 1,-1 0 5,-4 0 1,-1-2-1,-1 1 1,-1 0-18,1-1 0,-1 4 1,-1-4-1,-2 1-27,-1 0 0,-2-1 0,3 3-13,-2-2 0,-5-1 1,2 2 128,0 0 94,-4-8-174,4 4 0,-7-4-164,-4 2 0,3 2-133,-3 3 1,4 2-16,1-6 1,0 4 10,0-5 0,0 1 138,0-6 0,0 6 1,0-1 34,0-1 0,0-2 1,1-1-1,3-1 45,0 1 0,1-1 0,-5 1 1,0 0 31,0-1 1,0-1 0,2-1 0,1-2 71,2 1 0,0-4 1,-5-2-1,1-4-19,4 0 1,-3-6 0,4-1 0,0-3 1,4-7 0,-2 0 0,2-8 1,1-3-16,2-4 1,1-1 0,0-6-1,1-4-2,-1-4 0,1 6 0,-3-1 0,0 5-6,-3 4 1,-1 0 0,2 2 0,-4 0-18,0 3 0,-4 8 0,3-2 1,-2 2 16,2 0 1,-4 0 0,6 4 0,-2-3-14,-1-1 0,6 0 1,-4 4-1,1-3-54,-1-1 1,4 0 0,-5 5 0,-1 0 9,3 0 1,-4 1-1,5 2 1,-2 3 0,-2 2 1,2 2 0,0 4 0,1 0 7,-1 0 1,4 2 0,-4 2 0,1 1 39,-1-2 1,0 5 0,-2 1 0,0 0 4,0 1 0,2-6 1,0 2-1,1 1 4,-1 3 0,5-2 0,-3 0 0,2 0 19,-1 0 1,-4-2 0,3 2 0,0 0-12,0 0 0,-5 0 1,2 4-1,-3-2-17,-2 1 0,0 7 1,0 1 138,0-1 1,0 3-138,0-2 0,-2 7-162,-3-2 119,4 4-76,-6 1 194,7 0 1,-1 1 65,-4 4 11,3-3 1,-6 4 23,4-6 1,0 0 0,-5 0-40,-2 0 1,3 0 0,-2 0-3,-1 0 1,-2 0 0,-1 0-81,-1 0 1,-1 0 0,-1 0 0,-4 0-25,-1 0 0,2 0 1,-4 0-1,-3 2-56,-5 3 0,0-4 0,-6 6 0,-2-3 20,-2 1 1,-2 5-1,-3-4 1,-2 1 19,-2-1 1,3 4 0,-3-4 0,1 0-20,4 1 1,1 2 0,2-4 0,1-2 17,4-1 1,3-2 0,7 0-1,3 0-7,1 0 1,6 0 0,1-2-324,5-2-288,6-4 573,6 0 1,13 1 0,3 7-1</inkml:trace>
  <inkml:trace contextRef="#ctx0" brushRef="#br1" timeOffset="90">17091 11395 8539,'-8'0'-2714,"0"0"2716,4 0 1,0 0-12,-5 0 11,6 0 0,-5 0-5,3 0 3,3-6 0,-23-2 0,1-6 0</inkml:trace>
  <inkml:trace contextRef="#ctx0" brushRef="#br1" timeOffset="91">16947 11352 8073,'0'-14'-681,"0"4"493,0 1 1,0 4 157,0-5 1,0 6 97,0-6 0,2 7 68,3-2-57,-4 3 1,6 9 0,-7 4 8,0 7 1,0-2 0,0 4 0,0 1-48,0 3 0,-5 5 1,-1 4-1,-2 6-22,-3 2 1,3 4 0,-2 3 0,-1 6-10,-2 7 1,-1 3 0,-1 5 0,1-2-29,-1 2 0,1-4 0,0 2 1,-1-1-63,1-5 1,1-5 0,3-13 0,6-3-100,2-7 0,2-1 0,0-12 1,2-4-26,2-5 1,0-5 0,5-6 20,2 0 1,-3-1 0,2-4 182,1-5 0,2-67 0,-6 30 0,0 0 0</inkml:trace>
  <inkml:trace contextRef="#ctx0" brushRef="#br1" timeOffset="92">16832 11539 8477,'0'-19'-309,"0"0"0,-4 0 0,-1 4 0,2 1 270,1 0 1,2 4 0,0 0 0,0-1 220,0-2 0,-5-1 263,0 0-344,1-1-75,4 7 1,0 4-1,0 8 1,0 6-16,0 3 1,-2 1-1,-1 0 1,-2 1-26,2-1 0,1 1 0,2-1 0,0 0-4,0 1 1,0-1-1,0 1-11,0-1 0,0 0 21,0 1 1,2-7 0,3-3-56,4-4 1,4-2-1,1-4 1,1-5-62,-1-3 1,2-6 0,2 0 0,1 0 33,-1-2 0,-3 5 1,0-3-1,-1 3 10,1 1 0,-1 1 30,0 0 0,-1 7 31,-3 7 1,-2 7 0,-5 9 0,2 3-75,-2 5 1,3 3 92,-1 2 0,19 38 0,0 10 0</inkml:trace>
  <inkml:trace contextRef="#ctx0" brushRef="#br1" timeOffset="93">16228 12892 8655,'0'-10'-2405,"0"1"2628,0 5-27,0-2-98,0 0 0,2 4-25,3-3 1,-4 2-1,6 0 15,-1-2 1,-3-1-53,7 1 0,-5 2 1,3-7 27,-2-1 1,-1 3-1,-4-2 4,4-1 1,-3-2 0,1 1-38,-6 2 1,-1-1 0,-5 6-1,-2 2-3,-2 1 0,-1 2 0,-2 0 0,-2 0-4,-1 0 0,0 2 1,4 3-1,1 3-35,-1 0 0,3 4 0,0-2 0,4 3-6,2 1 1,1 1-1,5-1 1,0 0-24,0 1 0,5-1 1,1 0-1,2 1-14,4-1 0,2 1 1,2-1-1,0 0 36,-3 1 0,-2-1 0,3-1 0,-1-2 16,-3-1 0,1-1 0,-6 6-1,-2-1 1,-1 1-1,-2-1 1,-2 0 14,-3 1 1,-4-3 0,-9 0 0,-1-3-11,1 2 1,-3 2 0,2 0 0,0-2-28,-2-1 1,7-5 0,-2 3 0,5-2-239,0-3 91,4-1 1,2-4-1,10-1-64,5-2 0,4-6 237,5 1 0,42-28 1,-23 15-1,1 0 1</inkml:trace>
  <inkml:trace contextRef="#ctx0" brushRef="#br1" timeOffset="94">16516 12820 8564,'0'-14'-353,"0"-1"0,0 1 142,0-1 0,0 6 1,0-1 579,0-1-375,0 5 0,0 1 108,0 10 0,0 3 0,0 6 0,0 0-83,0 1 1,0-1 0,0 2 0,0 2-7,0 1 1,-2 5 0,-1-3-1,-2-1-2,2 1 1,-3 0 0,1-3 0,2 2-49,1 3 0,1-4 0,-3 3 0,0-1-67,0-3 0,3-1 1,1 1-26,0 1 0,0 0 0,1-6 0,3-2-198,0-1 1,8-7 165,-3 2 0,4-4 0,1-1 161,1 0 0,-1-6 0,0-4 0,1-22 0,-1-6 0</inkml:trace>
  <inkml:trace contextRef="#ctx0" brushRef="#br1" timeOffset="95">16415 13007 8342,'0'-14'0,"0"-1"-464,0 1 1,0 4-1,2 1 379,3-3 1,3 6 0,6 1-1,0 4 18,1 1 0,-1 0 0,1 0 0,-1 0 16,0 0 1,2 0 0,2 0 0,1 0-85,-1 0 0,-2 4 135,-2 1 0,7 6 0,1-3 0</inkml:trace>
  <inkml:trace contextRef="#ctx0" brushRef="#br1" timeOffset="96">16789 13093 8485,'0'-9'0,"0"-1"-634,0-1 1,5 3 600,0-2 1,4 6-1,-2-4-69,1 1 0,-3-2 0,4 4 1,1 0 138,-2-1 1,0 2-1,-3-5 86,4-2 1,-1 3 145,2-2-253,-7 7 0,2-4 0,-10 9 13,-5 3 0,-2 3 1,-3 6-1,1 1-26,-1-1 0,1 2 0,0 2 1,-1 1 1,1-2 1,4-1-1,2-1 1,0-1-26,0 0 0,5 1 0,-2-1-87,4 1 35,1-1 1,6-6-1,4-3 8,2-4 0,3-2 0,-1-4 0,-1-5 1,-3-2 0,2 2 0,-2 0 1,1-1 11,-1-2 1,1-1 0,-5 1 0,1 2 71,-1 1 0,4 1 46,-5-5-8,6 6-58,-10 1 1,6 9-1,-7 3-74,0 4 1,1 4-1,3 1-18,0 1 1,1-6-1,-5 1 1,2-1 90,3-1 0,9 18 0,8-2 0</inkml:trace>
  <inkml:trace contextRef="#ctx0" brushRef="#br1" timeOffset="97">17005 13079 8485,'0'-14'-67,"-2"-1"0,-1 1 1,-2-1-73,2 1 0,2 4 19,1 1 0,1 4 0,4-3 51,5 2 1,2 1-1,1 6 76,-3 4 0,3-2 0,-4 7 4,4 1 0,0 2 0,-2 1 0,-3 1-28,-2-1 1,-1 5-1,-3 0 1,1 1 2,2 0 1,0-4-1,-5 4 1,0-4-7,0-2 1,-2 5-1,-1 0 43,-2-1 0,-6-4 10,1-4 0,2-4-49,-1-6 1,5-6 0,0-5 0,2-5-51,2-3 0,2-5 0,2 3 0,6 0-35,3 0 1,-4-4 0,1 2 0,1-1-4,2 0 0,3 5 0,1-3 1,3 1 19,-3 3 0,-1 2 0,-1 4 0,-3 0 84,-2 3 0,3 6 0,-5-4 0</inkml:trace>
  <inkml:trace contextRef="#ctx0" brushRef="#br1" timeOffset="98">17422 12762 8485,'0'-14'-1109,"-1"6"931,-4 3 1,3 5 0,-3 5 245,4 5 1,-4 4 0,0 4 0,2 1 18,1-2 1,1 6 0,-2-1-1,-2 2-56,2 0 1,0-5 0,-1 5 0,0 0-30,0-1 1,3 4-1,1-5 1,-2 2-4,-3 0 0,4-6 0,-4 2 0,3 0-28,2-1 0,0 0 0,0-5-66,0 1 1,5-6 0,2-1 0,1-1-52,3-4 0,-3-1 0,1-2 0,2 0-187,2 0 0,2 0 333,-1 0 0,13-32 0,4-8 0</inkml:trace>
  <inkml:trace contextRef="#ctx0" brushRef="#br1" timeOffset="99">17264 13065 8485,'-6'-15'-43,"2"6"0,-4-1 8,2-1 0,3 4 0,8 3 0,4 0-90,4 0 1,3 2-1,3-3 1,5 2 142,3-2 1,2 4 0,1-4 0,2 3-19,2 2 0,32-45 0,-32 17 0,0 0 0</inkml:trace>
  <inkml:trace contextRef="#ctx0" brushRef="#br1" timeOffset="100">16257 13496 13779,'-8'-6'-1251,"3"-4"1,4 2 676,1-1 0,0 4 427,0-5 1,1 2 359,4-1 1,-2-3 0,7 8 1,-5-1-1,3 3 217,-2-3 0,0 4 203,-1-4-908,-3 3 420,4 2 1,-12 0 0,-4 0 138,-3 0 1,-1 2-1,0 1-23,-1 2 0,1 1 0,-1-2 0,1 0-86,0 0 0,-1 2 1,1-1-1,1 0-24,3 1 0,-2-3-252,2 7 0,4-5-159,1 4 1,3-4 4,2 5 1,0-6-24,0 6 1,2-7-489,3 2 33,-4-3 88,12-2 682,-11 0 0,6 0 1,-5 1-363,2 4 238,-1-3 1,1 6 0,0-4 33,-2 6 1,-1-2 0,-2 1 50,0 3 1,0 0 0,0 4 0,0 2 20,0 1 1,0 7-1,0-4 1,0 2-60,0 0 1,0 2-1,0 4 1,0 0 10,0-2 0,-2-3 1,-1 4-1,-2 0-119,2 0 0,0-5 1,0-2-1,-2 0 86,2 1 1,-1-4-1,1 3 1,-3-1 81,-2-3 0,5 2 0,-4 0 0,2-1 64,1 2 1,-6-5 0,5 3 0,2-3-37,2-2 1,-4 0-1,0 1 28,2-1 0,1 1-189,2-1 0,0-4 26,0-1 0,2-6 0,3 2 178,4-3 1,-1-2 0,2 0-1,1-2 57,2-3 0,-4 4 0,1-4 0,1 3-38,2 2 0,1 0 1,1 0-1,-1 0-57,0 0 1,6 0 0,-1 0 0,0 0-34,2 0 0,1 0 0,7 0 0,0 0-52,-1 0 0,-2 2 1,1 1-1,4 4-10,-1 1 1,-1-5 0,-4 3 0,-1-1 86,2 0-167,1 6 0,-24 3 1,-6 9-1</inkml:trace>
  <inkml:trace contextRef="#ctx0" brushRef="#br1" timeOffset="101">16257 12547 15737,'-21'-5'0,"-1"0"-503,-1 2 0,3 1 1,5 2-1,1 0 497,-1 0 0,1 0 1,1 2 612,4 3-425,-4-4-204,11 6 0,-3-7 28,10 0-42,-3 0 1,30 6 0,0 2 0</inkml:trace>
  <inkml:trace contextRef="#ctx0" brushRef="#br1" timeOffset="102">15725 13007 13436,'0'-14'-822,"0"-1"0,0 1 0,1 1 0,2 2 700,2 1 1,0 5 0,-3-3 0,1 0 268,2 0 0,1 4 14,-1-6 0,-4 5 1,6-3 154,-1 2-270,-4 1 0,4 7-143,-6 2 1,-1 4 0,-4 7 0,-5-1 29,-3 1 0,-1-1 0,0 0 0,-2 1 104,-4-1 1,4 1 0,-4 1 0,-1 1 6,-3 2 0,2 1 0,-1-6 0,1 0 16,-1 1 1,6-6 0,-2-1-1,3 0 45,1 0 0,6-5-26,-1 2 0,8-3-46,2-2 0,8 0 1,10 0-1,1 0 79,-1 0 1,3 0 0,-1 0 0,3 0-81,2 0 1,1 0 0,-1 0 0,-2 0-26,-2 0 0,3 0 0,-4 0 0,3 0-123,2 0 1,3 5-1,0 1 1,1 2-165,0 3 257,0 2 1,10-3 0,8 1 0,3 0 0,1 0 0</inkml:trace>
  <inkml:trace contextRef="#ctx0" brushRef="#br1" timeOffset="103">17724 12964 13436,'0'-15'-3011,"0"1"2536,0 6 1,2 2 640,3 6 0,-2 0 0,7 0-82,1 0 1,2 6 0,1 2-109,0 0 1,1 3 0,-1-4 0,0-1 29,1 0 1,4 4 0,0-5 0,0 0 5,2 1 1,-5-4 0,5 4 0,-2-1-53,0 0 1,2-1 0,-3-4-1,1 2 121,-2 3 1,-1-4 0,-1 4 206,-1-3-277,1-2 1,-9 0 0,-6 0 84,-8 0 1,-6 5-1,-6 1 1,-4 2 33,-3 3 1,-6 2 0,-2 1 0,-1 1-86,1-1 0,2 0 0,4 1 1,2 1-65,3 3 0,3 16 0,7 10 0</inkml:trace>
  <inkml:trace contextRef="#ctx0" brushRef="#br1" timeOffset="104">16933 13841 8708,'-9'-9'-885,"-1"1"14,-1 1 0,3-2 809,-2 4 58,1 0 1,-1 5 3,0 0 0,7 2 1,-3 1 1,-1 2 0,6 1-5,-4-1 1,2-2 38,-2 7 46,3-7 1,-6 3 113,4-6 92,2 0-115,-11 0-172,12 0 0,-7 0-94,3 0 76,3 0-75,-4 0-78,6 0 167,0 0 1,0 7 0,0 1-1</inkml:trace>
  <inkml:trace contextRef="#ctx0" brushRef="#br1" timeOffset="105">16430 13827 9138,'-2'-10'-1511,"-1"1"846,-2-2 0,0 3 648,5-2 1,0 1 130,0-6 1,0 6-1,0-1-16,0-1 0,0 3 1,0-2-10,0-1 0,5 3 1,1-2 70,2-1 0,-3 3-114,5-1 0,-2 4-11,1-5 0,3 9-33,-8 1 0,1 6 0,-5 8 1,0 1 1,0-1 0,0 5 1,0 2-1,0 2-60,0 2 1,0 1 0,0-1 0,0-1-70,0 2 0,0-4 1,0 2-1,0 2-191,0 1 1,-1-3 309,-4 0 1,3-13 0,-4 2 0</inkml:trace>
  <inkml:trace contextRef="#ctx0" brushRef="#br1" timeOffset="106">16588 14043 7714,'-15'0'-289,"6"0"0,1 1 0,1 4 288,4 5 1,2-2 0,1 1 0,0 3-21,0 0 0,-2 3 1,-1-1-13,-2 1 0,0-1 1,5 0-1,0 1-49,0-1 1,0-4-1,0-1-365,0 3 447,0-6 0,26-19 0,6-11 0</inkml:trace>
  <inkml:trace contextRef="#ctx0" brushRef="#br1" timeOffset="107">16861 13813 8426,'0'-15'-436,"0"1"0,0 0 68,0-1 1,-1 7 422,-4 3-6,3 4 0,-9 7 1,5 4-1,-1 3-31,1 1 0,-4 0 0,4 2 0,-1 2-16,1 1 1,-4 0 0,6-4 0,0-1 12,3 0 1,-4 1-1,0-1 1,2 1-16,1-1 1,2 0 0,0 1-26,0-1 1,2-1 0,3-3-37,4-6 1,4-2 0,2-2 0,-1 0-84,0 0 0,2 0 0,2-2 1,1-1 53,-1-2 0,-2-6 0,-2 2 0,0-4 53,1-2 0,-1-1 1,1-1-1,-1-2 38,0 1 1,-4-3 0,-2 0 0,-2-1 29,-2-4 1,2 4 0,-1 0 0,-2 1 70,-1 3 0,-4-2 0,-1 0 1,-4 3-53,-1 1 0,0 6 1,-3 2-1,2 2-60,-3 3 1,0 3 0,-3 4 0,1 6 9,-1 3 0,-12 40 0,-3 9 0</inkml:trace>
  <inkml:trace contextRef="#ctx0" brushRef="#br1" timeOffset="108">17135 14029 8476,'-10'-8'-959,"0"3"0,2 5 924,-1 5 1,-2 3 0,6 6 0,2 0 17,1 1 0,-3-1 0,0 2 0,2 2-33,2 1 1,-1 0 0,-1-3 49,-2 3 0,0 10 0,5 8 0</inkml:trace>
  <inkml:trace contextRef="#ctx0" brushRef="#br1" timeOffset="109">17408 13798 8476,'0'-14'-163,"0"0"0,0-1-108,0 1 0,0-1 280,0 1 25,0 6 0,-2 2-24,-3 6 0,2 6 1,-5 4-1,0 2-54,0 3 1,4 1-1,-4 1 1,1 3 18,4-3 1,-3-1 0,1 0-1,2 2 23,1 1 0,2 0 0,0-5-72,0 1 1,0-1-9,0 1 1,6-7-1,4-4 8,3-2 0,1-2 0,0 0 1,1-2 7,-1-2 1,1-4 0,-1-7 0,0 1 43,1-1 1,-1 1 0,-1 0 0,-2-2 11,-1-4 1,-5 4 0,3-3 0,-2 3 79,-3 2 1,-1-5 0,-2 0 0,0 1 0,0 2 0,-5 2 0,-1 1 0,-2 2-71,-4 1 0,4 7 1,-1-2-1,-2 3-97,-2 2 0,-2 0 0,1 2 0,1 3-112,4 4 1,-3 4 208,8 2 0,5 37 0,7 11 0</inkml:trace>
  <inkml:trace contextRef="#ctx0" brushRef="#br1" timeOffset="110">17609 14000 8476,'0'-15'-1892,"0"1"2093,0 6 0,0 3 0,0 10-182,0 5 1,-1-2 0,-3 1-1,-2 2-34,-2 2 1,0 2 0,-3-1 0,1 0-38,-1 1 1,0 4 0,0 0 0,1-1-154,-1-2 1,3-2 0,0 0 204,2 1 0,14-1 0,8 1 0</inkml:trace>
  <inkml:trace contextRef="#ctx0" brushRef="#br1" timeOffset="111">17839 13798 8476,'0'-14'-821,"0"0"0,0 4 847,0 0 1,0 1 143,0-6 1,2 7-88,3 4-36,-4 2 0,6 4 0,-9 2 0,-1 6-16,-2 3 1,-1 1-1,3 1 1,-2-1-43,2 0 0,-4 1 0,3-1 0,-1 2 10,-2 3 1,6-3 0,-4 3 0,3-3-43,2-1 0,0-1 1,0 1-80,0-1 1,7-4 0,2-2 26,4-2 1,1-1 0,1-5 0,-1-2 13,1-3 1,4 2 0,0-6 0,-1-3 33,-2 0 1,-2-3-1,0 1 1,1-2 34,-1-3 0,-4 3 1,-2-4-1,0 3 44,0-2 1,-5 1-1,2-4 1,-4-1 8,-1 1 0,0 4 0,-1-2 1,-4 0 41,-5 1 0,2 2 0,-1 5 1,-2 4-48,-2 2 1,-6 1 0,-1 5 0,3 0-26,1 0 0,0 7 0,-2 2 0,-1 4-71,1 1 1,4 6 0,3 0 0,1 3 59,-1 2 0,5 54 0,3-33 0,-1 0 0</inkml:trace>
  <inkml:trace contextRef="#ctx0" brushRef="#br1" timeOffset="112">17998 14086 7918,'0'-14'-1335,"0"6"1356,0 1 1,0 9 0,0 3 0,-2 3-19,-3 0 0,2 4 0,-5 0 0,0 4-83,0 3 1,3 0 0,-4-5-1,-1 1-115,2-1 1,-3 1 194,6-1 0,0 7 0,5 1 0</inkml:trace>
  <inkml:trace contextRef="#ctx0" brushRef="#br1" timeOffset="113">18300 13827 8476,'0'-14'-309,"0"-1"1,0 6 12,0-1 0,0 1 330,0-6 0,0 6-51,0-1 0,-2 8 44,-3 2 0,4 2 0,-6 8-26,1 1 0,4 2 0,-4 1 0,1 0-9,0 1 0,-1 1 1,3 1-1,-2 2-2,2-1 1,1-2-1,1-2 1,-2 1-41,-2-1 0,0 1 0,5-1-8,0 0 1,0-4-1,2-2-14,2-2 0,4-1 1,7-5-22,-1 0 0,0-1 0,1-4 1,-1-3 12,1 0 0,-1-8 1,0 3-1,1-1 45,-1-4 1,1-1-1,-1 1 1,-1-3 68,-4-1 0,3 3 0,-8-4 0,1 1 37,2 0 1,-6-1-1,4-1 1,-5 4 10,-5-1 1,-3 5-1,-6-2 1,-1 5 6,1 4 0,0 6 0,-1-2 0,-1 3-125,-3 2 1,3 2 0,-3 3 0,3 4-127,1 4 0,1 6 0,1 0 0,2 1 162,2 0 0,12 41 0,-2 16 0</inkml:trace>
  <inkml:trace contextRef="#ctx0" brushRef="#br1" timeOffset="114">18473 14043 8244,'-7'-8'-954,"-1"3"1,-5 10 973,4 4 1,-2-1-1,4 2 1,-1 1-54,-3 2 0,3 1 0,-2 2 1,1 2-85,1 1 0,-5 0 0,5-4 117,0-1 0,-5 7 0,5 1 0</inkml:trace>
  <inkml:trace contextRef="#ctx0" brushRef="#br1" timeOffset="115">18717 13827 8476,'0'-14'0,"0"-1"-193,0 1 0,0 0-629,0-1 735,0 1 85,0 6 1,-2 1 0,-1 9 51,-2 3 0,-4 3 0,4 6 0,0 1-15,-1-1 0,3 0 1,-5 2-1,1 2-17,4 1 0,-3 2 1,1-4-1,0 3-20,-1-3 1,4 1 0,-3-1 0,4 3-10,1-3 1,0-1 0,0-1 0,0-1-15,0 0 0,0-4 1,1-2-42,4-2 0,3-1 0,7-5 1,-1 0-43,0 0 0,1-5 0,-1-1 1,0-2 25,1-3 0,-1-4 1,1-2-1,-1-2 39,0 1 0,-1-3 0,-2 0 0,-1 1 47,1-1 1,-3-5-1,0 2 1,0-1 0,0 1 1,-5-2 0,2 5 0,-3-1 20,-2-4 0,-2 6 0,-3 0 0,-4 6 3,-4 4 1,-1 2-1,-1 5 1,1-2-44,-1 2 0,-4 8 0,0 5 1,0 4-53,-2 5 1,5-3-1,-1 5 66,5 0 0,5 17 0,2 10 0,1 6 0,0 1 0</inkml:trace>
  <inkml:trace contextRef="#ctx0" brushRef="#br1" timeOffset="116">18947 14115 8476,'-5'-10'0,"-1"2"-654,-2 2 1,-2 1-1,-4 5 613,0 0 0,-1 6 1,3 4-1,0 3 50,3 1 0,-1 1 1,-4-1-1,-1 0-99,1 1 1,4 4 0,2 0 0,2-1-157,3-2 246,1-2 0,21 0 0,5 1 0</inkml:trace>
  <inkml:trace contextRef="#ctx0" brushRef="#br1" timeOffset="117">19249 13813 8476,'0'-15'0,"0"1"-99,0 0 1,-4-1-1,-3 2 183,-1 4 1,3 2 0,-4 9-202,-2 3 1,3-2-1,-2 7 1,-1 2 145,-2 6 1,-1-2 0,1 3-1,2-1-38,1 1 1,2-3-1,-3 5 1,3-2-65,2 0 0,1 0 1,3-4-1,-1-1 57,-2 0 0,0 1 0,5-1-34,0 1 1,7-3-10,2-2 0,4-4 0,2-6 1,-1 0-10,0 0 1,1-1 0,-1-3 0,0-2-21,1-2 0,-1 0 0,1-3 0,-1 1 23,0-1 1,1-2 0,-1-1 0,1 0 31,-1-1 1,-4-4 0,-2-2 0,-2 0 64,-3 1 1,-1-1-1,-2 3 1,0-3 17,0-1 1,0 3 0,-2-3 0,-3 1 2,-4 3 0,-4 7 0,-1 3 1,-1 2-108,1 2 1,-1 3 0,1 1-1,0 1-44,-1 4 0,2 3 1,2 7-1,3 1 98,2 3 0,-5 48 0,7-25 0,0 1 0</inkml:trace>
  <inkml:trace contextRef="#ctx0" brushRef="#br1" timeOffset="118">19393 14129 8207,'0'-14'-337,"0"6"0,-1 8 0,-4 9 315,-5 4 0,-3 6 0,1 1 1,-1-1-79,-1 2 0,7-4 0,-7 6 1,1-1-407,0 0 506,-1-4 0,6 15 0,1-2 0</inkml:trace>
  <inkml:trace contextRef="#ctx0" brushRef="#br1" timeOffset="119">19580 13813 8476,'0'-15'-603,"0"1"166,0 0 0,0-1 540,0 1-97,0-1 0,0 9 70,0 6 0,-5 6 1,-1 9-1,0-1-23,-1 1 0,-2-1 0,2 2 0,1 1-28,0 3 0,-1 4 1,4-4-1,-3 1-17,-2 0 1,4 0-1,0-4 1,0 3-38,0-3 1,2 4 0,-3-2-41,4-1 0,2-4 0,4-3 11,5-1 0,-2-7 0,1 2 0,2-5-33,2-5 0,2 2 0,-1-7 0,0-1-27,1-2 1,1-1-1,1 0 1,2-1 72,-1 1 1,-2-5-1,-3-2 1,-2-2 39,-1-2 1,-2 2-1,3 1 1,-3 0 38,-2-1 0,-1-1 1,-5-4-1,0 0-10,0 4 0,-5 2 1,-1 4-1,-2-1 10,-3 2 0,-2 7 0,-2 5 0,-1 4-33,-3 1 0,3 1 0,-3 4 1,3 5-56,2 2 0,-1 3 0,1 1 0,0 3-281,-1 5 335,7-3 0,-5 51 0,5 6 0</inkml:trace>
  <inkml:trace contextRef="#ctx0" brushRef="#br1" timeOffset="120">19839 14172 8476,'0'-14'0,"2"0"-676,3-1 1,-4 6 617,4-1 0,-3 8 0,-2 2 61,0 8 1,0 0 0,-2 4-1,-3 2-38,-4 4 1,-4 1 0,-2-3 0,1 1-81,0 3 0,-1 4 1,-1-5-1,-1 0-97,-2 2 1,-1-5 211,6 3 0,-7 10 0,-1 1 0</inkml:trace>
  <inkml:trace contextRef="#ctx0" brushRef="#br1" timeOffset="121">20199 13784 8476,'-13'-22'-496,"4"2"0,-3 4 1,6 4 654,-2 2 1,-2 4 0,-4 6-166,0 0 1,4 6 0,0 4-1,-1 2 63,-2 3 1,4-1 0,1 1 0,0-1-34,0 0 1,5 5-1,-4 1 1,2-1-37,1 2 1,-1-5 0,5 4 0,0 0-14,0-1 0,0 0 0,0-5 0,0 1-10,0-1 1,1-1 0,4-2-19,5-1 0,3-7 1,1 2-11,0-4 1,1-2-1,-1-3 1,1-2-47,-1-2 0,-4 0 0,-1-3 0,2 1 55,2-1 1,-3-2 0,-2-3 0,0-1 54,0-2 1,-5-1 0,3 4-1,-1-1 0,0-2 1,0-5 0,-5 3 0,0 0 13,0 0 0,-2 1 0,-1 2 0,-3-1 40,-2 1 1,-2 2-1,-4 3-55,-1 4 0,1 2 1,-1 7-1,1 2-102,0 3 0,-1 0 1,1 7-1,1 6-239,3 3 341,-2-4 0,-3 62 0,4-36 0,0 0 0</inkml:trace>
  <inkml:trace contextRef="#ctx0" brushRef="#br1" timeOffset="122">20185 14158 7064,'6'-14'-132,"4"-1"1,-2 7 187,1 3 1,-6 5-45,2 5 1,-3 3 0,-4 7 0,-3-1-41,-4 0 0,-4 1 0,-1-1 1,-1 2-74,1 3 0,-1-3 0,1 4 0,0-5-459,-1 0 560,-6 6 0,5 1 0,-4 7 0</inkml:trace>
  <inkml:trace contextRef="#ctx0" brushRef="#br1" timeOffset="123">20659 13798 8476,'0'-14'0,"-1"0"-425,-4-1 0,3 1 1,-2-1 508,2 1 1,0 1-114,-2 4 1,0 2 0,-5 7 98,-2 0 0,3 7 0,-2 2 1,0 4-21,2 1 0,-3 2 1,5 2-1,-1 3-45,1 1 1,-4-3-1,6 4 1,-1-3-2,-2-2 0,6 3 1,-4 0-1,3-1-19,2 1 0,0-2 1,0-4-1,0-1-13,0 1 1,0-1-1,2-1-8,3-4 1,-2-2 0,7-7 0,1 0-58,2 0 1,1 0 0,0-2 0,1-3 6,-1-4 0,1-3 0,-1 1 1,0 2 32,1-2 0,-6-2 0,1-3 0,1-2 45,2-1 0,-4-2 0,-1 4 0,0-3 16,0 3 1,-4-6 0,2 1 0,-1-2 19,0 0 0,-1 5 0,-4-5 0,0 0-8,0 2 1,-1 1 0,-4 6-20,-5 1 1,-2 1 0,-3 4 0,-1 5-75,-3 8 1,1 4 0,-4 8 0,0 3-46,-1 5 0,6-2 118,-2 2 0,-4 39 0,1 13 0</inkml:trace>
  <inkml:trace contextRef="#ctx0" brushRef="#br1" timeOffset="124">20702 14216 8476,'8'-7'-442,"-3"-2"0,2 1 434,-3-2 27,1 7 0,-6-2 0,-4 8 0,-5 4 3,-3 1 1,-1 1 0,-2 6 0,-1-1-119,-3 0 1,1 1 0,3-1 0,-1 0-145,-3 1 1,1-1 0,5 1 0,-1-1 239,1 0 0,12 14 0,4 2 0</inkml:trace>
  <inkml:trace contextRef="#ctx0" brushRef="#br1" timeOffset="125">21005 13827 8476,'-5'-22'0,"0"3"-945,2 3 1,-4 6 923,3 0 0,-3 7 168,2-2 1,2 5-1,-5 5 1,0 5-75,0 3 0,3 6 0,-3 0 1,0 0-38,0 2 1,4-5-1,-4 5 1,1-1-25,4 4 0,-3-3 0,-1 0 1,1-2-36,0 0 0,1 5 0,5-5 0,-2-1-16,-3-2 1,4-2 26,-4 1 1,10-2 0,4-4 6,4-4 1,1-8 0,1-4-1,-1-1-76,1-3 0,-1 3 0,0-1 0,1-3 34,-1 0 0,-4-4 0,-1-2 1,1-1 31,-2 1 0,5 1 0,-5-1 0,0-1 8,-3 1 1,1-2-1,-1-1 1,-2 0 18,-1 0 1,-4-3-1,-3 5 1,-4 2-62,-4 1 0,-2 1 1,1 2-1,0 4-237,-1 4 1,-1 3 285,-3 2 0,-16 26 0,-10 6 0</inkml:trace>
  <inkml:trace contextRef="#ctx0" brushRef="#br1" timeOffset="126">21005 13496 8476,'-5'-14'-180,"0"-1"1,0 1 0,5 0-791,0-1 946,0 7 1,2 2 0,3 6 24,4 0 0,-2 1 1,-1 3-1,-1 2 12,0 2 1,6 0-1,-3 3 1,1-3-33,1-1 0,-5 4 0,4-3 4,3 0 1,0 3 0,3-5 9,-1 2 0,0 0 1,1 2-1,-1-5 1,1-4 1,-1 4 0,0 0 0,1-2 2,-1-1 0,-4-2 0,-1 0 0,3 0 19,0 0 0,3 0 1,-1 0 33,0 0 1,1 0 0,-1 0-18,1 0 1,-6 0 0,-1 1 14,-1 4 0,2-2 0,-4 7-8,-2 1 0,-1 2 1,-2 1-1,0 1-14,0-1 0,-5 0 0,-1 1 0,-1 1-28,1 3 1,-4-1 0,4 6 0,-2 1-10,-3 2 1,-2 4 0,-2 1 0,3 3-13,2 2 0,-3-1 1,4 4-1,-4 0-24,-1 5 1,4-7-1,0 6 1,1-4-3,1-4 1,-3 6 0,6-5 0,2-1 44,1-2 0,2-10 1,0-5-1,0-3 34,0-1 0,2-3 14,2-2 41,-2-4 0,4-7-46,-6-4 1,-1-1 0,-4-4 0,-5 4-47,-2-1 0,-8 6 0,-2-6 0,-4 2-44,-4 1 1,-3-1 0,-1 5 0,-4 0-93,-4 0 1,-1 0 0,1 1 0,2 4 140,2 5 0,0 15 0,-6 6 0</inkml:trace>
  <inkml:trace contextRef="#ctx0" brushRef="#br1" timeOffset="127">14660 9525 8587,'-10'0'-478,"1"0"1,4 0 622,-5 0 0,6 0-39,-6 0 0,5 0 63,-4 0 0,4 0 119,-5 0-239,7 0 0,-5 0-41,3 0 1,5 0 33,0 0 1,7 0-1,7 0 1,2 0 3,3 0 1,4 0 0,5 0 0,3 0-22,2 0 1,10 0 0,10 0-1,5 0-16,4 0 1,4-2 0,6-1 0,0-2-18,-1 2 0,6-3 1,0-1-1,-2 1 14,-1 0 0,-4-1 1,-1 4-1,-2-2 5,2 2 0,-10 0 0,-2 0 0,-2-2 9,-4 2 1,3 1 0,-6 2 0,-2 0 13,-1 0 0,-6 0 1,-3 0-1,-1 0-15,-3 0 1,-8 0-1,-3 0-27,0 0 0,-5 0 0,3 0-315,-3 0-247,-1 0 40,-8 0-142,0 0 665,-7 0-27,0 0 0,0-6 0,0-2 0</inkml:trace>
  <inkml:trace contextRef="#ctx0" brushRef="#br1" timeOffset="128">16430 9367 8275,'-7'-13'0,"-1"2"-387,0 1 0,-3 5 0,5-3 430,-2 2 62,4-5-137,-2 9 0,6-3 0,0 10 14,0 5 1,2 3-1,2 1-32,6 0 1,-2 1 0,0-1 37,-2 1 0,4-1 0,-4 0 4,2 1 0,-3-3 1,3 0-1,0-4-1,0-2 0,-3 4 0,3-4-1,-2 2 1,6-5-1,-4 4 89,-1-1 96,0-4-78,-7 4 0,-7-6 1,-2 2-1,-5 1-13,-6 2 1,3 6 0,-7-2 0,-2 4-97,-1 2 0,3-1 0,2 0 0,-1 2-632,1 4 644,4 2 0,-2 19 0,5 4 0</inkml:trace>
  <inkml:trace contextRef="#ctx0" brushRef="#br1" timeOffset="129">17897 6734 21946,'0'-15'-7670,"0"1"7244,0 6 1,0 8 0,0 10 0,0 2 231,0 3 1,0 1 0,0 1 0,0 4 136,0 1 1,0-2 0,0 2-1,0 2 44,0 3 1,0-6 0,0 9 0,0 1 8,0 1 0,0 8 1,-2-2-1,-1 4 15,-2 1 1,-4 1 0,2 3 0,-1 2-276,-3 3 1,-2 0 0,-1 4 0,1-3 318,4-5 0,-4-2 1,3-1-1,-2 0-26,-3-4 0,6-7 0,-1 0 0,0-2-83,2 1 1,-3-2-1,5 2 1,-1-3 260,1-1 0,-24-19 0,-2-5 0</inkml:trace>
  <inkml:trace contextRef="#ctx0" brushRef="#br1" timeOffset="130">17768 6950 13303,'-15'-15'0,"2"1"-510,4-1 0,-4 6 0,5-1 1,-2 1 140,1 1 1,6-5 0,-2 3 83,3-3 1,2 4 0,0-1 249,0-1 1,0-2 0,0-1 36,0-1 0,0 1 1,0 0-6,0-1 0,0 6 0,0-1 0,2-1 124,3-2 1,-4 4 0,6-1 410,-1-1-404,-4-2 1,6 5 65,-4 3 1,-2 5 0,3 5 0,-5 5-105,-5 2 0,2 8 1,-5 0-1,0 3-43,0 2 1,0-2 0,-3 1 0,1 0 17,-1-2 1,4 0 0,1-4 0,1 1 17,0-1 0,-1-4 0,3-3 76,-2-1-171,0-7 0,7 2 0,1-10 1,3-3 33,2 0 0,-3-9 1,5 2-1,-1-1-175,-1 0 1,5 0 0,-3-1 0,1-3 164,-1 3 0,2-1 0,-2 1 0,3-3-5,1 3 0,1-4 0,-3 2 0,0 1 56,-3 2 0,1 2 1,4 1-1,0 4 158,1 4 0,-1 3 1,2 2-1,2 0-107,1 0 1,0 8 0,-3 5 0,2 6-180,1 4 1,8 1 0,0 6 0,5 2 57,0 1 1,14-6 0,9-1 0,3 1 0,1-1 0</inkml:trace>
  <inkml:trace contextRef="#ctx0" brushRef="#br1" timeOffset="131">13077 8964 10788,'0'-15'-1232,"0"6"1,0-1 747,0-1 587,0 5 1,-4-2-25,-1 3 0,-2 3-10,3-2 1,0 2 86,-5 2 0,-1 5 0,-3 1 3,4 2 0,-2-3 0,4 3 0,-1 0-86,-3 0 0,0 1 0,0 6 0,1-1 39,-1 1 0,3-1 0,-2 0 0,1 1-33,1-1 1,-5 2 0,5 2 0,-2 1-97,1-1 1,6-2-1,-2-2 1,3 0-34,2 1 0,0-1 1,0 0-1,0 1-136,0-1 0,7 1 0,2-3-19,4-2 1,6-2 0,0-5 0,-1 2-39,-2-2 1,3-1-1,2-2 260,1 0 1,34-19 0,13-5 0</inkml:trace>
  <inkml:trace contextRef="#ctx0" brushRef="#br1" timeOffset="132">13193 9180 8576,'-15'0'-613,"6"-5"1,-1 0 541,-1 2 0,-2 1 14,-1 2 1,4 2 136,0 3 0,6 3 1,-4 6-63,1 0 0,2 1 0,5-1-40,0 1 1,2-1-1,3 0 1,3-1-1,6-3 3,1-5 1,-1-4 0,0-1 0,1 0-32,-1 0 1,1-6 0,-1-2 0,0-2 12,1 1 0,-1-1 0,-1-4 25,-4-1 1,-1 6-1,-4-1 164,0-1 1,0-2-100,-9-1 1,-3 4 0,-7 2 0,1 2-42,0 3 1,-1 1 0,1 4 0,0 1-73,-1 1 1,2 3 0,2-2-173,2 4 0,5 4 0,0 1-384,2 1 616,2-1 0,32 1 0,8-1 0</inkml:trace>
  <inkml:trace contextRef="#ctx0" brushRef="#br1" timeOffset="133">13408 9180 8241,'-6'-8'-251,"4"1"0,-6 7-17,4 0 1,2 2 276,-3 3 1,4 3-1,-1 4-47,-3-2 1,4 3 28,-4-4 0,3 4 6,2 2 20,0-7 1,2-2-60,3-6 0,-2-2 1,6-1-1,3-3 3,0-2 0,3-2 1,-1-3-1,0 2 11,1 2 0,-1-1 0,1-4 20,-1-1 1,-1 6 0,-2 1 0,-1 1 60,1 4 0,-3 2 90,1 1-133,-5 0 0,2 1 1,-6 4-37,0 5 1,0 2 0,0 3-78,0-1 1,0-4 0,0-1-42,0 2 1,2 1-1,1-1 1,3-3 143,2-2 0,34-27 0,12-11 0</inkml:trace>
  <inkml:trace contextRef="#ctx0" brushRef="#br1" timeOffset="134">13955 8863 8560,'-2'-14'-292,"-2"-1"1,2 6 0,-4-1-1191,-1-1 1706,6 5 0,-7 6 0,4 9 0,0 4-91,0 1 1,-2 2 0,0 2-1,-1 3-28,1 1 1,-4 0-1,4 4 1,-2-2-53,-3 2 0,3-4 0,0 2 0,0 0-83,0-2 0,0 4 1,-3-5-1,3-1-23,1 1 1,-2 3-1,2-5 1,1-1-173,-1-2 1,1-2 0,3 1-1,-2-1-216,2 1 0,1-6 441,2 1 0,7-26 0,1-2 0</inkml:trace>
  <inkml:trace contextRef="#ctx0" brushRef="#br1" timeOffset="135">13754 9137 8528,'0'-15'-26,"0"1"0,0-1 0,0 1-158,0 0 0,1 4 0,4 2 12,5 2 0,2 1 0,3 5 0,-1 0 97,1 0 0,-1 0 0,0 0 0,1 0-27,-1 0 0,0 0 0,1 0 102,-1 0 0,1 6 0,-1 2 0</inkml:trace>
  <inkml:trace contextRef="#ctx0" brushRef="#br1" timeOffset="136">13941 9137 8528,'-15'0'-1084,"6"0"183,-1 0 996,7 0 48,-4 0 0,9 0-66,3 0 0,-2 0-37,7 0 0,-6 0-19,6 0 0,-5 0-37,4 0 1,-4 0-8,5 0 0,-7-2 14,2-3 1,1 2 21,-1-7 25,0 7 1,-5-5 10,0 3 1,-2 4 3,-3-4 0,-1 5 1,-5 3-33,1 2 0,7 1 0,-3-2 1,1 2-21,0 2 1,0-3 0,4 4-4,-4 3 0,3 0-18,-3 3 1,5-1-46,5 0 0,-2-6 0,5-1 1,0-2-138,0-1 1,2 1-1,3-3 1,-2 1-275,-1 2 476,-1 0 0,25-25 0,4-4 0</inkml:trace>
  <inkml:trace contextRef="#ctx0" brushRef="#br1" timeOffset="137">14085 9151 8528,'-15'-14'-371,"7"4"1,2 2-677,-1 2 1387,6 1-251,-6 5 1,12 1-1,2 3 1,-1 2-72,0 2 1,6 2 0,-3 4-43,4 0 1,-4 1-1,-1-1-50,-1 0 1,4 1 0,-3-1-81,0 1 0,0-6 0,-5 1 0,4-1-448,1-1 602,-5 5 0,16-11 0,-3 4 0</inkml:trace>
  <inkml:trace contextRef="#ctx0" brushRef="#br1" timeOffset="138">14243 9165 8130,'-15'0'-1663,"1"-5"1833,0 1 0,-1 1 0,1 6-138,-1 1 0,6 8 1,-1-3-1,1 4-9,1 1 1,-4-4-1,6 0 1,0 1-93,-1 2 0,-2 1 0,4 0 1,2 1-163,1-1 0,2 1 231,0-1 0,7 0 0,1 1 0</inkml:trace>
  <inkml:trace contextRef="#ctx0" brushRef="#br1" timeOffset="139">14444 9021 8497,'0'-14'-819,"0"0"830,0 6 1,0 3 0,0 10 86,0 4 0,-5 4 0,1 1 0,-1 2-57,-2 4 1,4-4 0,-5 4 0,0 0-97,0-1 1,3 5 0,-3-5 0,2 0 38,3 2 1,-4-5 0,3 3 0,0-3-42,3-2 0,1 1 1,0-1-103,0 1 0,1-1 16,4 0 0,-2-6 0,7-3 0,1-3-342,2-2 1,1-2 484,1-3 0,18-35 0,6-14 0</inkml:trace>
  <inkml:trace contextRef="#ctx0" brushRef="#br1" timeOffset="140">14300 9194 8497,'-14'-6'-947,"0"-4"1,7-1 950,7 1 1,13-1 0,9 6 0,2 2-78,0 2 1,0-1 0,5-1 72,0-2 0,44-19 0,-30 12 0,-1 0 0</inkml:trace>
  <inkml:trace contextRef="#ctx0" brushRef="#br1" timeOffset="141">13005 9741 8497,'0'-15'-561,"0"6"0,0-1 247,0-1 0,0 3 412,0-2 1,0 6 293,0-6-287,0 7 0,2-4 20,3 7 1,-4 7-1,4 2-36,-3 4 1,-2 2 0,0 1-55,0 3 1,0-3-1,0 3 1,-2-3-53,-3-2 1,4 2 0,-4 2 0,3 1-44,2-1 0,0-2 0,0-2-99,0 0 129,0 1 1,7-7 0,2-5-2,4-6 1,0-5 0,-2-7-1,-1-1 15,1-3 0,2 3 1,0-3-1,-2 3 10,-2 2 1,-4-2-1,5 0 1,-1 0-89,-1 3 1,4 2-143,-8-4 1,8 7-519,-3 4 754,-2 2 0,-1 28 0,-6 6 0</inkml:trace>
  <inkml:trace contextRef="#ctx0" brushRef="#br1" timeOffset="142">13236 9870 8497,'-5'-9'-1182,"0"-1"1145,0 7 143,5-3 1,2 6-1,3 0-99,4 0 0,4-5 0,1 0 0,1 2-31,-1 1 0,1-4 0,-1-2-10,0 0 1,-1 0-1,-2 5 1,-3-4-11,-1-1 1,2 3-10,-4-4 75,0 6 0,-11-4 0,-4 7 0,-3 0 38,-1 0 1,-1 5 0,1 1 0,0 2 0,-1 4 1,2 0-1,2 3 1,2-1-35,-3 1 0,4-6 0,0 1 0,2 1-34,3 2 1,0 1 0,0 0 0,-2 1-70,2-1 0,6 1 1,3-1-1,0 0-132,1 1 0,4-1 1,-1-1-1,4-2-273,5-1 1,-3-5 480,3 4 0,-3-6 0,-1 4 0</inkml:trace>
  <inkml:trace contextRef="#ctx0" brushRef="#br1" timeOffset="143">13552 9856 8356,'0'-14'0,"-1"4"-833,-4 0 1,2 7 733,-7-2 0,7 5 293,-2 5 0,3-2 0,2 7-147,0 1 0,0 2 0,0 1 0,0 1 9,0-1 1,-1-4-1,-2-1-43,-2 2 0,0 2 0,5 2-27,0-1 0,0-4 1,2-2-47,2-2 1,0-1 0,5-5-87,2 0 1,2 0-1,2-2 1,-1-1 8,0-2 0,1-4 0,-2 2 0,-2-1 137,-2-3 0,1-2 0,4 0 0,1 4 0,5-36 0,3-3 0</inkml:trace>
  <inkml:trace contextRef="#ctx0" brushRef="#br1" timeOffset="144">13739 9741 7554,'0'-15'-321,"0"1"0,0 0 1,0-1 587,0 1 0,0-1-103,0 1-128,0 0 1,-1 6 0,-3 5 58,0 6 1,-6 5 0,4 6-1,-1 2-54,1 3 0,-4-1 1,4 4-1,-1 1-24,1-1 0,-4-3 0,6 4 1,-1-1-27,-1 0 0,4-2 0,-3 2 1,2 0-52,-2 1 0,4-4 1,-4 3-1,3 1-134,2-1 1,0-4 0,0 1 0,0-2-141,0 3 0,0-4 334,0 3 0,7-22 0,1-7 0</inkml:trace>
  <inkml:trace contextRef="#ctx0" brushRef="#br1" timeOffset="145">13610 10014 8356,'-5'-14'-398,"0"-1"1,0 6 0,5-1 141,0-1 1,0 3 0,0-2 366,0-1 0,2 5 0,3-1-60,4 1 0,4 4 0,2-4 22,-1 0 1,-5 4 0,1-3 6,1 4 1,0-1-1,1-1 87,-3-2-68,1 0-50,4 5 0,-6 2-8,-3 3 1,-3-2 0,-2 7-37,0 1 0,0-3 1,0 1 19,0 2 0,0-3 0,0 2-14,0 1 1,0-3 0,0 2-13,0 1 0,4-3-8,1 2 0,5-6 0,-4 4-25,2-1 1,2-2 0,4-5-22,1 0 1,-1 0 0,0 0 0,1-2-3,-1-3 1,0 2-1,1-7 39,-1-1 1,-1-2-1,-2 1 16,-1 2 0,-7-3 22,2 4 0,-5 1 0,-5 0-44,-5 1 0,2-2 1,-1 4-1,-2 2 14,-2 1 0,3 0 0,1-1-4,-3-1 0,0-1 93,-3 5 14,1 0-20,6 0-29,2 0 0,7 0 1,4 0-1,5 0 1,2 0 1,-2 0 0,0 0-1,1 0-1,1 0 1,3 0 0,-1 0 0,1 0-34,-1 0 1,0 0-1,1 0 1,-1 0-29,1 0 1,-1 1 0,0 4-9,1 5 1,-7 2-1,-2 3 1,-1-1-63,0 1 1,0-4 0,-7 2 41,-3 3 1,-1 1 0,-5-2 0,1-3 20,-1-2 1,3-4 0,-2-6 120,-1 0 1,5-1-71,1-4 1,3-3 0,2-6 0,2-1-59,3 1 0,3-1 0,8-1 0,1-1-26,2-2 0,7-2 0,-2 3 0,5-1-460,4 2 517,-2 1 0,12-8 0,6-5 0,2-2 0,-1-1 0</inkml:trace>
  <inkml:trace contextRef="#ctx0" brushRef="#br1" timeOffset="146">12977 8777 8455,'0'-10'0,"0"1"-730,0-3 1,0 4 629,0-1 0,0 4 1,1-3-1,3 0 60,0 0 0,3 3 67,-2-4 0,1 4 1,5-3 20,-1 2 0,-6-1 17,6 2 0,-2 2 79,2-6-73,2 5 0,-10-4-27,3 4-68,-4 2 1,-2-4-1,-4 6 6,-5 0 0,-2 1 0,-3 2 0,1 4-5,-1 1 0,-4 0 1,-1 3-1,-3-1 15,-2 1 1,2-3 0,-1 1 0,0 1 7,2-2 0,-1 3 0,6-5 0,-2 1 27,1-1 0,2 4 1,2-4 52,-1 2-68,1-5 1,6 5 7,3-3-21,4-3 1,1 6 42,0-3 0,0-2 12,0 6 0,0-4-16,0 5 0,0-1 1,0 6-24,0-1 0,0 1 0,0-1 0,0 0-12,0 1 1,-5 4-1,0 2 1,0 1 10,-1 4 1,-1 2-1,-4 4 1,3 4-18,2 0 1,-5 1 0,1 5 0,-3-1-1,-1 4 1,4-3 0,1-4 0,-2 2-2,-2 1 0,-2 6 1,1-2-1,0-4-2,-1 1 0,1-2 0,-1 1 0,1-1-24,0 0 0,-1 5 0,-1-8 1,-1 1-2,-3 0 0,1-6 1,7 2-1,0-5 12,3-5 0,6-3 0,-2-7 0,2 0 15,-2 1 1,3-6-1,-3 1 22,4 1 8,1-5 0,6 1 22,4-7 1,3 0 0,1 0 0,0-2-59,1-3 1,-1 4-1,2-4 1,2 3-48,1 2 1,2 0 0,-2 0-1,3 0-57,1 0 1,4 0-1,-3 0 1,3 0-332,2 0 445,-1 0 0,52-6 0,-33 2 0,-1 0 0</inkml:trace>
  <inkml:trace contextRef="#ctx0" brushRef="#br2" timeOffset="147">15538 5669 15071,'0'-14'-1809,"0"-1"0,-2 7 0,-1 2 744,-2-1 1084,0 6 0,4-7-324,-4 3 358,3 3 1,-4-6-142,6 4 1,0 0 100,0-5 1,0 4-239,0-5 0,1 2 454,4-1 1,-3-4-29,3 3 1,1 2 112,-1-1-52,0 6 1,-4-4-217,4 7-7,-3 0 0,4 7 1,-6 2-1,0 4-15,0 1 1,0 1 0,0-1-1,0 1 9,0-1 1,-2 5 0,-1 2 0,-2 1-48,2 4 1,2 1 0,1 2 0,0 0-14,0-1 0,0 1 0,0 0 0,0 0-84,0 0 1,0-5 0,0 0 0,0 1 4,0 2 1,0-3 0,0-1 0,0-1 60,0 0 0,0-2 0,0 2 0,0-1 39,0-4 1,0-1-1,0-1 1,-2-1-1,-3 0 0,4 1 0,-4-1-155,3 1 0,1-1-253,-4 0 618,3 1-117,-4-7 0,25-40 0,5-16 0</inkml:trace>
  <inkml:trace contextRef="#ctx0" brushRef="#br2" timeOffset="148">15466 5583 15071,'0'-10'-4952,"0"0"4597,0 7 1,0-5 237,0 3 0,0 2-21,0-6 119,0 5 0,1-4 0,4 5 198,5-2 0,2 1 0,3 4 0,1 0-94,3 0 0,-3 0 1,5 0-1,0 0-87,3 0 1,-2 0 0,2 0 0,1 0 154,3 0 1,0 0-1,0-2 1,-1-1 26,2-2 0,-9 0 0,7 5 1,-3 0-13,-1 0 1,-4 0 0,3 0 0,1 0-9,-1 0 1,-4 0 0,1 0-1,-2 0-32,3 0 0,-4 2 0,4 1 0,0 2-188,-1-2 1,2-1 0,-4-2-1,2 0 52,-1 0 1,3 0 0,0 0 0,-1 0 3,1 0 0,3 0 0,-3 1 0,0 2-20,-1 2 0,6 0 0,-4-5 1,2 0-4,0 0 1,-1 0 0,2 0 0,-1 0 25,2 0 1,1 0 0,3 0-1,2 0 0,2 0 1,1 0 0,-3 0 0,3 0 15,2 0 0,-3-2 1,2-1-1,1-2 17,0 2 0,-4 2 0,4-1 0,-2-1-17,-3-2 0,3 0 0,-1 5 0,-2 0-1,-2 0 1,4-4 0,0-1 0,-2 2 13,-2 1 0,3 2 1,1 0-1,-2 0-28,-2 0 0,-1 0 0,2 0 0,0 0 0,3 0 0,0 0 0,-6 0 0,1 0 0,0 0 0,0 0 0,-1 0 0,1 0-6,0 0 1,1 0 0,2 0 0,2 0-5,-2 0 0,-2 0 0,-1 0 0,0 0-6,0 0 1,-1 0 0,1 0 0,0 0 3,0 0 1,1 0 0,2 0 0,0 0 0,-5 0 0,2 2 0,-5 1 0,5 2-1,4-2 0,-4-2 1,1-1-1,-4 0 16,0 0 1,1 0 0,2 0-1,-2 0 2,-3 0 0,3 0 1,-3 0-1,3 0-7,2 0 0,-2 2 1,-1 1-1,-2 2-10,1-2 1,2-1 0,0-2 0,-1 0 14,-2 0 0,-2 0 0,4 0 0,-2 0-1,2 0 1,-1 0-1,1 0 1,-2 0 6,1 0 0,-2 0 0,-1 0 1,0 0-4,1 0 1,-1 0 0,4 0-1,-2 0-5,1 0 1,-4 0-1,0 0 1,-2 0-2,0 0 0,5 0 1,-3 0-1,0 0 7,-1 0 0,4 0 0,-4 0 1,-1 0 7,2 0 0,-4 0 0,6 0 1,-3 0-17,-2 0 0,0 0 1,-1 0-1,2 0-2,-1 0 0,-2 0 1,-2 1-1,2 2-23,3 2 0,-3 0 0,4-5 1,-4 0 26,-2 0 0,2 0 1,2 0-1,1 0 1,-2 0 1,-1 0 0,-1 0 0,-1 0-2,0 0 1,1 0 0,-1 0 0,1 0-1,-1 0 0,2 0 0,2 0 1,1 0-1,-2 0 0,-1 0 0,-1 0 0,-1 0 0,0 0 0,1 0 0,1 0 0,1 0 3,3 0 1,-1 0 0,-5 0 0,2 0 24,3 0 1,-3 0 0,4 0 0,-4 0-29,-2 0 0,0 0 0,1 0 0,-1 0 0,0 0 1,1 0 0,-1 0-2,1 0 1,-1 0 0,0 0 0,1 0 0,-1 0 0,1 0 1,-1 0-2,0 0 1,1 0 0,-1 0-1,0 0 0,1 0 0,-1 0 0,1 0 0,-1 0 0,-4 0 0,-1 0 0,2 0 0,2 0 0,-3 0 0,-1 0 0,3 0 0,0 0 0,3 0 0,-1 0 1,-4 0-1,-1 0-6,2 0 1,2 0 0,0 2 0,-2 1-51,-1 2 1,-5-1 0,4-4 0,2 0 55,2 0 1,-3 0-1,-1 0 1,3 0-1,0 0 0,-2 0 1,0 0-1,1 0 0,2 0 0,-4 0 1,1 0-1,1 0 0,2 0 1,1 0 0,0 0-1,1 0 0,-6 0 0,1 0 0,1 0-35,2 0 0,-3 5 0,-1 0 0,2-2 15,2-1 1,2-2 0,-1 0 92,0 0 1,-4 0-1,0 0-74,1 0 1,1 0-1,3 0 1,-1 0-1,1 0 0,-1 0 0,0 0 0,-4 0 0,0 0 0,1 0 0,-3 0 1,1 0 45,3 0 1,-4 0-1,1 0-19,2 0 0,-3 0 0,2 0-26,1 0 0,-3 0 0,2 0 1,-1 0 1,6 0 1,-7 0 18,-2 0-21,-6 0 1,-2 0 0,-2 0 1,0 0-2,-5 0 0,6 1-64,-2 4 0,-2-2-14,3 7 1,-3-2 0,4 3-22,-2-1 0,-1-1 1,3 6-1,-2-1 1,2 1 1,-4-1 0,3 0-1,-1 1-4,-2-1 0,4 2 0,-5 2 0,0 1 17,0-2 1,0 4-1,-3 0 1,1 1-27,-1 4 1,3-4-1,-1 2 1,-1 2-8,2 1 1,-5 2 0,5 0 0,-1-2 18,-1-3 0,7 1 0,-4-4 1,1 2 36,-3 2 1,2-4 0,1-2 0,1-3 53,0-2 1,-4 6-1,4-1 1,0-2 14,-1-1 0,4-1 0,-4-1 1,1 1 23,0-1 0,-5-4 0,4-1-13,-2 2 0,3 2 0,-3 2 18,2-1 0,-4-4 0,4-2 99,-2-2 0,3 3 19,-5-4 0,1 0 49,-6-5 1,6 2 0,-1 1-51,-1 2 1,-2-1 0,-1-4-1,0 0-23,-1 0 0,1 0 0,-2 2 0,-3 1-10,-5 2 0,-4 0 1,0-4-1,-1 3-55,0 0 1,-4 3 0,-3-4 0,1 2 23,0-2 0,-5 3 0,3-1 0,-1-2-46,0-1 1,6-2-1,-4 2 1,3 1 5,-1 2 0,1-1 1,4-4-1,0 0-97,0 0 0,1 0 1,-1 0-1,0 0-24,0 0 0,2 0 0,0 0 1,0 0 20,-4 0 1,-1 0 0,4 2 0,-1 1-1,0 2 1,-4 0 0,-3-5 0,1 0 6,0 0 0,0 0 1,1 0-1,-2 0 17,-1 0 1,0 0 0,5 0 0,-3 0 2,-2 0 0,0 0 0,-3 0 0,4 0 16,0 0 1,-2 0 0,3 0 0,0 0 14,0 0 1,-1 0 0,4 0 0,-1 1 20,1 4 0,-3-3 0,0 3 1,-1-4-25,1-1 0,-3 0 1,3 0-1,-2 2 0,-3 3 1,3-4 0,0 4 0,1-3 19,-1-2 1,-1 0-1,-4 0 1,2 0-4,2 0 1,1 0 0,-5 0 0,2 0 7,0 0 0,-3 4 0,8 1 0,-2-2 1,-3-1 1,0 3 0,2 0 0,3-2-37,0-2 0,4-1 0,-4 2 0,0 1 2,-3 2 0,2 0 0,1-5 0,2 0-1,-1 0 1,-4 0 0,4 0 0,2 0-11,2 0 0,-1-5 0,-1 0 0,-1 2 21,1 1 1,0 2 0,0 0-1,-2-1-7,2-4 0,2 3 0,1-2 0,1 2-13,-1 2 0,0-5 1,0 0-1,0 1-20,1-3 0,4 6 0,0-4 0,-2 3 22,-1 2 0,-2 0 1,0 0-1,1 0 2,-1 0 1,5 0-1,0 0 1,-2 0 27,-1 0 1,3 0-1,2 0 1,-1 0-11,1 0 1,0 0-1,-2 0 1,5 0-8,3 0 1,-4 0 0,1 0 0,2 0 21,1 0 0,-4 0 1,1 0-1,2 0 13,1 0 1,0 0-1,-2 0 1,-1 0-6,1 0 0,1-1 0,-1-3 1,-3 0-50,-1 0 0,4 3 0,-2 1 1,0 0 13,1 0 0,-5 0 0,4 0 0,-3 0-3,-2 0 1,2 0 0,-1 0-1,0 0 18,2 0 0,-5 0 0,4 0 0,-1 0-3,0 0 0,2 0 0,-4 0 0,4 0 12,1 0 1,2 0 0,3 0-1,-2 0-9,-1 0 1,0 0 0,5 0 0,-1 0-22,1 0 1,-5-5 0,0 0 12,1 2 0,2 0 0,2 0-85,-1-2 1,1-5-1,1 4-21,3-2 1,-2 5-1,4-4-3,0 1 1,-5 4-1,5-4-118,0-1 1,0 6 78,3-4-98,-3-3 0,-1 6 217,-1-2-58,7 2 1,-5 2 316,3 0 47,3 0 5,-4 0-75,0 0 0,2 5-177,-5 0 1,4 1 230,-5-1-228,7-4 0,-5 6 0,5-6 320,-2 4-496,0-3 294,5 4-790,0-6 1079,0 0-706,0-6 1,-1 4 230,-4-3 0,3 2-562,-2-2 327,2 4 0,2-7-85,0 3 1,0 2-753,0-7 1198,6 1 0,27-18 1,13-5-1,5-4 0,0 1 1</inkml:trace>
  <inkml:trace contextRef="#ctx0" brushRef="#br2" timeOffset="149">15782 5928 18654,'8'0'-382,"-1"-2"-25,-7-2 1,1 0-174,4-5 0,-3 4 236,2-5 1,-2 6 39,-2-6 1,0 5 0,2-3-183,2 2 443,-2 1 0,4 3 42,-6-2-334,0 2 0,0-3 0,-1 8 0,-2 4 281,-2 1 1,-2-3-1,4 4 1,-2 2 71,2 2 1,-3 2 0,-1-1 0,1 0 43,0 1 0,-6 4 0,4 2 1,0-1 35,4 1 1,-3 3-1,2-3 1,1 0-61,-3 0 0,6 3 0,-4-5 0,3-2-194,2-1 1,2-1 0,1-1 0,3-1-284,2-4 0,2 3 0,4-8 694,1 0 0,-1-3 0,1-1 1,-1 0-157,0 0 0,1 0 0,-1 0 0,0-1 92,1-4 0,-1-2 0,-1-4 1,-2 2-148,-1-3 0,-2 0 0,3-3 0,-3 1-33,-2 0 0,4-1 1,-5 1-1,0-1 6,1 1 0,-4 0 0,2-1 0,-2 1-11,-2-1 0,0 1 0,-2-2 0,-1-2-112,-2-1 1,-4-1-1,2 2 1,1-1-151,0 1 0,-6 4 0,3 3 0,-4 3 115,-1 1 0,-1-2 1,1 4-1,-1 3 99,1 5 1,0 4-1,-1 4 1,3 0-66,2 5 0,-3-1 0,5 4 0,0-2-39,3 3 1,17 40-1,4 17 1</inkml:trace>
  <inkml:trace contextRef="#ctx0" brushRef="#br2" timeOffset="150">16271 6057 16080,'7'-8'-326,"-6"2"0,7 1 0,-5-1 1,2-2 1,2 3 405,-3-5 0,0 1-135,5-6 0,-4 3 14,5 2 0,-7-3-471,2 4 336,-4 2-145,-1 1 0,-1 6 1,-3 2-1,-2 1 374,-2 2 0,3 6 0,-3-2 1,0 3 2,0-3 0,3 4 1,-2-4-1,0 4-105,4 2 0,-3-1 1,-1 0-1,1 2 14,-1 4 1,3-4-1,2 3 1,-1-2-57,-2 3 1,0-4 0,5 3 0,0-3-5,0-2 0,2 0 0,3 1 19,4-1 1,4-6-1,1-3 1,1-3 374,-1-2 0,0 0 0,1 0 0,-1 0-182,1 0 0,-1-7 0,0-2 0,1-4-70,-1-2 1,1 1 0,-3 0-1,0-1 8,-3 1 1,-1 0 0,3-1 0,-3 1-22,-1-1 0,2-1 0,-4-1 0,-2-2-92,-1 1 0,-2 2 1,0 2-1,0-1 33,0 1 0,0-1 0,0 1 0,-2 1-49,-3 4 1,-2-2 0,-8 6 0,2 0-87,4-1 0,-4 4 0,3-1 1,-4 6 16,-5 7-1,3-2 1,-2 1 0,5 2 57,4 2 0,-1 21 0,-4 4 0</inkml:trace>
  <inkml:trace contextRef="#ctx0" brushRef="#br2" timeOffset="151">16991 5971 19258,'9'0'-822,"1"0"1,-5 0 0,3-1 1070,-2-4 0,-1 2-858,-5-7 0,5 5 473,-1-4 1,1 4 148,-5-5-478,0 7 1,-6-3 436,-4 6 1,2 0 0,-1 0 68,-3 0 0,0 6 1,-3 4-45,1 2 1,-1-2 0,3 0 0,1 1-85,1 1 1,0 3 0,-4-1 0,0 1 186,-1-1 1,6 0-1,-1 1 1,0-1-96,2 1 0,-3-1 1,6 0-1,2 1-192,2-1 0,1 1 0,0-1 195,0 0 1,0 1 0,1-3 0,4 0-86,5-3 0,2-6 0,3 2 0,-1-3 17,1-2 1,-1 0-1,2 0 1,2 0 76,1 0 1,1-2-1,-2-3 1,3-4 32,1-4 0,-3-1 0,4-1 1,-2 3-24,-4 2 1,4-8 0,-2 4-1,-1 0 15,-2 2 1,-7 0-1,-1 2 1,0-3 43,0-1 0,-5-1 0,2 1-62,-3 0 1,-4-1-1,-3 1-59,-4-1 0,-9 8 0,-1 2 0,0 3 25,-2 2 0,4 0 0,-6 0 0,1 0-35,-1 0 0,6 2 1,-2 1-1,3 3-15,1 2 1,1 2 0,1 4-167,4 1 1,2-1-1,7 0 36,0 1 0,26 6 0,6 1 1</inkml:trace>
  <inkml:trace contextRef="#ctx0" brushRef="#br2" timeOffset="152">17509 6014 16854,'12'-1'-887,"-2"-4"0,-2 2 1197,-3-7-666,-4 7 1,4-8-129,-10 6 1,-1-1-1,-5 2 472,1 0 0,5-1 29,-4 5 0,-1 1 137,-4 4 0,-1 3 0,3 6-214,2 1 1,2-6-1,5 1 1,-4 1-76,-1 2 0,5 1 1,-3 2-1,1 2-38,0 1 0,0 2 0,5-3 0,0 2 81,0 3 1,0-6 0,0 2 0,2-1 79,3 1 0,3-3 0,6 2-32,1-7 0,-1-5 1,0-6-1,2 0 89,4 0 0,-4 0 0,3-1 0,-3-4-106,-2-5 1,5-2-1,0-3 1,-3 1 26,-4-1 0,0-4 0,-2 0 0,1 2 19,-1 1 0,-4 0 0,-4-2 0,1-1 3,2 1 1,0 1 0,-5-1-1,0-1-28,0 1 0,-5-3 1,-2 2-1,1 2 77,0 1 0,-6 6 1,3 2-95,-4 2 1,-1 1-91,-1 5 0,3 6 1,2 4-101,5 3 0,4 1 76,1 0 0,12 26 0,4 7 0</inkml:trace>
  <inkml:trace contextRef="#ctx0" brushRef="#br2" timeOffset="153">18055 6043 16854,'15'-6'-756,"-6"4"1,1-4 561,1-1 1,-3 6 0,0-6 78,-2 1 1,4 3 127,-5-7 1,1 2-1,-3-3-524,2 1 414,0 7 1,-5-5 0,-2 5-60,-2-2 0,-4 0 0,-7 7 198,1 3 1,4-4-1,1 6 1,-3-1-80,0 4 0,-1-2 0,2 1 0,1 2-19,-1 2 1,0 2 0,0-1 0,3 0 7,1 1 1,-2-4 0,2 2 0,1 3-17,-1 0 0,1 0 0,3 0 1,-2 1 50,2 3 0,1-1 0,2-5 1,0 0-64,0 1 0,0-1 1,2-1-1,1-2 54,2-1 0,6-5 0,-1 3 0,2-2-80,3-3 1,1-1 0,1-2 0,2 0 105,-1 0 0,-2-2 0,0-3 0,2-3 38,1 0 0,0-4 0,-5 2 0,1-3-1,-1-1 0,1-1 1,-1 1-1,-1 0 8,-4-1 0,2 1 0,-4-2 0,-1-2-43,1-1 1,-3 0 0,-4 5 0,0-1-30,0 1 1,0-1 0,-1 1-1,-4 1 24,-5 4 0,-2-3 0,-3 6 1,-1 0-56,-3-1 1,3 2 0,-3 5 0,3 2-9,2 3 0,-6-2 1,1 7-79,2 1 0,5 2 0,4 1-245,2 0 275,1 1 0,44 18 0,9 6 1</inkml:trace>
  <inkml:trace contextRef="#ctx0" brushRef="#br2" timeOffset="154">18473 6115 15273,'9'-8'-1478,"1"3"0,-6 2 1586,6-2 0,0 4 28,4-4 0,-4-2 1,-1 3-87,2 0 1,-3-2 0,2 0-32,1-2 1,-3 4-1,0-2 6,-1 0 1,2 2-1,-2-4-2,1 2 0,-5 0-169,2 1 186,3 3 1,-8-4-84,0 6 1,-2 0 0,-8 1 0,-1 3 42,-2 0 0,4 8 0,-1-4 1,-1 1-25,-2 1 1,4-1-1,-1 6 1,-1-2 4,-2-4 0,3 4 1,2-3-1,0 2-50,0 3 1,5-1 0,-2 1 0,4-1-97,1 0 1,0 1 0,0-1 58,0 0 0,1 1 0,4-2-46,5-4 0,3 2 0,1-6 0,0-2 191,1-1 1,-1-2-1,2 0 1,2-2-69,1-2 0,5 0 0,-5-5 1,0-2 16,2-2 0,-5-2 0,3 1 0,-3 0 3,-1-1 1,-3 1-1,0 0 1,-4-1 10,-2 1 1,4-1 0,-6 1 0,0 0 0,-3-1 1,-1-4-1,0 0 1,-1 1-40,-4 2 1,-2 2 0,-4-1 0,2 3 47,-3 2 1,0-1 0,-3 6 0,1 2-75,-1 1 1,1 2 0,0 0 0,-1 2-8,1 3 1,0 3-1,1 6-76,3 0 0,-1 1 0,6-1 0,2 1-198,1-1 284,2 0 0,39 20 0,9 4 0</inkml:trace>
  <inkml:trace contextRef="#ctx0" brushRef="#br2" timeOffset="155">19134 6057 13663,'8'-14'-1101,"-3"0"1,1 4 1099,-1 0 0,0 6-111,-5-6 0,0 5-116,0-4 1,-2 6 131,-2-2 1,0 3 0,-5 2 232,-2 0 1,3 2 0,-2 1 0,1 3-44,1 2 1,-5 0 0,5 3 0,-2-1-114,1 1 0,4 2 1,-5 1-1,1 1 54,1-1 0,-4 1 1,8-1-1,-1 0-57,-2 1 0,6-1 1,-4 1-1,3-1-46,2 0 1,0 1 0,0-1 17,0 0 1,7-1 0,2-2 85,4-1 0,2-7 1,-1 2-1,2-3-68,3-2 1,-3-2 0,5-1 0,-2-4 36,0-1 1,0-1 0,-3-4 0,2 2 1,1 1 0,0 1 0,-4-6 1,-1 1-2,1 0 1,-3-1-1,0 1 1,-4-1 7,-2 1 1,0 0 0,-2-1-16,0 1 1,0-1 0,-8 1-1,-2 1 26,-2 4 0,-2-4 0,-4 5 0,0-2-51,-1 1 1,1 6 0,-1-2-1,1 3-44,0 2 1,-1 0-1,1 2 1,-1 1 4,1 2 1,4 6 0,1-3 0,-1 1-224,2 1 148,2 0 0,19 30 0,3 6 1</inkml:trace>
  <inkml:trace contextRef="#ctx0" brushRef="#br2" timeOffset="156">19681 6057 15270,'14'0'-760,"1"0"0,-7-1 0,-2-2 693,1-2 1,-6-6-300,4 1 1,-3 2 128,-2-2 1,0 6-11,0-6 0,-2 7 178,-3-2 0,2 3 0,-7 2 202,-1 0 1,3 5 0,-1 2 0,-3 1-121,0 3 0,2-3 1,0 1-1,1 3-56,1 0 1,-5 3-1,5-1 1,-2 1-14,1-1 1,4 0 0,-3 1 0,2-1 65,2 1 0,1 4 0,0 0 0,-2-2-3,2-1 1,2-1 0,2-2 0,2-2 22,2-2 1,6-5 0,-1 0 0,3 0 50,1 0 0,0-2 0,2 3 0,2-5-121,1-5 0,2 2 1,-3-7-1,1 1 43,-2 1 0,1-5 0,0 3 1,1-3-18,-2-1 0,-1 0 1,-3-1-1,-2 1-8,-1 0 0,-2-2 0,1-2 0,-4-1-27,-3 1 1,-2 2 0,0 2 0,0-1-25,0 1 0,-5 0 0,-1-1 1,-2 2 71,-4 4 1,0-2 0,-3 6-1,1 2-8,-1 1 0,-1 2 0,-1 0 0,-2 2-50,1 3 0,2 2 1,2 8-75,-1-1 1,6 1-1,1-1 1,1 0-152,4 1 161,2-1 0,20 26 0,5 7 1</inkml:trace>
  <inkml:trace contextRef="#ctx0" brushRef="#br2" timeOffset="157">20012 6158 15432,'5'-9'-1162,"-1"-1"1,3 2 0,-4-3 876,2 1 1,6 5 0,-1-3 409,2 2 1,-2 1-1,0 4 131,1-4 1,2 2-129,1-7 0,-4 7 0,-2-4 127,-2 1-182,-1 4 1,-7-4-113,-3 6 0,-3 0 1,-6 2 173,0 2 1,-1 3 0,1 4 0,-1-1-17,1 1 0,0 2 0,1 1-156,3 0 0,-1 1 0,5-1-91,-2 1 1,5-1 0,-2 0-1,3 1-100,2-1 0,0 0 0,0 1 8,0-1 0,7-4 0,2-2 169,4-2 0,1-1 1,2-5-1,2 0 108,1 0 1,2 0 0,-4 0 0,3-2-72,-3-2 1,1-3 0,-1-4 0,3 1-7,-3-1 0,-1-2 0,-3-1 1,-2 0-26,-1-1 1,-6 1-1,4 0 1,-1-1 6,-4 1 0,-1-1 0,-2 1 0,0 0-42,0-1 1,-7 1-1,-2-1 91,-4 1 0,-2 1 1,1 4-1,0 4-65,-1 3 1,1 2-1,0 0-7,-1 0 0,1 7 0,-1 2-159,1 4 0,6 1 70,3 1 1,10 31-1,3 9 1</inkml:trace>
  <inkml:trace contextRef="#ctx0" brushRef="#br2" timeOffset="158">20602 6086 12072,'0'-14'-1756,"0"4"0,1 2 1204,4 2 649,-3 1 1,6 5 466,-3 0-352,-4 0 0,4 2-159,-10 2 1,2 0 0,-7 5 27,-1 2 1,0 2 0,0 0 0,1-2-30,-1-1 1,3-1-1,-2 6 58,-1-1 0,5 1 0,-1-1-74,1 0 1,4 1 0,-2-1-125,2 0 1,4 1-8,2-1 1,6-1-1,8-3 1,1-6 70,-2-2 0,6-2 0,-1-2 0,2-1 35,0-2 0,-2-6 1,4 2-1,-2-4-63,2-2 0,-6 1 0,0 0 0,-4-1 24,-2 1 1,-1 0 0,-2-1 0,-3 1-43,-2-1 0,-1 1 1,-6 0-1,-3-1 35,0 1 0,-8-1 0,3 1 0,-6 1 39,-4 4 0,3-3 0,-3 6 1,1 0 12,-1-1 1,3 2-1,-3 7 1,3 3-82,2 4 1,-1-1 0,3 2 0,0 1-60,3 2 0,25 33 0,1 9 1</inkml:trace>
  <inkml:trace contextRef="#ctx0" brushRef="#br2" timeOffset="159">21134 6072 11591,'0'-15'-1488,"0"1"1,0 4 1383,0 1 1,0-1 57,0-4 1,0 4-27,0 1 0,-2 6 208,-2-2 0,-4 10 0,-7 4-31,1 4 0,4 1 0,1 1 0,-2-1-7,-2 0 0,3 1 0,1-1 0,-1 1-84,2-1 1,-3 2-1,4 2 1,1 1 64,0-2 0,-4-1 0,5 0-53,2 3 0,1-7 0,2 2 0,0-1-26,0 0 0,0-4 0,2-1 0,3-1 70,4-4 0,4-2 0,2-1 0,1 0-51,3 0 0,-3 0 0,5 0 0,-2-1-1,0-4 0,2 2 0,-4-7 1,2-1-54,-1-2 1,3-1 0,-2-1 0,-1 1 27,-2 0 1,-2-1-1,0 1 1,-1 0-31,-3-1 0,1-4 0,-6 0 1,-2 0-18,-2-2 0,-2 5 0,-4-3 0,-4 3 37,-4 1 0,-8 2 0,-3 2 1,-3 3-85,-2 2 1,-6 3-1,-2 9 105,0 8 1,-23 15 0,-11 8-1,22-9 1,-1 1 0,1-1-1</inkml:trace>
  <inkml:trace contextRef="#ctx0" brushRef="#br2" timeOffset="160">21523 5885 16871,'0'-15'-1144,"4"1"0,3 0 592,1-1 0,-4 6 1,6 1-1,1 0 630,2 0 1,6 0 0,2-4-1,1 3 63,4-2 1,6-7 0,3-1 0,3 1 31,7 2 0,0-3 0,8-2 0,1 1-59,-41 15-88</inkml:trace>
  <inkml:trace contextRef="#ctx0" brushRef="#br2" timeOffset="161">21609 5669 11718,'0'-14'-1016,"0"-1"-1422,0 1 2209,0 6 1,0 8-1,0 9 1,-2 4 282,-3 2 1,-1 4 0,-5 0-1,1-1 7,-1-2 1,-2 3 0,-1 0 0,0 0-16,-1 2 1,4-5-1,-2 5 1,-3-2-4,0 0 0,5 0 1,1-4-1,-1-1-12,-2 0 1,4-4-1,1 0 145,1 1 0,3-3-46,4 1 1,1-6-60,4 2 0,3-3 0,6-2 0,1-2-18,-1-3 1,2 4 0,2-4 0,3 2-36,1-2 0,-3 2 0,5-5 0,2 0 0,1 0 0,0 3 0,-1-3 0,-2 0-50,1 0 1,1 5 0,-1-2 0,-2 4 50,-3 1 1,6-7 0,-4-1 0</inkml:trace>
  <inkml:trace contextRef="#ctx0" brushRef="#br2" timeOffset="162">23134 5338 18096,'5'-10'-2253,"-1"1"0,3 6 2515,-2-2 1,-4 5-1,4 5 1,-5 3-590,-5 0 1,4 4 0,-6-4 0,1 2 341,-4 0 0,2-6 0,-1 4 0,-3-1 239,0-4 0,-3 5-191,1 2 1,-52-10-1,-12-2 1</inkml:trace>
  <inkml:trace contextRef="#ctx0" brushRef="#br2" timeOffset="163">23163 5338 13628,'14'-29'0</inkml:trace>
  <inkml:trace contextRef="#ctx0" brushRef="#br2" timeOffset="164">23163 5338 17652,'-15'8'-300,"6"3"1,-1-4-1,-1-1-249,-2 0 1,3 1 0,1-4 0,-1 3 204,2 2 253,2-4 0,0 8 1,-2-4-1</inkml:trace>
  <inkml:trace contextRef="#ctx0" brushRef="#br2" timeOffset="165">23033 5439 9156,'-8'0'-1235,"0"0"1,5-2 1092,-2-3 85,0 4 0,4-6-39,-4 7 110,3 0-44,-4 0 6,6 0 1,2 0-9,2 0 17,-2 0 183,11 0 89,-12 0 49,6 0-148,-7 0 94,0 0-138,0-6-108,0 4 0,0-6-60,0 4 1,-2 2 17,-3-3 0,-3 4 28,-6 1 0,0 0 1,-1 0-1,1 0 5,-1 0 0,-1 4 0,-1 3 0,-2-1 5,1 1 0,2 2 0,2-2 0,-1 1-2,1 3 1,0-3 0,-1 1-4,1 3 0,4 0 1,2 3 8,2-1 1,1-4 0,5-1-12,0 2 1,2-3-1,2 0 1,4 0-8,0 0 0,5-4 1,-5 2-1,2-1-35,-1 0 0,-4 1 0,5-3 7,1 2 1,2 5 17,1-6 1,-6 3 0,-2-4 13,1 2 22,-6 0 0,4-1 1,-10 1 9,-4-2 0,-5 4 0,-4-2 0,-3-1-2,-1 3 1,3-4 0,-5 5 0,0 0-7,1 0 0,-2-3 1,5 3-1,3-2-27,1-3 1,2 5-180,-1 2 0,9-4 197,6-1 1,45-10-1,17-3 1</inkml:trace>
  <inkml:trace contextRef="#ctx0" brushRef="#br2" timeOffset="166">23019 5640 9156,'-15'-13'-1277,"1"4"1,0-2 1287,-1 6 0,7 6 0,3 9 25,4 3 1,1-4 0,0 1-37,0 1 0,0-3 0,0 2 5,0 1 0,1-5 1,4 1 14,5-1 1,-2-4-1,1 3-11,3-4 0,0-1 0,3 0-9,-1 0 0,-4-5 0,-2-1 1,0 0 3,0-1 0,-5-4 0,2 1-11,-4-2 1,4 2-1,0 0 11,-2-1 0,-3 3 0,-5-1 8,-4-3 0,1 6 1,-2 1-19,-1 4 1,-2 1-112,-1 0 0,6 1 0,3 4 117,3 5-8,2-4 0,45 7 0,11-5 0</inkml:trace>
  <inkml:trace contextRef="#ctx0" brushRef="#br2" timeOffset="167">23263 5568 9156,'-14'-6'-891,"1"3"-802,4-7 1681,2 7 0,9-4 0,3 7 34,4 0 1,4 0 0,1 0-26,1 0 1,-1-4 0,0-1 0,1 0-49,-1-1 0,1 4 1,-1-4 7,0-1 0,1 1 1,-2-5-1,-2 3 31,-2 1 0,-5-4 21,0 2 0,-2-4 30,-2-2 1,-2 7 0,-2 4 31,-6 2 0,-3 2 0,-1 0-17,-1 0 0,1 5 0,1 1 1,2 2-21,1 3 1,2 2 0,-3 2 0,2-1-23,-2 0 1,3 2 0,0 2 0,1 3-22,4 1 1,-3-3 0,-1 5-1,1 2-13,-1 1 1,-2-3 0,2 0 0,1 1 9,0 3 1,-4-1-1,4-2 1,-2-2-15,-4-2 0,1 3 0,0-5 0,1-2-34,-1-1 0,3-1 61,-1-1 0,-1-19 0,-4-4 0</inkml:trace>
  <inkml:trace contextRef="#ctx0" brushRef="#br2" timeOffset="168">23163 5784 8776,'0'-14'-632,"0"-1"0,0 6 0,0-1 529,0-1 1,1 5-1,4 1 117,5 3 0,2 2 0,3 0-31,-1 0 0,1 0 0,-1 0-12,0 0 1,7 0-1,1 0-47,1 0 1,-2 0 82,-7 0 0,13-13 0,4-3 1</inkml:trace>
  <inkml:trace contextRef="#ctx0" brushRef="#br2" timeOffset="169">23637 5482 9156,'0'-14'-1253,"0"4"807,0 0 0,-1 2 365,-4-1 1,3 9-1,-4 9 78,0 4 0,4 2 0,-4 1 0,1 1 54,0 2 0,-6 0 1,3-4-1,-2 1-22,1 3 1,4-3-1,-3 5 1,0-2-29,0 0 0,5 0 1,-4-4-1,2-1-14,1 1 0,-1-1 0,5 0 0,-2 1-50,-2-1 0,2-4 1,-3-1-26,4 2 0,2-4 11,4-2 0,3-4 1,6-1-36,1 0 0,-6-5 1,1-1 115,1-2 1,8-14 0,4-9 0</inkml:trace>
  <inkml:trace contextRef="#ctx0" brushRef="#br2" timeOffset="170">23479 5640 9156,'-6'-14'-949,"4"4"1,-3 1 625,4-3 1,2 6 0,4 1 362,5 4 0,3-4 0,1 0 1,0 2-17,1 1 0,1 2 0,1 0 0,2 0-23,-1 0 1,3 0-1,-2 0 1,-1 0-26,-2 0 1,3 0 0,0 0 22,-2 0 1,6 13-1,-1 3 1</inkml:trace>
  <inkml:trace contextRef="#ctx0" brushRef="#br2" timeOffset="171">23824 5640 8378,'-8'-14'-1850,"2"4"1785,6 1 0,0 7 66,0 2 0,0 6 0,0 9 5,0-1 0,-5-4 1,0-1-1,2 3 13,2 0 1,1-2 0,-2 0-8,-3 1 1,4-3 110,-4 1-93,3-5-28,2 2 0,7-17-1,2-4 0,-1 3 0,0 2 0,0-1-16,0-2 1,2-1 0,4-1 1,1 1 0,-6 6 0,-1 1 0,0 3 12,0-1 1,-3-2 13,5 3 0,-6 2 1,4-1 2,-1 6 1,-2 0 0,-5 7-10,0 1 1,-5 2 0,0 1 0,0-1 10,-1-3 0,4 2 1,-4-4-1,1 2 10,0 0 1,0-6 0,4 4 49,-4-1 0,3-1 27,-2-1-117,2-3 0,2 2 0,2-7 0,1-3 3,2-2 1,4 3-1,-2-5 1,1-1-18,3-2 0,2 4 0,-1-1 0,-1 1 19,-1 1 1,0-4 0,4 6-31,0-2 0,-4 5 6,0-2 44,-1 3 1,-1 4-1,-3 3-23,-3 4 0,-2-1 0,0 2 8,0 1 1,0 2-1,0 1-41,0 1 1,0-1 0,0 1-51,0-1 0,0 0 0,0 1-253,0-1 340,0-6 1,25-8 0,7-8 0</inkml:trace>
  <inkml:trace contextRef="#ctx0" brushRef="#br2" timeOffset="172">24198 5669 7737,'0'-8'-485,"13"27"1,3 13 0</inkml:trace>
  <inkml:trace contextRef="#ctx0" brushRef="#br2" timeOffset="173">24285 5741 9156,'0'-14'-812,"0"-1"0,-2 1 657,-3-1 1,4 6 47,-4-1 1,3 1 38,2-6 1,-4 6 63,-1-1 0,-6 7 13,1-2 0,2 3 1,0 4-1,0 1-15,0 2 0,0 6 1,-3-3-1,3 2 2,1-1 0,-2 1 1,3 3-1,-1-2 17,1-1 1,-1-6 0,4 6-1,-2 1 0,1 2 2,4 1 1,0-4-14,0-1 0,1-5 2,4 0 1,-2-2-1,5-4-9,-1-2 1,4 2 0,-3-4 0,1 1-30,1 0 1,-5-5 0,3 4-1,0 0 12,0-1 1,-5 1 0,3 3-10,1-2 0,-4 0-12,6 5 68,1 0-68,4 0 0,-1 2 0,-2 3-36,-1 4 1,-7-1 0,4 2 61,-1 1 1,8 14 0,9 6 0</inkml:trace>
  <inkml:trace contextRef="#ctx0" brushRef="#br2" timeOffset="174">24472 5640 9156,'1'-14'-1391,"4"-1"0,-2 7 1355,7 4 114,-7 2 0,8 4 0,-6 2-60,-2 6 1,1 3-1,-1 1-28,2 1 1,-1-1 0,-4 0-5,0 1 1,0-1 0,0 1 0,0-1-7,0 0 0,0-4 1,0-1-66,0 3 0,0 0 0,0 3-129,0-1 222,0-6 0,7-14 0,1-10 0</inkml:trace>
  <inkml:trace contextRef="#ctx0" brushRef="#br2" timeOffset="175">24573 5683 9156,'-15'-8'-725,"6"2"1,-1 6 345,-1 0 1,3 0-1,-2 2 388,-1 2 1,0 0 0,0 5 0,3 2-17,1 2 1,-4 2 0,1-1 0,-2 0-5,-3 1 0,6-1 0,-1 0 1,-1 1-100,-2-1 104,-1 7 1,6 8 0,1 8 0</inkml:trace>
  <inkml:trace contextRef="#ctx0" brushRef="#br2" timeOffset="176">25062 5424 9156,'8'-6'-590,"-4"-4"0,3-2 1,-1-3 631,2 1 1,-5-1-130,2 1 84,-3 6 1,-2 3 0,0 10 0,0 5 0,0 2 0,0 0 0,-2 0 0,-1 4-16,-2 0 0,-1 5 0,3-2 1,-4 1-6,-1 0 0,3 1 0,-4 5 1,-1-2-31,2 1 0,-3-2 1,5 1-1,-2 1-24,-3 2 0,3 2 0,-2 0 0,0 0-272,2-1 347,-4 1 1,16 6-1,-2 2 1</inkml:trace>
  <inkml:trace contextRef="#ctx0" brushRef="#br2" timeOffset="177">25249 5712 9156,'0'-14'-891,"0"-1"0,0 1 302,0 0 1,0-1 666,0 1 0,0 4 14,0 1 0,-2 5-2,-3 0 1,-3 2-57,-6 2 1,0 2 0,-1 2-1,1 4-15,-1 0 0,6 5 1,-1-3-1,-1 3-28,-2 1 1,-1 0 0,-1 1-1,3-1 11,2 1 1,-3-1 3,4 0 1,2 1 11,3-1-12,2-6 1,8-2 3,4-6 0,3-1 0,-1-4 0,0-3-34,-3 0 0,1-3 0,3 4 1,-2 1-14,-2 0 0,1-5 0,4 1 19,1-3 1,-6 5 0,-1 2-1,0 1-7,0 0 0,-3 0 23,5 5 20,-7 0 0,3 7 1,-6 2-19,0 4 1,0 2-1,-1-1 1,-2 0-34,-2 1 0,-2-1 1,4 0-1,-2 1-19,2-1 1,-3 1-1,1-1 47,2 0 1,-12 1 0,-1-1 0</inkml:trace>
  <inkml:trace contextRef="#ctx0" brushRef="#br2" timeOffset="178">25263 5727 8688,'8'-15'-700,"-3"1"1,1-1 0,-1 1 728,-2 0 0,0 6 0,1 1-99,0 1 89,1 4 0,-3-3 1,1 10 46,2 5 1,0-2 0,-5 1 0,0 3 1,-2-1 0,-1 0-36,-2-1 0,0-1 0,5 6-65,0-1 0,-5-5-16,1 1 1,-1 0 23,5 4 1,1-6-15,4-3 0,3-4 1,7-1-5,-1 0 1,-4 0 0,-1 0-1,2-1 14,2-4 1,2 2-1,-1-5 20,0 1 0,-4 3 0,-2 2 0,0-1 24,0-2 40,-5 0 0,4 7 0,-7 3-24,0 4 1,-2 4 0,-3 1-1,-3 2 1,0 4 0,-5-3 1,2 7-1,-5 0-10,-3-1 0,-2 5 1,4-2-1,-4 3-15,-2-2 0,4-2 1,-3 4-1,0 0-14,-1 0 1,4-7 0,-3-3 0,1-4-3,3-6 1,1 3-1,-1-8 5,-1-1 1,1-3 0,9-4 0,2-6-12,1-3 0,4-1 0,-2 0 1,2-1 14,2 1 1,2-1 0,2 1 0,4 0-12,0-1 1,5-4 0,-3 0-1,2 1-58,3 2 1,-1 3 0,1 2 0,-1 2-155,0-2 228,1 4 1,38-18 0,9 1 0</inkml:trace>
  <inkml:trace contextRef="#ctx0" brushRef="#br2" timeOffset="179">25608 5827 8934,'-8'-6'-722,"4"-4"1,0 4 359,0 1 1,4 3 299,0 2 1,1 0 61,9 0 1,-1 0-11,6 0 0,-6 0 0,-1-1-21,-1-4 1,-1 3 11,-1-2 0,-3 0-4,2 0 1,-4 2 0,-4-3 37,-6 4 1,2 1-1,-2 0 8,-1 0 1,-2 0 0,1 1-1,0 2 40,3 2 1,4 5 0,-3-4-22,2 2 1,1 2-38,5 4 1,0 1-35,0-1 1,6 0-1,4-1-40,3-3 1,1 3-1,0-5-355,1 0 429,-1-2 0,26-19 1,6-3-1</inkml:trace>
  <inkml:trace contextRef="#ctx0" brushRef="#br2" timeOffset="180">25767 5798 9156,'0'-9'-1361,"0"-1"1004,0-1 0,1 3 1,2-2 436,2-1 0,2 5-19,-3 1 0,4-1 85,7 1 1,-1 7-105,1 7 1,-6 4 0,-1 1-54,-1 1 0,2-1 0,-4 0 0,-2 1-30,-1-1 0,-2 1 18,0-1 0,0 0 41,0 1 1,-2-7-3,-3-3 1,4-5-1,-4-5 1,5-5-50,5-3 0,-2 2 0,5-2 0,0-3-88,0 0 0,2 0 0,4 2 0,2 0 124,3-1 0,12-17 1,5-8-1,7-3 1,-1 0-1</inkml:trace>
  <inkml:trace contextRef="#ctx0" brushRef="#br2" timeOffset="181">21997 6460 13612,'0'-9'-2008,"0"-1"1,5 5 2098,0-4 0,0 4-84,-5-5 0,1 7 0,2-3 82,2-1 0,0 4-147,-5-6 1,2 5 98,2 0 0,-2 0-12,3 0 1,-2 2-2,2-3 404,-4 4-258,6 1 0,-7 6-209,0 4 0,0-2 0,0 1 0,-2 2 21,-3 2 0,2 0 0,-5 0 0,0 0 46,0 3 0,0 1 0,-3-3 0,1 2-35,-1 4 1,0-3 0,0 6 0,1-3-41,-1-2 0,5-2 1,-1-2-350,1 1 304,4-1 0,-2-6 0,8-3 58,6-3 1,1-4 0,0-3-1,-1-3 184,1 0 0,2-5 0,1 4-85,1-4 1,-1-1 0,0-1-26,1 1 0,-2 4 1,-2 1 138,-2-3-114,-5 6-13,2 0 1,-6 7 0,0 4-120,0 5 0,0-2 0,0 1-120,0 2 0,0-3 1,0 2-32,0 1 1,2-3 44,2 2 1,0-7-1,5 2 176,2-4 1,2-2-1,2-2 49,-1-2 1,-1-2-1,-2 4 1,-2-3-43,3-2 0,-4 0 0,0-3 0,0 3 75,0 1 0,-4-4 96,6 1 0,-7 2-103,2-1 0,-3 4-197,-2-5-190,0 7 281,0-3 0,19-13 0,5-5 0</inkml:trace>
  <inkml:trace contextRef="#ctx0" brushRef="#br2" timeOffset="182">22530 6331 11998,'-10'0'-657,"0"0"1,1 6 0,-6 5 525,1 7 1,4-2-1,1 5 1,-1 0 25,2 3 0,-5-2 1,6 2-1,-3 1 54,0 3 1,1 0-1,-6 0 1,3-3 6,2-1 0,-1-6 1,6 1-46,2-3 1,3-3 92,5-4 0,-2-9 0,6-8 0,3-1-4,0-1 1,3 1-1,-1-6-48,1 1 0,-1-1 0,0 1 0,1 1 58,-1 4 0,0-3 1,1 8-1,-2-1 63,-4-2 1,4 6-1,-5-6 0,0 1 1,0 4 4,-3-2 1,-4 4-1,4 4-125,-3 6 0,-2-2 0,0 2 7,0 1 0,0 2 0,0 1-109,0 0 0,0-4 0,1 0-143,4 1 0,-3-3 295,3 1 1,15-18 0,4-1 0</inkml:trace>
  <inkml:trace contextRef="#ctx0" brushRef="#br2" timeOffset="183">22717 6604 11998,'-13'-1'-485,"2"-3"-641,1 0 0,7-3 349,-2 2 666,3 4 1,9-6 208,2 7 1,4 0 0,2 0-64,-1 0 1,-4 0-1,-1 0 1,1-1 13,-2-4 1,0 3 0,-5-4-219,2 0 195,6 4 1,-11-4-30,0 6 1,-2 0 0,-7 0 0,-2 0 158,-2 0 0,3 1 1,1 4 49,-3 5 1,0 2-248,-3 3 1,7-1-1,3 1-45,4-1 1,1 0 0,0 1-37,0-1 0,1-4 0,4-2 0,5 0 7,3 0 1,-4-3 0,1 2 0,1 0 35,2-4 1,1-1 124,1-2 1,18-26 0,5-6 0</inkml:trace>
  <inkml:trace contextRef="#ctx0" brushRef="#br2" timeOffset="184">22961 6547 10759,'0'-15'-2380,"0"9"2165,0 6 1,0 6 142,0 9 1,0-1 0,0 0 28,0 1 0,0-1 0,0 1-11,0-1 0,0 0-35,0 1 57,0-7-54,0-2 1,0-7 0,2-3 0,1-2 135,2-2 0,1-2 1,-1-2-1,3 0 37,0 3 0,5-1 0,-5-4-31,0-1 0,5 7 0,-5 2 1,1 1-57,1 0 0,-1 1 0,4 2 362,-3-3-284,2 4 0,3 1 1,7 8-1</inkml:trace>
  <inkml:trace contextRef="#ctx0" brushRef="#br2" timeOffset="185">23191 6590 11998,'-9'0'-1051,"-1"0"1,1-2 1203,1-3 1,0 4-419,3-4 0,3 5 145,-3 5 1,5-4 49,5 4 1,-2-3 0,7-2 99,1 0 1,-3 0-1,2 0-14,1 0 1,-3 0 0,2 0-50,1 0 0,-3 0 0,0-2-8,-2-3 0,1 4 0,-4-6-109,2 1 166,-1 4-62,-4-4 0,-6 6 167,-4 0 0,2 0 0,0 2-64,2 2 1,0 0-1,2 5-88,0 2 0,-1-3 1,6 2-112,4 1 0,-2-3 0,7 2-11,1 1 1,-3-5 0,2 1 0,1-2 195,2-1 0,52-5 0,14-7 1</inkml:trace>
  <inkml:trace contextRef="#ctx0" brushRef="#br2" timeOffset="186">23781 6575 11607,'-9'-4'-1392,"-1"-1"882,7 0 1,-2 5 567,10 0 1,-2 0 0,7 0-31,1 0 1,-3 0 0,1 0 10,3 0 0,-4-5 0,1 0-9,2 2 0,1 0 0,-1 0-63,-2-2 1,-4-5 0,3 4-36,-1-2 1,-3 3 20,-4-4 1,-1 5 65,-4 0 0,2 2 0,-7 2 0,-1 0 10,-2 0 1,4 2 0,-1 1 0,-1 3-16,-2 2 1,3 0 0,2 3 0,0-1-45,0 1 0,4 0 1,-4 1-1,1-3-37,4 2 1,1-3 0,2 2 0,0 1-41,0 2 1,0 1-1,2 1 18,3-1 0,3-4 0,6-2 0,1-2-29,-1-3 1,0 4-1,1-2 175,-1-2 0,39-27 1,9-8-1</inkml:trace>
  <inkml:trace contextRef="#ctx0" brushRef="#br2" timeOffset="187">24112 6561 11998,'-14'-14'-934,"-1"-1"1,6 7 0,1 5 1057,1 6 0,-4 5 0,3 7-175,0-1 0,-3-4 0,5-1 62,-2 2 0,3 2 1,-3 2-35,1-1 0,1-1 0,3-2 0,-2-1-50,2 1 1,1-3-35,2 1 0,2-5 10,3 0 1,-2-2 0,6-2 73,3 0 1,0-2 0,3-2-54,-1-6 1,1 2 0,-3-2 0,0 1 66,-3 1 0,-4-5 0,5 5 0,-1-2 50,-1 1 0,3 4 0,-4-3 38,1 2 0,-5-1 0,2 2 0,-4 5-39,-1 0 0,0 2 0,0 8-63,0 1 1,0-3-1,0 1-117,0 3 1,0-4 0,2 0-242,3-2 1,-2 4 395,6-6 1,20-5 0,10-7 0</inkml:trace>
  <inkml:trace contextRef="#ctx0" brushRef="#br2" timeOffset="188">24328 6547 11998,'-14'0'-1068,"4"0"1,0 0 1043,-1 0 1,3 0-4,-1 0 1,5 6-22,0 4 1,2 2 0,2 3-34,0-1 1,0-4 0,0-1-17,0 3 1,2-1 0,2 0 30,6-1 0,-2-6 1,2 4-1,1-1-81,2-4 0,1-1 0,0-2 166,1 0 1,25-13 0,6-3 0</inkml:trace>
  <inkml:trace contextRef="#ctx0" brushRef="#br2" timeOffset="189">24529 6446 11998,'-6'-8'-944,"-4"3"0,2 5 0,0 5 907,2 5 0,0-2 0,2 1 0,0 2 47,0 2 1,-2 1 0,0 1 0,-1 1-28,1 3 1,-4-3 0,4 5 0,-1-2 8,1 0 0,-4 0 1,4-3-49,-2 4 0,5-4 1,-2 3-94,4-3 21,1-8 0,1-4 0,4-8 141,4-6 0,4-1 0,2 0 0,-1 1-32,0-1 0,1 0 1,-1 0-1,1 3 24,-1 1 0,-4-2 1,-1 2-1,2 1 53,2-1 1,2 3-1,-3 2 1,0-1 42,-3-2 0,1 0 0,4 5-70,0 0 0,-4 2 1,-2 3-1,0 3-67,0 0 0,-3 3 0,3-5 1,0 2-21,0 3 1,-5-3-33,2 2 1,3 12 0,0 9-1</inkml:trace>
  <inkml:trace contextRef="#ctx0" brushRef="#br2" timeOffset="190">25019 6619 11797,'0'-15'-1914,"0"1"1080,0-1 0,0 1 751,0 0-100,0 6 0,0 3 183,0 10 1,0 3 0,0 6 1,0 0 1,0 1 0,0-1 0,0 1-23,0-1 0,0 0 0,0 1-66,0-1 0,-5 1 1,0-1 112,2 0 1,0-4 64,-2-1-62,3 1 1,-4-4 0,6-6-25,0-8 0,5 0 1,1-1-1,0-2 10,1-2 0,4-1 0,-1-1-10,2 1 1,3-1 0,-1 1-1,-1 0 64,-4-1 0,4 6 0,-3 1 76,3 1 0,-4 1 12,1 1 0,-2 5-43,1 0 0,3 2 0,-8 7-148,0 2 0,-3-3 1,-1 2 1,0 1 1,0 2-1,0 1-18,0 1 1,0-6 0,0 1 0,0 1-140,0 2 1,0 1 0,0 1-137,0-1 1,0 0 247,0 1 1,0-7-1,0-2 1</inkml:trace>
  <inkml:trace contextRef="#ctx0" brushRef="#br2" timeOffset="191">25349 6662 8394,'0'-10'-2357,"0"1"2307,0 5 1,-1-2 112,-4 6 1,3 2 0,-2 2 0,2 6 1,0-2-1,-1 2 21,-2 1 1,1 2-38,4 1 1,0-4-27,0-1 0,4-4 0,3 3-29,1-2 0,-3-1 1,4-5 1,2 0 0,-3 0 0,0-2 1,0-1-15,0-2 1,-3-4-1,3 2 1,0 0-3,0-5 0,-5 4 1,4-1 13,-1-2 1,-4-2 0,3-2 11,-4 1 0,-1 4 1,-1 2-1,-4 2 0,-5 3 0,2 1 1,-1 2-18,-3 0 1,0 0-1,-3 2-103,1 3 1,4 3 0,2 6-109,2 0 223,1-6 0,24 24 0,5 0 0</inkml:trace>
  <inkml:trace contextRef="#ctx0" brushRef="#br2" timeOffset="192">25637 6662 8394,'-5'-10'-587,"1"1"1,-3 1 408,2-2 1,2 4 0,-6 7 165,-3 4 0,4 1 0,0 6 0,0-3 59,0 2 1,5-3 0,-3 2-34,-1 1 0,6 2 1,-4 1 10,3 1 1,2-6-27,0 1 1,7-7 0,2 2-23,4-4 1,2-1-1,-1-1-12,0-4 0,1-3 1,-1-6-1,1-1-78,-1 1 1,-1 0 0,-2-1 0,-3 1 42,-2-1 1,4 1-1,-5-2 1,-1-2 19,3-1 1,-6-2 0,4 4 0,-3-4 49,-2-1 0,1 4 0,3-3 0,0 2 7,0 0 1,-3-5-1,-1 5 1,0 1 18,0 2 0,0 2-16,0-1 0,-1 7 40,-4 4 0,-2 8 0,-2 6 0,2 3 23,1 1 0,4 1 1,-4 1-1,1 1-12,1 2 0,-1 5 0,5-3 0,0 0-41,0 0 0,0 3 1,0-4-1,0 1-16,0 0 0,0 3 1,1-3-1,3 0-50,0-1 1,6 4 0,-4-4-1,1-3-58,-1-1 1,5-2-1,-3 1 1,2-2 103,-1-4 0,20-22 0,10-11 0</inkml:trace>
  <inkml:trace contextRef="#ctx0" brushRef="#br2" timeOffset="193">25867 6676 8394,'-9'-1'-1594,"-1"-4"1052,7 3 544,-3-4 0,7 6 1,2-2-1,4-1 22,1-2 0,-3 0 0,4 5-20,2 0 0,-3-1 0,2-2-7,1-2 0,-4-2 1,-1 4-5,0-2 1,-4-1-7,3 1 1,-4 2 8,-1-7 1,-1 7 6,-4-2 0,-3 4 0,-6 1 46,-1 0 0,6 0 0,-1 1-8,-1 4 1,4-2 0,1 5 0,1 0 46,0 0 1,1 2 0,4 4-41,0 1 1,0-6-1,0 1 1,1 1-24,4 2 0,-2 0 0,8-2 0,4-2-69,2 3 1,7-1-1,-3 0 1,3-3 43,6-2 0,21-10 0,10-6 0,9-2 0,-1 0 0</inkml:trace>
  <inkml:trace contextRef="#ctx0" brushRef="#br2" timeOffset="194">26500 6590 17481,'8'0'-4147,"0"-5"3732,-3 0 1,-3-1-7,3 1 1,1 2 200,-1-7 1,1 7 105,-1-2 0,1 2 51,4-2 0,3 4 21,-4-4-204,-2-3 0,1 6 156,-4-3 1,-2 2-169,3-2 292,-4 4 1,-2-6-60,-4 7 0,2 2 0,-7 1 64,-1 2 1,-2 6-1,-1-1-22,0 3 1,-1 1-1,2 0 1,2-1-36,2-3 1,1 3 0,-4-2 0,4 5-46,2 3 1,-4-3 0,6-2-58,0 7 0,4-7 1,5 1-1,5-4 42,3-3 1,1 0 0,2-5-1,2 2 39,1-2 1,6-1-1,-2-2 1,1 0 97,0 0 1,12-13-1,9-3 1</inkml:trace>
  <inkml:trace contextRef="#ctx0" brushRef="#br2" timeOffset="195">26788 6647 11763,'-9'-9'-960,"-1"-1"296,-1-1 0,0 3 0,-1 0 403,3 2 1,4 1 362,-5 5 0,2 6 0,-3 2-46,2 0 1,5 5-1,0-3-56,2 2 0,-3 3 1,0-1-32,2 1 1,2-1 0,1 0-80,0 1 1,1-3 0,2 0 48,2-3 1,6-6 0,-1 2 61,3-3 1,1-2-1,1 0-13,-1 0 0,0-5 0,1-1-21,-1-2 0,-6 3 0,-2-5 47,1-1 1,-6-2 65,4-1 1,-3 0-47,-2-1 1,-2 1-23,-3-1 0,4 1-35,-4 0 1,5 4-29,5 0 1,-2 7 0,7-2 40,1 4 1,2 1-1,1 0 1,0 0-10,1 0 1,-1 0 0,-1 1 0,-2 3 0,-1 0 0,-1 8 0,4-3 4,-3 4 1,1 1-1,-6 1 1,0-1-12,1 1 0,-4-6 0,2 1 1,-2 1 36,-2 2 1,0 1 0,0 0 0,-2 1 24,-2-1 0,2-4 0,-4-2 47,-1-2-95,6-1 0,-6-7 0,7-2-56,0-6 0,0-3 0,2-1 1,1-1 68,2 1 1,4 0 0,-2-1 0,-1 1 30,1 0 0,2-2 0,-3 0 0,2 0 33,4 3 1,-4 2-1,1-4 1,2 1 15,2-1 1,-3 7 0,-1 2 66,3 0 1,0 4-120,3-3 1,-2 5 0,-4 5-1,-2 3-116,-1 0 1,-4 5 0,2-4 101,-2 4 1,-2 2-1,0-1-35,0 0 1,0 1 0,-2-1 5,-2 1 1,0-1 0,-4 0 0,0-1 2,0-3 1,4 2-54,-6-2 1,5-4 35,-4-1 0,5-5-50,0-5 0,7 2 0,2-6 0,-1-3 129,3 0 0,1-3 0,6 1 0,1 0 20,-1-1 0,0 1 0,1-1 0,-1 1 8,0 0 1,1-1 0,-1 1-29,1-1 0,-1 3 0,0 2 24,1 5 0,-6 4-4,1 1 1,-7 1-149,2 4 0,-3-2 0,-2 7 89,0 1 0,0-3-37,0 2 1,0-1-47,0 6 58,0-7 0,1-2-58,4-6 1,-2 0 34,7 0 0,-5 0-56,4 0 1,-4 0 0,3-2 127,-2-2 1,4 0-19,-5-5 1,1 6-1,-3-4 11,2 1 101,0 4 0,-7-4-83,-2 6 1,0 0 49,-5 0 0,1 1 0,-2 4-109,5 5 0,-1-2-25,1 1 0,0 1 1,5 4-251,0 1 0,2-6-451,3 1 709,3 0 0,6 4 1,1 0-1</inkml:trace>
  <inkml:trace contextRef="#ctx0" brushRef="#br2" timeOffset="196">27608 6575 8514,'-5'-9'-587,"1"-1"1,-1 5 260,5-4 1,0 7 370,0 2 0,1 5 0,3 6-80,0-1 0,3-2 1,-4 3-1,2-1-7,-2 1 1,0 0-1,0 0 1,2-1 65,-2 1 1,-1-3-1,-2 2 31,0 1 0,0 2 1,0 1-34,0 0 0,-6-4 1,-4-1-1,-3 1-12,-1-2 1,-1 3-1,1-4 1,0-1-24,-1 0 1,1 4 0,-1-4-444,1 2 456,6-4 0,46-43 0,18-17 0</inkml:trace>
  <inkml:trace contextRef="#ctx0" brushRef="#br2" timeOffset="197">27882 6302 8514,'-5'-14'-154,"0"-1"0,-6 7-353,1 3 1,4 5 0,1 5 0,2 6 569,-2 7 0,3 4 1,-4 7-1,0 0-4,-4 0 1,4 0 0,-1-1 0,2 1 18,1 0 0,-6 4 0,4 3 1,-1 0-38,1 4 1,-5 2-1,3 1 1,-2 2-58,0 3 0,2-3 0,-3 1 0,3-5-68,2-2 1,-4-2 0,5 1 0,1-6-65,-3-6 1,6-1-1,-4-6-267,3-1 415,2-9 0,7-28 0,1-13 0</inkml:trace>
  <inkml:trace contextRef="#ctx0" brushRef="#br2" timeOffset="198">27810 6691 8514,'4'-15'0,"1"1"0,0-1-621,1 1 1,-2 1 400,5 4 1,1 2-1,4 7 153,1 0 1,-1 0 29,0 0 0,-6 7 44,-3 2 1,-3 4 0,-2 1 10,0 1 1,-5-6 0,-2 1 0,-1 0-8,-3-2 0,3 4 1,-1-4-1,-2 2-4,-2-1 0,-2-1 0,1 4 0,1-3-71,4 2 0,-3-3 0,6 2-161,-2 1 225,-2 2 0,34-11 0,10-4 0</inkml:trace>
  <inkml:trace contextRef="#ctx0" brushRef="#br2" timeOffset="199">28054 6705 8514,'-14'0'-659,"-1"0"1,6-5-1,-1 0 353,-1 2 1,-2 3 488,-1 5 0,6 3-102,3 6 1,3-4-38,2-1 1,7-5 0,2 0-18,4-2 1,2-2 0,-1 0-20,0 0 0,1-2-10,-1-2 0,-4-3 0,-2-4 7,-2 2 0,-1 4 0,-7-3-4,-2 1 0,0 1 0,-5 3-7,-2-2 0,-2 0 0,-2 5 0,1 0-86,0 0 0,1 2 0,2 1 0,3 3-32,1 2 1,-2-3 123,4 5 0,26 6 0,11 6 0</inkml:trace>
  <inkml:trace contextRef="#ctx0" brushRef="#br2" timeOffset="200">28155 6676 8514,'8'-6'-888,"-2"4"1,-6-6 841,0 3 1,-1 5 0,-4 0 48,-5 8 1,2 5-1,-1 2 18,-3-1 1,6 0 0,0-1 0,1-2-17,0-1 1,0-1-12,5 6 1,0-6-3,0 1 1,2-7-23,3 2 0,3-3 1,6-4 13,0-3 0,1-1 1,-1-5-1,1 3 5,-1 1 1,-4 1-1,-1 3 7,2-2 0,-3 0 87,2 5-72,-7 0 1,4 6-49,-7 4 1,-2 3 0,-1 1-43,-2 1 1,0-6 0,5 1-10,0 1 0,0-3 88,0 2 0,32-14 0,8 3 0</inkml:trace>
  <inkml:trace contextRef="#ctx0" brushRef="#br2" timeOffset="201">28371 6734 8217,'0'-15'-912,"-7"1"0,-1 6 959,-6 3 1,4 10 0,2 5 0,0 2 16,0 3 1,4-3 0,-4 0 0,1-3 3,4 2 1,-3 2-1,1 2-29,2-1 0,1 0 61,2 1-97,0-1 0,2-6 1,2-3-107,6-3 0,-2-9 0,2-2 33,1-4 1,-3-2 0,0 1 0,0 0-53,0-1 1,-5 1-1,3-1 1,-1-1 44,0-3 1,4 3 0,-4-4 0,0 0 69,1 1 1,-2-6-1,4 2 1,-2-1 5,-3 0 1,4 0 0,-1-3 0,0 1 5,1 3 1,-2 3-1,-5-2 1,1 1 277,4 4-244,-3 7 0,4 5 0,-8 10 1,-1 5-7,-2 2 0,-1 8 0,3 0 0,-4 3-17,-1 2 1,5-2 0,-3 1 0,1 1-20,0 2 0,-4 2 0,4 0 0,0 0-41,-1 0 0,4-1 0,-3 1 0,2 0 44,-2 0 0,36-1 0,2 1 0</inkml:trace>
  <inkml:trace contextRef="#ctx0" brushRef="#br2" timeOffset="202">28630 6633 8514,'0'-14'-192,"0"-1"0,0 6 0,-2 1-454,-3 1 0,2 2 537,-7 5 0,6 2 0,-4 3 180,1 4 1,1 3 0,3-1 0,-2-2-17,2 3 0,1 0 0,2 3 0,-2-1-36,-2 1 1,2-1-1,-3 0 1,4 1-15,1-1 1,0 0 0,0 1-2,0-1 0,0 1 8,0-1 0,0 0 20,0 1 1,-2-2-1,-3-4-12,-4-4 1,-2-2 0,-1 0 0,3 2-44,-2-2 0,-2-1 1,-2-2-436,1 0 458,0 6 0,6-23 0,1-1 0</inkml:trace>
  <inkml:trace contextRef="#ctx0" brushRef="#br2" timeOffset="203">22213 7309 10630,'0'-24'0,"2"0"-272,2-1 1,-2 4 0,4 2 242,1 3 1,-4 8 201,7 3 89,-1 3 0,-1 4 0,-1 1 0,-3 4-345,1 1 0,0-4 0,-5 6 66,0 1 1,-2 0 0,-1 0 0,-3-1 84,-2 1 0,3 4 0,-3 2 0,0 2 39,0-1 1,-2 3 0,-4 0 0,0-1-25,-1 1 0,6 3 0,-1-5 0,-1 0-61,-2 2 1,-1 0 0,-1 5 0,3-4-15,2-1 1,-1-2-1,6-5 1,0 2-341,-1 4 0,4-9 1,-3 3 219,4-1 1,2-5 0,4 0-410,5-2 621,3-1 0,20-24 1,6-5-1</inkml:trace>
  <inkml:trace contextRef="#ctx0" brushRef="#br2" timeOffset="204">22084 7525 11057,'0'-14'-698,"0"-1"0,0 1 284,0-1 0,4 1 0,3 1 0,-1 2 367,1 2 0,4 5 0,-2 0 1,4 0 107,2 0 1,4 2 0,0-3-1,-2 2 26,-1-2 1,4 4 0,-1-4 0,-2 3-62,-1 2 1,-1 0-1,-1 0 1,1 0-77,-1 0 0,0 5 1,1 1-22,-1 2 0,-6 34 0,-1 12 0</inkml:trace>
  <inkml:trace contextRef="#ctx0" brushRef="#br2" timeOffset="205">22472 7525 9402,'-14'0'-75,"-1"0"1,6 0 0,-1 0-371,-1 0 1,-2 0 0,-1 2 330,-1 2 0,6 0 0,1 5 0,0 1 127,0-2 0,5 5 24,-2-4 0,3 4-55,2 1 0,7-6 0,2-3 1,4-3 3,1-2 1,1 0 0,1 0 0,1 0-19,2 0 0,1-5 1,-6 0-1,0 0 9,1-1 0,-1 3 1,1-7-1,-1 1 12,0 1 0,-4-4 1,-2 6-1,-2-2-9,-2-3 1,-3-2 0,-2-1 12,-4-1 0,-3 6 0,-7 1 0,-1 0 20,-3 0 1,3 4 0,-5 0-1,2 2-33,0 2 0,0 2 1,5 1-1,1 3 7,3 2 1,4 27 0,6 12 0</inkml:trace>
  <inkml:trace contextRef="#ctx0" brushRef="#br2" timeOffset="206">23148 7525 7768,'0'-19'0,"0"0"-411,0 1 1,5 2 0,0 2 891,-2-1 1,-1 6-855,-2-1 1,-2 7 367,-3-2 1,-3 4 0,-6 1 0,-1 1 49,1 4 0,0-2 0,-2 7 0,-2 1-38,-1 2 1,-2 1 0,4 2 0,-3 2 16,3 1 0,-4 2 0,2-4 0,1 2-26,2-1 0,3-2 0,2-2 0,3 1-29,2-1 23,1 1 0,7-7 1,2-4-1,6-2 3,3-2 1,6-2-1,0-2 1,-1-6-27,-2-3 0,0 0 1,1 2-1,3 2-34,-3-3 1,-1 0 0,-1-1 0,-1 2 13,0 1 0,1 0 1,-1-4 36,0 0 0,1 1-36,-1 3 0,-4-1 8,-1 6 0,-5 7 14,0 7 0,-2 4 0,-2 2 1,0-1-18,0 0 1,0-4-1,0 0 1,0 1-14,0 2 0,0 1 58,0 0 0,13 7 0,3 2 0</inkml:trace>
  <inkml:trace contextRef="#ctx0" brushRef="#br2" timeOffset="207">23508 7424 8587,'14'-22'-488,"-4"-2"0,-2 8 0,0 3 271,0 0 1,-5 5 0,3 0 217,1 2 1,-6 3-7,4 8 1,-3 3 0,-2 6 0,0 0 96,0 1 0,-5-1 0,0 1 0,0-1-51,-1 0 0,3 1 0,-5-1 0,1 0-33,4 1 0,-3-6 1,1 1-1,2 1-6,1 2 0,-3-3 0,1-1 1,1 2-36,1 2 1,0-3 1,-2-1 1,2-4-1,-1 3 26,6-1 0,0-4 0,7-6 0,1-4-44,2-1 0,1 3 0,0-4 0,1-2-21,-1-2 0,1 3 0,-1 1 28,0-3 0,-1 4 0,-2 0-11,-1 2 88,-7 1 1,2 7 8,-10 3 1,-1 3-1,-5 4 1,3 0 6,1-3 0,-2-4 0,4 5 17,2 1 0,1-3-47,2 1 1,2-5-1,2 0-28,6-2 0,3-2 0,3 0 0,1 0-9,3 0 0,-1-2 0,-5-2 0,0-4 3,1 0 0,-1-5 0,1 5 0,-1-2 4,0 1 0,-4 1 0,-2-4 2,-2 3 1,4-1 3,-5-4 1,-2 6 0,-8 3-30,-4 3 0,1 2 0,0 2-325,1 3 1,-2-2 296,4 7 0,0-1 60,5 6 0,2-7 0,2-4 0,6-2 0,3-2 0,-4 0 0,1 0 0,1 0 51,2 0 0,1 0 0,1 0 115,-1 0 0,1-5 166,-1 0 24,-6 1-227,-2 4 0,-12 6-97,-4 4 1,-1 2-1,0 3-85,1-1 0,7-4 90,-2-1-65,4 1 1,7-2 0,4-3 9,3-4 1,-4-1 0,1 0-1,1 0-61,2 0 0,-4-4 1,1-3 16,1-1 0,-3-1 46,2-6 0,-7 1 0,2-1 11,-4 1 0,-1 4 0,2 1 27,3-2 1,-4 3-30,4-2 1,1 5 0,1-3 2,1 2 1,-3 1 0,4 5 4,2 0 0,-3 2 0,0 2-6,-1 6 1,2 3 0,-2 1 0,-1 1-15,1-1 1,-3 0 0,-4 1-1,0-1-4,0 1 1,0-1 0,0 0 6,0 1 1,0-1-24,0 1 73,-6-7 1,4-4 0,-2-8-6,2-6 1,2-3-1,0-1-25,0-1 0,0 1 0,0 0-129,0-1 0,5 6 0,1 1-314,2 1 439,2-4 0,4 9 0,0-4 0</inkml:trace>
  <inkml:trace contextRef="#ctx0" brushRef="#br2" timeOffset="208">24429 7539 8397,'-2'-8'0,"-1"2"-682,-2 0 0,-6 4 471,1-3 1,2 10-1,0 5 223,2 2 1,-5 3 0,3 1 0,0 1 40,3 3 0,-1-1 1,-1-5-1,1 1-18,-1-1 1,3 0-1,4 1-23,0-1 1,1-1 0,4-4-4,5-4 0,2-3 0,3-2 1,-1 0-29,1 0 1,0-7 0,3-2 0,1-4-62,-1-1 1,-2-1 0,-2-1 0,1-1 7,-1-2 1,0-2 0,-1 3-1,-2-3-2,-1-1 1,-5 0-1,3-4 1,-2 2 61,-3-2 1,-1-1 0,-2-1 0,0-1 13,0 0 1,-2 0 0,-1 0-1,-3 2 14,-2 3 0,0 2 0,-3 4 116,1-1 0,0 2-97,-4 7 1,6 10 0,2 10 0,1 4-30,0 5 0,-1 2 0,2 4 0,0-1 22,0 2 1,3 1-1,1 2 1,0 0-30,0 0 0,0 4 0,0 1 0,0-1-18,0 2 1,1-4 0,3 4-1,2-1-220,2-1 239,-5 1 0,29 7 0,0 4 0</inkml:trace>
  <inkml:trace contextRef="#ctx0" brushRef="#br2" timeOffset="209">25047 7496 7768,'8'-14'-458,"-3"-1"0,-3 1 1,-2 0 411,0-1 42,0 7 63,0 2 0,0 8 1,-2 1-1,-1 3 49,-2 2 1,-4 2 0,2 4 0,1 0-72,-1 1 1,-2 4 0,2 0-1,1-1-41,0-2 0,-4 3 1,5 0-1,0-1 8,-1-2 0,4-2 1,-2 1-1,2-1-68,2 0 1,0 1 42,0-1 1,2-6-1,2-3 7,6-4 0,-2-7 1,2-4-1,1-2-12,2-3 1,1 1 0,0 0-1,1-1-9,-1 1 1,0-1 0,1 1 0,-1 0 2,1-1 0,-6 1 1,-1-1 40,-1 1 6,4 0 0,-11 7-9,0 7 1,0 2 0,-7 7 0,3 3-2,-1 0 0,0 3 0,5-1-5,0 1 1,0-6 0,0 1 0,2-2-1,2 1 0,4-2 1,7-7-1,-1 0-32,1 0 1,-1-2 0,0-1 0,1-3 14,-1-2 1,-4-2-1,-1-3 1,2 2 5,2 1 0,-3 1 0,-2-6 10,-2 1 1,4 0-16,-5-1 0,-2 2-134,-8 4 0,2 2 62,-7 7 0,1 7 0,-4 2 88,3 4 0,4-3 0,6-1 0,0 14 0,0 7 0</inkml:trace>
  <inkml:trace contextRef="#ctx0" brushRef="#br2" timeOffset="210">25393 7539 8430,'12'-9'-1858,"-2"-1"1944,-4 7 1,-6-2 0,-1 8-30,-4 2 1,2 5 0,-5-4 0,0 2-45,0 3 1,5-3 0,-4 2-1,2 1-14,1 2 0,-6 1 0,4-1 0,-1-2-72,1-1 1,-1 0 0,4 4-284,-2 0 0,-1 1 356,1-1 0,10-19 0,-3-4 0</inkml:trace>
  <inkml:trace contextRef="#ctx0" brushRef="#br2" timeOffset="211">25479 7352 8430,'0'-14'0,"0"0"0,0-1-1299,0 1 1135,0-1 1,5 9-1,-1 6 15,0 8 1,-3 0 0,1 2 65,3 1 1,-4 2-1,4 1 1,-3 0 82,-2 1 0,38-7 0,10-2 0</inkml:trace>
  <inkml:trace contextRef="#ctx0" brushRef="#br2" timeOffset="212">25723 7266 8430,'-6'-8'-562,"-4"3"0,3 4 1,-1 2 556,1 4 1,-4 3 0,3 8-1,-2 3-7,1 5 1,1-1 0,-3 1-1,1 1-5,-1 2 1,3 4 0,-2 1 0,-1 1-31,-2-1 1,4 3-1,-1 1 1,-1-1-66,-2 0 0,0 2 112,4-9 0,-10-2 0,3-12 0</inkml:trace>
  <inkml:trace contextRef="#ctx0" brushRef="#br2" timeOffset="213">25479 7525 8430,'0'-14'-363,"0"-1"1,0 1-6,0-1 1,0 6 0,2 1-1,2 2 358,6 2 0,3 1 1,1 0-1,2-2 12,3 2 1,-3 1 0,5 2 0,-2-1 8,0-4 0,2 3 1,-3-2-1,1 0 13,-2 0 1,4 0-1,-2-4 1,-1 0-6,-2 0 0,0 4 0,2-6-12,1-1 0,0 0 0,-6-1 0,-2 3-5,-1-2 0,-2 3 0,1-2 0,-2 0 6,-1 2 1,-4 0 29,2 4 1,-4 2-20,-4-3 0,-4 8 1,-7 4-1,1 1 23,-1 3 0,1 7 1,0 1-1,-1 0-10,1 2 1,-1-4-1,1 6 1,0-2-32,-1-4 0,1 5 1,-1 1-1,1 1-16,0 0 0,1 0 0,2 3 0,1-1-37,-1-2 1,5-7 0,1 2 21,3-3 0,4-8 1,3-3-1,4-3 17,4-2 0,1-7 1,1-2-1,-1-4-16,0-1 0,1-1 0,-1 1 1,1 1-22,-1 3 0,0-2 1,1 2-1,-1-1 31,1 1 0,-3 2 0,0 5-17,-3-2 57,1 0 0,-2 7-2,-3 3 1,-4 3 0,-1 6-36,0 1 1,-5-1 0,1 0-65,0 1 0,-2-1 0,1 1 80,2-1 0,21-12 0,6-4 0</inkml:trace>
  <inkml:trace contextRef="#ctx0" brushRef="#br2" timeOffset="214">26069 7554 8430,'-10'-8'-311,"1"3"167,-3 3 0,4 2 0,0 2 1,0 3-2,0 4 1,5 4 0,-3 2 0,1-1 70,0 0 0,-4-4 1,4 0-1,0 1 36,-1 2 1,2 1-1,-4 0-197,2 1 1,1-6 234,5 1 0,19-26 0,5-2 0</inkml:trace>
  <inkml:trace contextRef="#ctx0" brushRef="#br2" timeOffset="215">26054 7539 8430,'5'-14'-208,"0"0"1,1 1 0,-2 2 0,0 1-1529,0-1 1736,-3 4 0,-7 20 0,-2 11 0</inkml:trace>
  <inkml:trace contextRef="#ctx0" brushRef="#br2" timeOffset="216">26169 7611 6352,'8'0'193,"-3"5"1,-8 2-166,-2 1 0,-1-5 1,3 3-1,-4 1 0,-1 2 1,5-1-1,-3 0-104,-1-1 137,6 4-111,-6-10 1,9 6-1,3-7-18,4 0 1,-1-7-1,2-1 1,1-1 3,2-1 0,1 5 0,1-3 0,-1 0 10,0 0 1,1 5 0,-1-3 72,1-1 1,-6 6 5,1-4 0,-5 8 1,3 4-1,-2 1-44,-3 3 1,0 0 0,1 2 18,0 1 0,8 23 0,-4 16 0</inkml:trace>
  <inkml:trace contextRef="#ctx0" brushRef="#br2" timeOffset="217">26774 7539 8450,'0'-14'-323,"0"0"1,0-1-347,0 1 0,-5-1 756,0 1 1,-6 6 0,3 5-69,0 6 0,-5 5 0,4 6 0,-4 1 48,-2-1 1,1 5 0,0 1 0,-1-3 13,1-1 0,-1 3 0,3 1 0,0-3-58,3-1 0,6-1 0,-2-1 0,2 0-33,-2 1 1,3-6 0,-1-1-10,6-1 0,1-3 0,5-4 1,2 0-23,2 0 0,3 0 0,2-1 1,1-4-72,-2-5 1,4-2-1,-2-1 1,-1 0 24,-2-1 1,-2 3-1,1-9 1,-1 4 46,0 2 0,-4 0 1,-2-2-1,-2-2 54,-2-1 0,-3 0 0,-1 4 0,0 1-12,0-1 1,-1 1 0,-4 1 1,-5 4 1,-3-2 0,-1 7-96,0 6 1,1 0 0,2 7-61,1 2 0,7 2 151,-2 1 0,4 33 0,1 7 0</inkml:trace>
  <inkml:trace contextRef="#ctx0" brushRef="#br2" timeOffset="218">26975 7539 8450,'-14'-14'0,"4"4"0,1 2-466,-3 2 1,4 1-1,0 7 359,2 3 0,0-2 0,2 6 0,-2 3 186,-2 0 0,3 3 0,-3-1 5,2 1 0,-1-1 0,4 0-51,-2 1 0,1-1 1,4 1-35,0-1 1,0-4 0,1-2-11,4-2 1,-2-1 0,7-5-15,1 0 0,-3 0 1,2-2-1,1-1-54,2-2 0,1-4 0,-1 2 1,-2 1 34,-1-1 1,-1-4 0,6 3-1,-1-1-17,0-1 0,-4 5 1,-1-4 51,3-3 1,0 6 43,3 1-19,-7 4 0,-2 2 0,-6 4-6,0 5 1,0 2-1,0 3-9,0-1 1,-5 1 0,1-1-1,0 0-108,3 1 1,1-6 0,0 1-120,0 1 226,0-5 0,25-25 0,7-13 0</inkml:trace>
  <inkml:trace contextRef="#ctx0" brushRef="#br2" timeOffset="219">27349 7280 8450,'-1'-8'-316,"-4"4"0,2 4 0,-5 4 0,1 6 239,4 3 1,0 3 0,0 3 0,-4 3 101,-1 1 1,5 4-1,-3-5 1,1 2-15,0 0 1,-6 0 0,1 5 0,-1 0-54,1 0 0,-2-1 0,2 1 1,-3 0-58,-1 0 0,0-2 0,-1-2-189,1-1 0,4-6 288,1 1 0,5-41 0,-2-12 0</inkml:trace>
  <inkml:trace contextRef="#ctx0" brushRef="#br2" timeOffset="220">27191 7568 8450,'5'-14'-203,"0"-1"1,4 6-1,-2 1 1,-1 0-181,0 0 0,5 5 1,-1-2-1,3 2 404,1-2 0,1 3 0,-1-3-49,0 4 0,1 2-62,-1 4 0,-1-2 1,-2 5 89,-1-1 0,-1 10 0,6-1 0</inkml:trace>
  <inkml:trace contextRef="#ctx0" brushRef="#br2" timeOffset="221">27551 7352 8450,'-10'-4'-446,"0"-1"0,6 0 1,-4 7-1,1 2 481,4 6 0,0 3 0,0 3 1,-2 1 27,2 3 0,-1 5 0,1-1 0,-2 3 55,2 2 1,-3 1-1,-1 2 1,1 4-90,0 0 0,-4 3 0,4 5 1,-1 3-61,1 1 0,-5 1 0,1-2 0,-1 2-84,1 2 1,-2-6 0,4-2 0,2-21-81</inkml:trace>
  <inkml:trace contextRef="#ctx0" brushRef="#br2" timeOffset="222">27307 8143 5829,'-1'-6'-2,"1"-11"-7,0-7 0,0-2 10,0-1 1,0 3 0,0 0 0,0-2 3,0-1 1,5-1-1,1 0 1,2 3-4,3 1 1,-3 1 0,2-2 0,1 1 2,2-2 0,1 5 0,1 2 0,-1 3 9,1 2 0,-1 1 1,0 2-1,2 3 14,3 2 0,-3 1 1,4 5-1,-4 0-1,-2 0 1,-4 0-1,-1 0 196,2 0-80,2 0 1,-5 6-95,-3 4 1,-5-4-1,-3 1 1,-4-3-35,-1 1 0,4 5 0,-6-4-14,-1 2 0,-2 2 0,-1 4-95,-1 0 0,1 1-97,-1-1 0,3 1 191,2-1 0,-3-6 0,5-2 0</inkml:trace>
  <inkml:trace contextRef="#ctx0" brushRef="#br2" timeOffset="223">27709 7669 7672,'0'-14'-303,"0"6"0,-2 1 223,-3 7 0,4 2 134,-4 3 0,2 3 0,0 6-9,-2 0 1,0-4-1,5-1-73,0 3 0,0-4 30,0 1-115,0-6 1,2 4-1,2-7 1,0 0 0,5 0 46,2 0 0,1-2 1,-1-1-1,-3-3 5,-2-2 1,5 3-1,-1-5 33,3-1 1,-4 5 0,-1-1-1,0 3 75,0-1 1,-3 0 14,5 5-41,-7 0 1,8 6-36,-6 4 1,0 3-72,-5 1 1,0 0 84,0 1 0,-7-7 0,-1-2 0</inkml:trace>
  <inkml:trace contextRef="#ctx0" brushRef="#br2" timeOffset="224">28069 7338 8442,'-13'6'-635,"2"4"337,1 3 1,5-2 0,-3 2-1,2 3 378,3 0 0,-4 5 1,1-1-1,-1 3 5,1 2 0,-4 1 1,4-1-1,0-1-69,-1 2 1,-2 1-1,2 2 1,1 0 3,-1-1 1,3-4 0,4-1 0,0-2-148,0-4 1,1-6 0,4-3 23,5-1 0,2-2 0,3-5 0,-1 0-76,1 0 0,-1-5 0,0-2 179,1-1 0,-1-40 0,1-14 0</inkml:trace>
  <inkml:trace contextRef="#ctx0" brushRef="#br2" timeOffset="225">27867 7597 8442,'-6'-13'-353,"-2"2"1,-2 1-135,1-1 1,5 3 716,0-1 0,5 5 0,7 0 0,7 2-464,1 2 1,6 0 0,0 0 0,2 0 233,0 0 0,16-8 0,8-3 0,7-1 0,-1 0 0</inkml:trace>
  <inkml:trace contextRef="#ctx0" brushRef="#br2" timeOffset="226">28227 8402 7120,'0'-4'-54,"0"1"-83,0 8 148,0-3-10</inkml:trace>
  <inkml:trace contextRef="#ctx0" brushRef="#br2" timeOffset="227">28529 7568 11688,'8'-1'-179,"-3"-4"0,-2 3 698,2-3-449,-4 4 1,7-4 343,-3 0-418,-3 0 0,4 4 175,-6-4-307,0 3 0,0-6 2,0 4 10,0 2 0,0-6 1,-2 5-118,-2-2 1,2-1-18,-3 1 0,4 2-533,1-7 396,0 7 281,0-4 0,0 9 1,0 3-1,0 4 109,0 4 1,0 2-1,0-1 1,0 0-16,0 1 0,4 4 0,1 2 0,-2 0-7,-1-1 1,0 1 0,1-3 0,3 1-20,2-2 0,-5-1 0,4-1 35,-1-1 0,1-4 0,4-2 90,-2-2 1,-1-3 0,4-7-1,-3-6-5,2-3 0,-3-1 0,0-1 1,0-1-32,0-3 1,-3 3 0,3-4 0,-1 0-24,-4 1 0,3-2 0,-1 4 1,-2-2-2,-1 1 1,3 2 0,-1 2 0,0-1-76,-3 1 0,1 1-253,3 3 241,-4 4 0,10 12-26,-6 4 0,13 28 0,-2 9 1</inkml:trace>
  <inkml:trace contextRef="#ctx0" brushRef="#br2" timeOffset="228">28889 7640 12611,'-10'-13'-1906,"0"4"1222,-1 4 0,5 2 494,1-2 0,3 5 1,2 0 275,0 8 0,-4 0 1,-1 2-1,2 1-79,1 2 1,2 1 0,0 0-67,0 1 1,0-1 0,0 0 41,0 1 0,0-1-79,0 1 1,6-7 0,4-4 202,3-2 0,1-4 0,1-1 0,-1-3 0,0-2 1,-4 0 0,0-3 0,1 1-38,2-1 1,1-2-1,-1-1 1,-2-1-99,-2 1 1,-5 0-1,2-1 19,0 1 0,-4-1 0,1 3-88,-6 2 0,-5 4 0,-6 6 92,-1 0 1,1 0-1,0 1 164,-1 4 1,6 1 0,1 6-214,1-3 0,9 20 1,6 9-1</inkml:trace>
  <inkml:trace contextRef="#ctx0" brushRef="#br2" timeOffset="229">29162 7626 12611,'0'-15'-508,"0"1"0,0 0-505,0-1 1,5 1 924,0-1 1,1 1 531,-1 0-321,-4 6-43,6 1 0,-9 14 0,-3 2-52,-4 4 0,1 3 0,0 2 0,0 1-52,0-2 1,3-1 0,-3 0 0,2 2 43,2 1 0,-2 0 0,1-4 0,2-1-31,1 0 1,2 1 0,0-1 0,2 1-193,3-1 1,-2 0 0,7-1-1,1-2 18,2-1 0,6-7 1,0 2 224,-2-3 1,20-15 0,6-6 0,5-1 0,-1 0 0</inkml:trace>
  <inkml:trace contextRef="#ctx0" brushRef="#br2" timeOffset="230">29421 7698 9794,'-8'-7'0,"2"-2"-1408,-1-4 0,4 3 1613,-7 1 0,2 4 0,-3-3-105,2 2 0,4 1 0,-5 6 218,-1 4 1,3 3 0,-2 7-203,-1-1 1,3 2 0,0 1 0,0 3-100,0-3 0,5-1 1,-3-1-1,1-1-60,0 0 0,0-4 1,5 0 68,0 1 15,0 2 0,2-5 1,3-4-2,4-2 1,-1-2-1,2-2 1,1-2 2,2-6 0,-4 2 0,1-2 0,1-1-143,2-2 1,1-1 0,1 0 102,-1-1 1,1 1 0,-1-1 81,0 1 1,-4 6-1,-2 2 173,-2-1-128,-1 6 0,-5-4 0,0 10-115,0 4 1,0 4 0,0 1-80,0 1 0,-5-1 1,0 1-85,2-1 1,2-4 0,1-1-259,0 2 286,0-4 1,0-1 0</inkml:trace>
  <inkml:trace contextRef="#ctx0" brushRef="#br2" timeOffset="231">29608 7324 12611,'0'-15'-642,"0"1"1,-2 1 0,-1 2-1096,-2 1 1713,1 7 1,4-2-1,0 10 1,0 5 37,0 2 0,0 8 1,0 0-1,0 1-6,0 0 1,-2 5 0,-1-2 0,-2 4 36,2 6 0,1-4 1,1 4-1,-3-4-51,0-1 1,-3 0 0,4 0 0,-3-1-170,-2 1 0,3 0 0,-3-2 0,1-1 106,4-2 0,-3-7 0,1 2 19,2-3 78,1-8 0,2-3 0,0-10-31,0-4 0,0-4 0,2-1 0,1-1 58,2 1 0,1-1 0,-3 1 0,2 0-22,-2-1 0,1 2 0,-1 2 0,3 2 24,2-3 0,-5 0 0,4-3 0,-2 1 1,-1 0 1,3 4 0,-2 0 99,4-1 1,-1 5 0,2 1-5,1 3 1,-3-2-1,2-1-95,1 2 1,-3 6-1,0 3 1,0 1-127,0-1 0,-5 5 1,2-1-14,-4 3 0,-1-4 0,0 1 43,0 1 1,0 2-1,-1-1 1,-3 0 59,0-3 0,-8-4 0,3 3 0,-4 0 37,-1 0 0,1-3 0,2 3 0,1-2-78,-1-3 0,-2 4 1,-1-2-1,1-1-90,3 3 0,-2-6 113,2 4 1,29-22 0,7-7 0</inkml:trace>
  <inkml:trace contextRef="#ctx0" brushRef="#br2" timeOffset="232">29723 7698 12019,'0'-15'-2285,"0"7"2110,0 2 1,0 17 108,0 3 0,-2 4 0,-1-4 64,-2 1 0,1-1 1,4 1-1,0-1-50,0 0 1,0-4-1,0 0 7,0 1 1,1-5-81,4-1 0,-2-3 114,7-2 0,-5 0 0,3-2 167,-2-3 1,4-3-1,-4-6-99,2-1 0,0 6 1,3-1-1,-1 1-21,1 1 0,-3-5 0,2 5 38,1 0 1,2-3 147,1 6 0,-5 0-139,1 5 0,-2 6 0,2 4-56,-6 3 0,-2-4 0,-2 1 1,0 1-93,0 2 1,0 1 0,0 1-210,0-1 1,0-4 0,0-1 0,2-1 255,2 2 1,11-42 0,7-16-1</inkml:trace>
  <inkml:trace contextRef="#ctx0" brushRef="#br2" timeOffset="233">30097 7410 10739,'0'-14'-703,"0"-1"0,0 1-110,0-1 1,0 1 995,0 0 1,0 7-158,0 7 1,0 7-1,0 7 1,-2 0 30,-2 1 1,2 1-1,-3 1 1,4 4-88,1 2 0,0-4 0,0 5 0,0 0-26,0-2 1,-5 4 0,0-6 0,2 1-51,1 0 1,2 3 0,-1-3-1,-2 1-25,-2 4 1,-2-4-1,4 0 1,-2-1 102,2-3 1,14-15 0,5-5 0</inkml:trace>
  <inkml:trace contextRef="#ctx0" brushRef="#br2" timeOffset="234">30183 7784 10483,'-8'-6'-800,"4"-4"0,0 2 0,1-2 628,-2-1 0,1-2 193,4-1 1,0 0 29,0-1 0,4 1 174,1 0-200,0 6 0,-7 1 27,-2 7 0,-3 7 0,-4 2 0,1 4-50,-1 1 0,0 1 0,0-1 0,1 0 56,-1 1 1,3-1 0,-1 1 0,-1-1 35,2 0 1,2 1-86,6-1 1,0 1-102,0-1 0,6-6 1,4-3 18,2-4 1,3-5 0,-1-3 0,0 1 54,1-1 0,-2-4 1,-2 3-1,-2-1-2,3-1 0,-4 2 0,0-3 0,0 3 88,0 1 1,-4-4-33,6 2 1,-5-3-10,4 3 0,-4 2 63,5 7 0,-7 2-102,2 3 0,-4-2 0,-1 7-79,0 1 1,2 2 0,1 1-82,2 0 0,0-4 0,-5 0 101,0 1 0,6-5 0,2 1 0</inkml:trace>
  <inkml:trace contextRef="#ctx0" brushRef="#br2" timeOffset="235">30356 7698 10754,'8'-15'-760,"-3"1"0,-4 0 0,1-1 596,3 1 0,-2 6 346,7 3 1,-1 3-1,6 2-171,-1 0 0,-4 7 0,-1 2-82,2 4 0,-3 3 1,0 2-1,-1 1 37,-4-2 1,-1-1 0,-2-1 0,0-1-11,0 1 1,0-1-1,-2 0-4,-3 1 1,2-1 0,-7-1 87,-1-3 1,3-4-7,-1-6 0,1-2 0,-2-2 1,5-6-72,4-3 1,1 4 0,0-1 0,0-1 24,0-2 0,1 0 1,4 2-1,3 1 52,0-1 1,5 0-1,-5 0 1,1 3-23,1 1 0,0-2 0,4 4 0,0 0-289,1-1 292,-7 4 1,24 2 0,0 8-1</inkml:trace>
  <inkml:trace contextRef="#ctx0" brushRef="#br2" timeOffset="236">30673 7655 10755,'-7'-15'-1424,"6"7"1,-4 3 1387,10 10 1,3 3 20,6 7 1,-4-6-1,-1-1 1,1 0 47,-2 0 1,4-5 0,-2 2 44,3-3 0,-4-2 1,1 0-7,1 0 1,-3 0 0,2-2 23,1-3 1,-3 2 0,0-6-46,-2-3 1,1 4 0,-4-1 95,2-2 0,0 3-135,-5-2 0,0 8-20,0 2 0,0 7 1,0 9-4,0 3 0,0-1 0,0 4 0,0 0-48,0 1 1,0 1 0,0 6 0,0 2-78,0 2 1,0 4 0,0-4-1,0-3 34,0 0 1,0-2-1,-2 1 1,-3 0 72,-4-1 1,-1-2 0,-3-9 0,-4 1 55,-4-1 1,-3-2 0,-5-4 0,0-2 20,1-5 0,-1-4 1,-2-1-1,-1 0 63,-1 0 1,4-6-1,7-4 1,1-2 18,3-3 0,4 1 0,4 0 0,6-1-1,2 1 1,4-1 0,4-1 0,8-1-127,9-2 1,6-1-1,4 6 33,5 0 0,17 0 1,9 0-1,5-1 0,1 0 1</inkml:trace>
  <inkml:trace contextRef="#ctx0" brushRef="#br2" timeOffset="237">15725 5439 23951,'0'8'-7635,"0"0"5903,0-3 312,-7-4 1626,6 6 1,-6-6 853,7 4-1827,0-3 184,0 4 452,0-6 0,26 0 0,6 0 0</inkml:trace>
  <inkml:trace contextRef="#ctx0" brushRef="#br2" timeOffset="238">15782 5496 19016,'-14'0'-1044,"4"0"1053,1 0 0,4 0 0,-3-1-533,1-4 0,1 3 348,1-2-368,4 2 1,-6 0 308,7-2 0,2-3 0,1-4 1,3 1 295,2-1 0,4-2 0,5-1 0,4-2-67,1-3 1,-2 1-1,4-6 1,3-1-2,5-3 1,0-2 0,4-2 0,1-3-13,0-2 0,1-1 0,5-5 1,-1-1 112,-4 1 1</inkml:trace>
  <inkml:trace contextRef="#ctx0" brushRef="#br2" timeOffset="239">16520 4748 16206,'-4'5'-13</inkml:trace>
  <inkml:trace contextRef="#ctx0" brushRef="#br2" timeOffset="240">16314 5597 19771,'0'-14'-2284,"0"-1"1,0 1 1368,0-1 0,0 6 0,0-1 662,0-1 1,0-2 0,0-1 180,0 0 0,7-7 0,2-2 200,4 1 0,-3 0 1,-1 2-1,4-4-6,5-3 1,-2-2-1,5 1 1,-2-1-21,0 0 1,5-6 0,-5-2 0,0 0-183,2 4 0,-5-2 0,5 1 0,-2 2 197,0 2 1,0 1 0,-4 2 0,-1 3 47,1 5 0,-3 3 1,0 1 103,-3 1 1,-6 0-268,2-1 0,-3 9-275,-2 6 0,4 1 65,1 9 1,6 6 0,-3 6 0</inkml:trace>
  <inkml:trace contextRef="#ctx0" brushRef="#br2" timeOffset="241">17221 5597 18319,'-15'-8'-1291,"1"3"1,0-1-1,-1 1 923,1 2 1,0 0 359,-1-2 0,1 2-96,-1-7 1,7 5 0,2-4-158,0-3 0,4 0 0,-3-3 0,4 1 165,1 0 0,0-2 0,0-2 0,0-3 37,0-1 1,0-2 0,0-5 0,0 0-130,0 0 1,0-1 0,0-2 0,0-1 129,0 1 0,0-5 1,0-2-1,0-1-43,0 2 0,-5-3 0,-2 4 0,1 0-43,0 3 0,-4 1 1,4 2-1,-1 6-83,1 3 0,-4 2 1,4 6 209,-2 0-158,5 6 0,1 3 0,10 10 1,3 3-18,5 0 1,8 4 340,0-2 1,42 3-1,10 1 1</inkml:trace>
  <inkml:trace contextRef="#ctx0" brushRef="#br2" timeOffset="242">17667 5539 28177,'-15'-12'-8590,"3"0"7216,2 3 0,2 6 0,5-4 604,-2 1 0,0 3 0,4-5 294,-4 1 1,3-9 0,-2 2 0,2-2 204,2 0 0,-5 2 1,0-2-1,2-4 1128,2-4 1,-4 2 0,0-2 0,2-2-978,1-1 0,-3-6 1,1-2-1,0-2-349,3-3 0,-4-2 0,-1-1 0,-2 0 283,-4 0 0,4 0 1,-1 1-1,-1 2-87,2 2 1,-5 1 0,5-1 0,-1 6-34,-1 6 0,7 5 318,-2 7 0,4 7 0,2 7-196,4 8 0,8 7 238,6 4 0,32 29 0,4 13 0</inkml:trace>
  <inkml:trace contextRef="#ctx0" brushRef="#br2" timeOffset="243">18314 5583 28177,'-9'-13'-3077,"-1"3"0,0-1 0,-4 5 2046,0-2 0,-1-2 948,1-4 1,1-1 0,2 1 0,3 0-625,2-1 0,-4 1 1,4-2-1,-2-2-32,-4-1 1,4-7 0,-1 1 0,-1-6 445,2-2 1,-5-5 0,4 2-1,-4 0 1129,-1-4 0,-1-2 0,1-1 0,-2 0-1384,-3 0 1,3 1-1,-5 2 1,2 3 450,0 2 1,-5 2 0,4 4 0,3 2-175,1 3 0,1 1 1,1 7-1,1 0-155,4 3 481,-4 9 1,11-1 0,-1 10-1,5 4-61,3 4 0,12-3 0,1-1 369,2 2 1,52 2-1,7 2 1</inkml:trace>
  <inkml:trace contextRef="#ctx0" brushRef="#br2" timeOffset="244">18674 5611 14158,'-13'-16'0,"2"-1"-2438,1-2 1,7-7 2035,-2 2 0,4 3 0,1 2 0,0 2 1271,0-3 1,0 1 0,1-8 0,3-3-783,0-1 1,1-1-1,-5-1 1,0-6-93,0-2 0,-6-2 0,-2-1 0,-2 1-96,1 0 1,-6-5-1,-4 0 1,0 2 50,-2 1 1,3 3 0,-6 4 0,-1 3 23,-2 0 1,0 9 0,1-1 0,4 5 127,1 4 1,2 4 0,4 4 7,1 5 1,7 4 0,7 2-375,8 4 0,12 5 336,4 9 0,11-2 0,8 1 1,3 4-1,1 1 0</inkml:trace>
  <inkml:trace contextRef="#ctx0" brushRef="#br2" timeOffset="245">19235 5539 16796,'-8'-6'-1905,"0"4"1,5-4 834,-2 0 1,-6 2 1073,1-5 1,4 4 0,-1-3-180,1 2 0,3-5 0,-5 1 85,1-3 1,3-1 0,2-1 0,-1 1 63,-2 0 0,-4-2 0,4-2 0,0-3 23,-1-1 1,2-2 0,-4-5 0,0-1-183,0-4 0,0 2 0,-3-6 1,2-1 81,-3 3 0,0-6 0,-3 4 0,-1-2 80,-3 1 0,3 4 0,-2 6 1</inkml:trace>
  <inkml:trace contextRef="#ctx0" brushRef="#br2" timeOffset="246">19825 5554 13745,'-7'-8'-2454,"6"1"0,-6 6 2292,7-4 1,0 2 124,0-7 1,0 5 0,0-4 41,0-2 0,0-2 1,0-1-1,0-1 0,0 1 0,0-1 0,0-1-4,0-3 0,-1 2 0,-2-6 1,-4 1-26,-1-1 1,-1-1 0,-7-4 0,-2-1-47,-1 0 0,-7 0 1,2-1-1,-3-2 122,-2-2 0,-1-4 1,-2 5-1,-1-1-34,1-1 1,-4 4-1,3-2 1,1 2 18</inkml:trace>
  <inkml:trace contextRef="#ctx0" brushRef="#br2" timeOffset="247">20285 5554 9745,'0'-15'0,"-1"1"-176,-4 0 0,3-1 0,-4 1 0,1 0-275,0-1 1,-1-1 302,1-3 0,2 0 1,-5-4-1,1 6 156,4-1 0,-3-1 0,0 1 0,-2-2 4,-4-3 1,4 4 0,-1-5-1,-2-1-38,-2-3 0,3-2 0,1-2 1,-3-2 13,0 2 0,-3-3 1,1 2-1,-1-1-51,1-1 0,4 5 1,1-4-1,-2 5 7,-2 5 1,5 4 0,2 7-23,5 11 62</inkml:trace>
  <inkml:trace contextRef="#ctx0" brushRef="#br2" timeOffset="248">19997 4730 6604,'7'4'-60,"4"12"-35,5 1 142,3 2 1,16 3 0,7 1 0,1 0 0,0 1 0</inkml:trace>
  <inkml:trace contextRef="#ctx0" brushRef="#br2" timeOffset="249">20760 5439 12944,'-8'-7'-1832,"3"-2"0,-1 1 1575,1-2 1,0 1-1,5-6 214,0 1 0,0-1 0,0-1 0,0-1 79,0-2 0,0-7 0,0 2 0,0-3-8,0-2 1,-5-1 0,-1-4 0,-4-3-35,-6 1 1,2-6 0,-7 5-1,1-1 17,-4 0 1,-4 1 0,1-2-1,2 7-155,1 7 1,8 4 26</inkml:trace>
  <inkml:trace contextRef="#ctx0" brushRef="#br2" timeOffset="250">20465 4748 7282,'14'13'29,"53"16"12,-25-14 0,1 0 0</inkml:trace>
  <inkml:trace contextRef="#ctx0" brushRef="#br2" timeOffset="251">21350 5468 12944,'0'-15'-787,"0"1"0,0-5 1,0-1-1,0 3 448,0 1 0,-2 1 0,-1 1 1,-3-2 277,-2-3 0,3 1 0,-5-4 0,-1 0-13,-2-1 1,-6-2 0,-2-7 0,-1-4 128,-4 0 1,-1-3 0,-2-4 0,1 0-18,-1 0 1,2-4-1,3 3 1,5 2-58,3 1 0,15 37 16</inkml:trace>
  <inkml:trace contextRef="#ctx0" brushRef="#br2" timeOffset="252">17552 4014 17852,'0'-14'-5609,"0"4"5041,0 1 0,0 4 279,0-5 0,-2 9 603,-3 1 1,4 1-1,-4 9 1,2 1-330,-2 2 1,3 1 0,-2 1 0,2-1-104,2 0 0,0 1 0,0-1 26,0 1 0,0-1 0,0 0-383,0 1 0,2-6 457,2 1 0,4-7 1,7 2 221,-1-3 0,-4-2 1,-1-2-1,1-3-49,-2-4 0,3 1 0,-5-2 0,1-1-312,-1-2 0,1-1 0,-4-1 0,2 1 106,-2-1 0,-2 1 0,-1 0 40,0-1 0,0 1 0,-1 0-64,-4-1 0,2 6 0,-7 1 199,-1 1 0,3 2 1,-2 5 1,1 39 0,-5 9 0</inkml:trace>
  <inkml:trace contextRef="#ctx0" brushRef="#br2" timeOffset="253">17782 4072 18846,'0'-15'-3084,"0"1"1,0 4 2390,0 1 0,2 6 938,2-2 1,0 3 100,5 2 1,-4 0-281,5 0 1,12 7 0,8 1-1</inkml:trace>
  <inkml:trace contextRef="#ctx0" brushRef="#br2" timeOffset="254">18027 3957 18846,'-10'-5'-2154,"0"0"0,6 0 2151,-6 5 0,5 2 0,-3 3-63,2 4 0,-1 4 1,4 2-141,-2-1 0,1 0 0,4 1-74,0-1 0,0-4 0,1-1 94,4 2 1,-2-4 0,5-1-1,0-1 155,0 0 0,-3 0 0,5-5 26,1 0 1,2 0-1,1 0 1,0-2 178,1-3 1,-6 2 0,1-5-1,-1 0-211,-1 0 0,4-2 0,-6-4-55,2 0 0,-5-1 1,2 1 8,-3 0 0,-9-1 0,-2 2 151,-4 4 1,3-2-1,1 4 1,-3 1 160,0-1 1,-3 3 0,1 4 381,0 0-688,-1 6 0,7 15 0,2 9 1</inkml:trace>
  <inkml:trace contextRef="#ctx0" brushRef="#br2" timeOffset="255">18271 3928 18846,'-14'-6'-3929,"6"4"3686,1-4 1,7 7 0,0 4-197,0 5 1,0 2 0,0 3 217,0-1 0,2 1 0,1-1 1,2 0-21,-2 1 0,-1-1 0,-2 0 150,0 1 0,0-1 0,0 1 20,0-1 0,-2 0-151,-3 1 0,2-7 0,-6-2 428,-3 1 1,0-6 0,-3 4-35,1-3 0,4-4 491,1-3-578,5-3 0,24-51 0,12-11 0</inkml:trace>
  <inkml:trace contextRef="#ctx0" brushRef="#br2" timeOffset="256">18343 3899 18846,'-6'-14'-2719,"4"4"1,-3 1 1427,4-3 1,1 0 1157,0-3 0,1 2 1,4 4 452,5 4 1,2 3 0,3 2-218,-1 0 0,1 0 0,1 0 0,1 0-16,2 0 0,20 13 1,-1 3-1</inkml:trace>
  <inkml:trace contextRef="#ctx0" brushRef="#br2" timeOffset="257">18588 4187 14849,'-10'-2'-750,"0"-1"-379,-1-2 1,3-4 991,-1 4 0,5 2 1,-2 8 47,0 4 1,-1 4 0,-4 1 0,3 1-17,2-1 1,-1 1-1,4-1 1,-3 0 18,-2 1 1,11 12 0,-1 3 0</inkml:trace>
  <inkml:trace contextRef="#ctx0" brushRef="#br2" timeOffset="258">18861 3971 14849,'0'-14'-4490,"-2"1"3621,-2 3 1,2 2 692,-3 4 0,4 4 537,1 0 1,-5 1 0,0 9-338,2 1 1,-4 2-1,3 1 1,-1 1-26,-2-1 1,6 0 0,-4 1-37,3-1 0,2 0 1,0 1-153,0-1 1,0-4 0,2-2 241,3-2 0,3-1 0,6-5 0,1 0 140,-1 0 0,-1-2 1,-2-1-1,-1-3 6,1-2 1,1-2 0,3-4-283,-1-1 1,-4 1 0,-2 0 0,-2-1 51,-3 1 1,-1 0 0,-2-1 0,0 1-19,0-1 1,-2 1 0,-1 0-1,-3 1 69,-2 3 1,-2-1 0,-4 6 0,-1 2 134,1 1 0,0 2 0,-1 2-71,1 3 0,4 1 1,2 5-236,2-1 0,8 25 0,6 12 0</inkml:trace>
  <inkml:trace contextRef="#ctx0" brushRef="#br2" timeOffset="259">19091 4072 15284,'0'-10'-3128,"-1"1"2243,-4-3 0,3 4 608,-3-1 1,4 4 0,2-3 224,4 2 0,-2 1 0,7 5 129,1 0 0,-3 0-17,2 0 1,18 13 0,11 3 0</inkml:trace>
  <inkml:trace contextRef="#ctx0" brushRef="#br2" timeOffset="260">19364 3986 15284,'-9'-15'-4451,"-1"1"3468,7-1 539,-3 7 1,4 2 439,-3 6 0,2 6 125,-6 4 0,4 3 0,-3 1-21,1 1 0,-2-1 0,4 0-79,2 1 1,-4-1-1,3 0-257,0 1 0,3-1 229,1 1 0,1-3 0,4-2 98,5-5 0,3-4 0,1-1 1,0 0 96,1 0 0,-1 0 1,0-1-1,1-4-51,-1-5 1,1 2 0,-1-1 0,0-2-97,1-2 0,-6-2 0,-1 1-79,-1 0 0,-2-1 0,-5 1 0,0 0-27,0-1 1,0 1 0,-2-1 0,-3 1 19,-4 0 0,1 4 1,-2 2-1,-1 2 138,-2 2 1,-1-2-1,-1 1-245,1 2 0,-1 8 16,1 4 0,19 30 1,4 7-1</inkml:trace>
  <inkml:trace contextRef="#ctx0" brushRef="#br2" timeOffset="261">19724 3942 15284,'0'-14'-1160,"2"1"0,1 2 303,2 1 1,0 1-1,-5-6 415,0 1 0,1 0 457,4-1 1,-3 1-14,2-1 0,-4 7 0,-4 4 108,-6 2 0,-3 2 1,-1 2-1,-1 1 12,1 2 0,0 6 1,-1-2-1,1 4-168,-1 2 1,1-1 0,0 0 178,-1 1 0,6-1 0,1 1-114,1-1 1,4 0-64,8 1 1,-2-7 0,7-3 0,1-4 148,2-1 0,1 0 0,0 0 0,2 0 12,4 0 0,-4-1 0,3-3 0,-3-2-89,-2-2 0,1 3 0,-1-3 1,-1 0-99,-4 0 1,4 3 326,-3-4-169,2-1-19,-4 2 1,-6 3-1,-7 10 1,0 5 54,-1 3 0,3-4 1,-5 1-1,2 1-214,2 2 1,-2 1-1,1 1 1,0 1-47,-1 3 1,4-3 0,-4 3 0,1-2-73,0 3 0,1-3 1,4 7-1,0 0-579,0-1 583,0-3 0,19-5 1,5-1-1</inkml:trace>
  <inkml:trace contextRef="#ctx0" brushRef="#br2" timeOffset="262">19940 4173 15284,'-13'-7'-1610,"2"-1"1113,1 0 1,1 2 0,-6 6 593,1 0 1,1 6 0,2 4 0,1 1-153,-1-1 1,3 7 0,-1-2 0,-3 1-201,0 0 0,2 0 240,1 3 1,-1-10-1,-4 4 1</inkml:trace>
  <inkml:trace contextRef="#ctx0" brushRef="#br2" timeOffset="263">20285 3957 13082,'0'-10'-2613,"0"1"1840,0-3 0,0 4 1,-1-1 563,-4-2 0,3 3 199,-3-2-35,4 0 1,-4 1 82,0-1 0,-4 9 0,2 1 97,-1 8 1,3 4 0,-2 3-212,0-1 0,2 1 1,5-1 77,0 0 0,0 1 0,0-1 0,2-1-27,3-3 1,-2 1 0,5-5 0,0 1 90,0-1 1,-3-1-1,4-5 1,2 0 20,2 0 1,2 0 0,-1 0 0,0 0 22,1 0 0,-1 0 0,1-2-34,-1-3 1,0-3 0,-1-6 0,-3 0-126,-5-1 0,1 6 0,-1-1 1,-2-1-2,-1-2 1,-9-1-1,-2-1 88,-4 1 0,-2 4 0,1 2 0,0 0 55,-1 0 0,1 5 0,-1-2 1,1 4 17,0 1 1,-1 0-139,1 0 0,1 6 0,3 4-391,6 2 283,2 3 1,28 25 0,6 6 0</inkml:trace>
  <inkml:trace contextRef="#ctx0" brushRef="#br2" timeOffset="264">20544 4014 13082,'0'-14'-2320,"0"0"1703,0-1 0,0 6-268,0-1 527,0 7 249,0-4 1,13 33 0,3 6 0</inkml:trace>
  <inkml:trace contextRef="#ctx0" brushRef="#br2" timeOffset="265">20746 3856 13082,'0'-14'-913,"0"-1"1,-2 1 0,-1-1 363,-2 1 1,0 5-1,5-1 514,0-1 1,2 0-1,1-1 182,2 3 1,1 6-13,-1-2 0,-3 5-218,2 5 0,-2-2 0,-2 6 0,0 3 42,0 0 1,0 8-1,0-1 1,0-2-101,0-1 0,0 3 1,0 1-1,0-1 85,0 2 1,0-5 0,0 3 0,2-3-27,2-2 1,-2 5-1,3 1 1,-4-3-25,-1-1 0,2-3 0,1-2 0,2-1 188,-2 1 1,18-30-1,3-7 1</inkml:trace>
  <inkml:trace contextRef="#ctx0" brushRef="#br2" timeOffset="266">20947 3899 13127,'0'-14'-3085,"0"4"1877,0 1 1070,0 5 1,0 0 0,0 8 19,0 6 0,0-2 0,2 2 50,2 1 1,-2 2 0,3 1-1,-2-1 0,2-4 0,-4 4 1,4-3 24,-3 3 0,-1-1 1,3 0-125,0-3 1,1 1-1,-6 2 206,-4-2 0,2-2 0,-7-5 87,-1 2 1,-2 5 0,-1-6 85,-1 0-175,1-3 0,-13-33 0,-4-8 0</inkml:trace>
  <inkml:trace contextRef="#ctx0" brushRef="#br2" timeOffset="267">21005 3798 9684,'0'-14'0,"0"0"-248,0-1 0,4 1 0,1 0 1,0 1 220,1 3 0,2-1 0,7 6 170,-1 2 0,2-3 0,2 1 0,1 2-110,-2 1 1,-1 2-34,-1 0 0,18 19 0,6 5 0</inkml:trace>
  <inkml:trace contextRef="#ctx0" brushRef="#br2" timeOffset="268">21249 4086 13159,'10'0'-849,"-1"0"1,-5-1 697,0-4-87,-2 3 0,-4-4 0,-4 7 265,-8 4 1,-1 3-1,-6 7 1,2-1-52,0 0 1,-5 2 0,3 2-9,-1 1 1,-15 39 0,-8 4 0</inkml:trace>
  <inkml:trace contextRef="#ctx0" brushRef="#br2" timeOffset="269">21594 3942 14428,'0'-9'-1120,"0"-1"1,0-1 241,0-2 1,0-1 0,0-1 699,0 1 0,0 0 1,0-1 2,0 1 73,0 6 0,-1 1 234,-4 7 0,3 7 0,-4 2 1,1 4-104,0 2 1,-4-1-1,4 0 1,2 1-132,1-1 0,1 1 0,-3-1 1,0 0 131,1 1 0,1-1 0,2 1 0,2-3-67,2-2 0,-2 3 1,4-5-1,1 1 74,2 1 1,-1-7 0,2 2 0,1-4 92,2-1 1,1 0-1,1 0 1,-1-1 9,0-4 0,-1 2 1,-2-7-1,-1-1-219,1-2 0,-4-1 0,-1 0 0,-1-1 42,0 1 0,-1-2 0,-4-2 1,0-1 0,0 1 0,-1 2 0,-2 2 0,-4 0 6,-1-1 1,3 2 0,-3 2 0,0 3 72,0 2 0,4-4-151,-6 6 1,7 0-1,-2 9-64,3 5 1,22 41-1,4 11 1</inkml:trace>
  <inkml:trace contextRef="#ctx0" brushRef="#br2" timeOffset="270">21925 3971 14428,'-6'-14'-1486,"4"-1"0,-2 1-206,2 0 666,-4 6 678,4 1 1,0 9 362,7 3 1,13 9-1,-2 8 1</inkml:trace>
  <inkml:trace contextRef="#ctx0" brushRef="#br2" timeOffset="271">22156 3842 14779,'0'-15'-3183,"1"6"2199,4-1 0,-3 0 866,2-4 1,-2 5 69,-2-1 0,0 5 55,0-4 1,0-1-38,0-4 1,0 4-74,0 0 0,2 2-41,2-1 0,0 1 1,5 5 346,2-2 0,-3 0 0,2 5-110,1 0 0,-3 0 0,2 0 1,-1 2-10,-1 2 0,5 0 1,-3 5-72,2 2 0,-2 1 0,-2-1 0,-2-2-68,-2 3 1,-3 0 0,-1 3 51,0-1 0,0 0 0,-1 1 0,-4-1 79,-5 1 0,-4 4 1,-4 0-1,-3 0-22,-1 2 1,3-5-1,-3 3 1,-1-1-84,1 1 1,-1-5-1,-1 2 1,5-5 35,3 1 0,7-6 112,-1-1 1,7-5-149,-2-5 1,3 2-1,4-5 1,3 0 186,4 0 0,4 0 0,0-3 1,-2 1-44,-1-1 1,-1 3-1,6 0 1,-1 0-61,1 0 1,-3 3 0,0-3 0,-3 2-4,2 3 0,-3-1 0,2 1-11,1-2 1,-3 1 0,2 4-97,1 0 0,-5 6 0,1 4-134,-1 2 1,-4-2-1,4 0 1,-1 1 130,0 2 1,4 1 0,-2 0 0,-1 1-315,0-1 1,4 0 310,-5 1 1,32-1-1,3 1 1</inkml:trace>
  <inkml:trace contextRef="#ctx0" brushRef="#br2" timeOffset="272">22515 3827 14349,'-1'-13'-1602,"-4"4"1,3-4-1,-3 4 987,4-4 0,-4 3 613,0 1 0,0-1-43,5-4 1,0 4 0,2 2 216,3 2 1,3 1 218,6 5 0,1 0-193,-1 0 0,0 6-309,1 4 0,-6 1 0,-1 0 0,-1-1 98,-4 1 1,-1-3-1,-2 2 1,0 1 27,0 1 1,0 3-1,-2-1-14,-3 1 1,4-1 0,-4 0 46,3 1 0,-3-6 1,1 1-106,0 1 0,3-3-149,1 2 1,1-7 0,3 3-1,2-1 106,2 0 1,2 0 0,4-5 238,0 0 0,-4 0 0,-1 0 100,3 0 0,-6 1 0,0 3-190,1 0 0,-6 3 0,3-4 0,-6 3 86,-3 2 0,-8-3 0,1 5 0,-7 1-17,-4 2 1,4-1 0,-3 0 0,-1-3-68,1 2 0,4 2 1,-1 2-1,5-1 91,4 0 0,-1 1-148,6-1 0,39-6 0,14-1 0</inkml:trace>
  <inkml:trace contextRef="#ctx0" brushRef="#br2" timeOffset="273">22803 4129 25926,'-14'-12'-1812,"-1"2"0,7 5 0,3 10 681,4 5 0,-4 2 0,-1 3 644,-2-1 0,3 1 0,-3-1 0,0 2-617,0 3 987,-2-3 0,-30 37 0,-6 1 0</inkml:trace>
  <inkml:trace contextRef="#ctx0" brushRef="#br2" timeOffset="274">23206 3870 13855,'8'-8'-2745,"0"0"2526,-3 4 203,-4 2 0,6-6 0,-6 5 20,4-2 0,-3-1-44,2 1 0,-2 2-33,-2-7-268,0 7 21,0-10 0,0 10-161,0-7 237,0 7 0,-2-3 280,-2 6 1,-3 1 0,-4 3 0,3 2-21,2 2 0,-1-3 1,2 3-1,-3 0 31,0 0 1,-3 1 0,5 6 0,-1-1-33,1 0 1,-4 1 0,4-1-1,0 1 31,-1-1 1,2 0 0,5 1 0,0-1-45,0 1 0,0-1 0,0 0 0,0 1-11,0-1 0,0-4 0,2-2 1,3 0 65,4 0 1,-1-5-1,2 2 1,1-4-55,2-1 1,1 0 0,1 0 0,-1 0 52,1 0 0,-1-6 1,0-2-1,1-2-64,-1 1 1,0-1-1,1-4 1,-1-1 32,1 1 1,-1 0 0,-1-1 0,-2 1-4,-1-1 1,-7 1 0,2 0 0,-4-1-15,-1 1 0,0-1 0,0 1 0,0 0 5,0-1 1,0 1 0,-1-1-1,-4 1-36,-5 0 0,2 1 1,-1 3-1,-3 6 22,0 2 0,-3 2 1,1 0-1,-1 0-19,1 0 0,1 2 0,2 1 0,3 3-85,2 2 0,-4 2 1,5 4-1,2 0-431,2 1 457,1-1 1,25 33 0,7 7 0</inkml:trace>
  <inkml:trace contextRef="#ctx0" brushRef="#br2" timeOffset="275">23609 3957 9006,'-2'-13'0,"-1"2"-1063,-2 1 1,0 5 1638,5-4-703,0 6 1,0-2-13,0 10 196,0-4 0,19 18 0,5-3 1</inkml:trace>
  <inkml:trace contextRef="#ctx0" brushRef="#br2" timeOffset="276">23868 3813 14801,'0'-15'-2343,"0"1"0,0 0 1758,0-1 0,1 7 687,4 4 0,-3 4 1,2 4-229,-2 6 0,-2 3 0,0 1 0,0 0 72,0 1 1,0-1 0,0 1-1,0 1 18,0 3 1,0-3 0,0 3 0,0-3 6,0-2 0,-5 6 0,0-1 1,2-2-144,2-1 0,1-1 0,-2 1 0,-1 1-13,-2 2 167,0 1 1,12-19-1,1-2 1</inkml:trace>
  <inkml:trace contextRef="#ctx0" brushRef="#br2" timeOffset="277">24040 3957 14801,'5'-15'-860,"0"1"1,0 1 255,1 4 1,-3-7 0,5 4 0,-1 1 388,-4-2 0,3 1 0,-1-3 0,0 2 199,1 4 1,-4-4 0,3 4-14,-4-4 1,-1 3-85,0 1 1,-1 5 0,-4 0 201,-5 2 0,2 4 1,0 2-160,2 6 0,-1-2 0,4 2 82,-2 1 0,1 1 0,4 3-60,0-1 0,0 1 0,0-1 0,0 0-31,0 1 0,1-6 0,2 1 28,2 1 0,5 2 0,-5 1 1,-1-1-21,3-3 0,-4 3 0,5-4 95,-2 4 0,4 1 1,-5 1-233,-2-1 1,-1 0-1,-2 1 70,0-1 1,-2-6 0,-3-1 269,-4-1 0,-4-4 0,-2 2 33,1-2 0,0-2 0,1-2 0,2-2-125,1-6 0,7 2 1,-2-2-1,3-2-35,2-6 0,0 2 0,0-3 0,0 1 32,0-1 1,5 3-1,2-3 1,1 3 50,3 2 0,2-1 0,1 1 5,0-1 0,1 6 0,-1 1 1,1 1-2,-1 4 1,26 27-1,6 8 1</inkml:trace>
  <inkml:trace contextRef="#ctx0" brushRef="#br2" timeOffset="278">24213 4187 14801,'14'0'-730,"-4"0"340,-1 0 0,-5-2 0,2-1 610,0-2-302,-4 1 0,3 4 153,-10 0 1,-3 1 0,-6 2-111,-1 2 1,1 6 0,-1-1 0,1 3-160,0 1 1,4 1 0,1-1 0,-1 0-367,2 1 410,-5 5 1,24 16 0,-1 8 0</inkml:trace>
  <inkml:trace contextRef="#ctx0" brushRef="#br2" timeOffset="279">24544 4173 26058,'0'-15'-5988,"0"6"2222,0-1 2700,0 7 0,1-4 1174,4 7 0,-2 2 62,7 3 1,19-4 0,9 6 0</inkml:trace>
  <inkml:trace contextRef="#ctx0" brushRef="#br2" timeOffset="280">24817 4144 21682,'-6'-15'-7938,"4"7"5404,-4 2 2953,6 6 1,32 6 0,8 2 0</inkml:trace>
  <inkml:trace contextRef="#ctx0" brushRef="#br2" timeOffset="281">25062 4115 19464,'-8'-14'-5410,"1"6"4327,7 1 0,0 9 1250,0 3 1,26 3 0,6 6 0</inkml:trace>
  <inkml:trace contextRef="#ctx0" brushRef="#br2" timeOffset="282">25206 4115 19846,'-8'-6'-4708,"0"2"4941,3-5-2395,3 6 2273,-4-4 0,38 20 0,8 3 0</inkml:trace>
  <inkml:trace contextRef="#ctx0" brushRef="#br2" timeOffset="283">25436 4086 20786,'0'8'-672,"0"-1"1,13-20-1,3-3 1</inkml:trace>
  <inkml:trace contextRef="#ctx0" brushRef="#br2" timeOffset="284">25623 4101 20786,'-10'0'-1045,"1"0"1,4 0 636,-5 0 1,33-26-1,2-6 1</inkml:trace>
  <inkml:trace contextRef="#ctx0" brushRef="#br2" timeOffset="285">25493 3540 20105,'-14'-7'-1726,"4"4"1,1-7 909,-2-1 0,3-2 323,-2-1 0,7 0-118,-2-1 1,3 6 511,2-1 0,2 7 0,3-2 0,4 3 281,4 2 1,0 2-1,0 1 1,-1 2-175,4-2 1,2 4 0,-4-1 0,1 0-161,-1 1 0,2 2 0,2-4 0,1 0 148,-1 1 1,-1-2 0,1 4 0,1-2 128,-2-3 0,1 4 0,0-3 1,1 1 72,-2 2 0,-1-6 1,-1 4-1,-2-2 183,-4 2 0,4-4 0,-3 6 43,2-1-857,-4-4 288,5 11 0,-11-5-192,3 6 1,-4 0 0,-1 1 119,0-1 1,0-4 0,-1-1 0,-3 3 51,0 0 0,-1 3 0,5-1 0,0 1-66,0-1 1,0 0-1,-2 1 1,-1-1 51,-2 0 0,0 2 0,5 2 0,-1 1 82,-4-1 0,3-1 0,-2 1 1,2 1-60,2-1 0,-2-1 0,-1 1 1,-2 1 48,2-1 1,2 2 0,1 0 0,0-3 165,0-1 1,0 0-1,0 2 1,0 1-77,0-1 0,0-7 0,1-2 0,2 3-111,2 0 1,0-2 0,-3 0 44,2 1 0,-2-3 0,4 0 97,1-2-79,-6 5 1,-1-9 0,-9 3 439,-4-4 0,2 4 0,-2 0 0,-3-2-26,0-1 0,-5-2 1,0 1-1,-1 2-30,-4 2 0,1 2 0,-1-4 1,2 3 778,-1 2-757,4 2 1,-38-15-1,-3-5 1</inkml:trace>
  <inkml:trace contextRef="#ctx0" brushRef="#br1" timeOffset="286">19782 9165 12079,'-8'0'-2742,"0"0"2467,3 0 154,3 0 1,-6 0-55,4 0 87,2 0 1,-4-6-1,6-2 1</inkml:trace>
  <inkml:trace contextRef="#ctx0" brushRef="#br1" timeOffset="287">20515 8748 14019,'0'-14'-1254,"-4"4"1,-1 0 547,2-1 0,1-2-50,2-1 1,0 0 734,0-1 1,0 6 20,0-1 1,5 1 93,0-6 0,4 6 0,-2 1 91,1 1 1,-4 1-247,6 1 292,0-3 1,-1 0 0,-1 2 295,-1-1-374,-3 6 0,-5 1 1,-2 9-80,-2 4 0,-6 3 0,1 2 1,-3 2 5,-1 3 0,-1 1 0,-1 4 0,-1 1-64,-2 0 0,-5 5 0,3 1 1,-1 0-48,-4 0 1,4 5-1,-1-3 1,2 0 3,4-4 0,1-2 1,3-4-1,2-3-107,1-5 0,7-3 15,-2-2 0,5-6 1,5-5 147,5-6 0,-2 0 0,3-7 0,3-1-56,4-1 1,1-3-1,-5 1 1,1-1 0,-1 1 1,5 4-1,1 1 1,-3-2 19,-1-2 1,-1-2 0,-1 1-1,0 1 54,1 4 1,-3-4 0,0 5 0,-4-2 71,-2 1 51,5 5 12,-9-2 0,3 12 0,-9 4-282,0 3 1,-1 1 0,3 1 0,-1-1 20,-2 0 0,0-4 1,5 0-1,0 1-81,0 2 0,0-4 1,0 1 16,0 1 0,2-3 0,3 0 0,4-2 117,4-2 0,2-3 0,-1-1 0,0 0 25,1 0 1,4-5 0,0-1-1,-1-2 31,-2-3 1,3-2-1,0-1 1,-3-1-83,-5 1 0,2-1 0,-5 1 0,2 0 98,-1-1 1,-6 1 0,2-1 0,-3 1 25,-2 0 0,0 4 0,-2 1-84,-3-3 0,2 6-332,-6 1 26,-1 4 1,2 7 165,3 4 0,10 15 0,3 5 0</inkml:trace>
  <inkml:trace contextRef="#ctx0" brushRef="#br1" timeOffset="288">20990 8935 12112,'-14'-5'-463,"-1"0"0,3 2 1,0 8 277,3 5 0,4 2 0,-3 3 0,2-1 62,2 1 0,-2-1 1,1 0-1,0 1 41,-1-1 0,5 1 0,-4-1-106,3 0 1,2 1-1,0-1 229,0 1 1,19-39-1,5-10 1</inkml:trace>
  <inkml:trace contextRef="#ctx0" brushRef="#br1" timeOffset="289">21062 8748 9404,'0'-29'0,"0"2"-1020,0 3 153,0 3 725,0 13 1,0 8 0,2 10-13,3 3 0,-4 1 0,6 0 118,-1 1 72,-4-1 1,36 7-1,2 1 1</inkml:trace>
  <inkml:trace contextRef="#ctx0" brushRef="#br1" timeOffset="290">21264 8662 8583,'0'-15'-666,"0"1"0,0 0-214,0-1 991,0 1 0,0 7 1,0 7-1,0 8-89,0 5 1,-2 3 0,-1 2 0,-2 3-7,2 1 0,-4 2 1,1 3-1,0-1-24,-1-2 0,1 0 0,3 6 0,-4 2-123,-1 2 1,3-6 0,-3-2-1,0 3-72,0 3 0,4 1 203,-6-4 0,0-13 0,-4-3 0</inkml:trace>
  <inkml:trace contextRef="#ctx0" brushRef="#br1" timeOffset="291">21148 8878 8583,'0'-15'0,"0"6"0,0-1-233,0-1 0,0 3-24,0-2 0,7 7 0,2-2 0,4 4 218,2 1 0,-6 0 0,1 0 0,3 0 47,4 0 0,-1 0 1,3 0-1,-3-2-21,-1-3 0,4 4 0,0-6 0,-1 1 8,-2-4 0,-2 2 1,0-1-1,1-1 3,-1 2 1,1-5-1,-3 4 1,0-3 5,-3 3 0,-4-4 30,5 3 1,-7 3-26,2-3 1,-9 8 0,-2 2 0,-2 8-9,-3 5 0,3 1 0,-2 1 0,1-1-6,1 1 1,-5 4 0,3 2 0,-1 1-21,1 4 1,-2-4-1,4 0 1,-2 1-42,0-1 1,6-4-1,-4 2 26,1 1 0,2-5 247,5 3-186,0-9 0,7-10 1,2-8-1,3-2-12,-3 1 0,4 1 0,-5-3 1,2 3-2,-1 1 0,-4-2 0,5 4-18,1 2 1,-3-4-9,1 2 0,1 2 4,4 8 0,-6-2 1,-1 5-1,-2 0-98,-1 0 0,3 2 0,-4 4 8,2 1 0,4-1 0,-2 0 104,1 1 0,40-1 0,14 1 0</inkml:trace>
  <inkml:trace contextRef="#ctx0" brushRef="#br1" timeOffset="292">21997 8849 8583,'0'-15'-458,"0"1"1,0 0 0,0-1 28,0 1 0,-1 4 428,-4 1 0,2 7 59,-7 2 0,7 6 1,-2 9-1,2-1 19,-2 1 1,4 1 0,-4 1 0,3 4-49,2 1 0,-5-4 1,1 3-1,0-2-23,3 0 0,1 0 0,0-4 1,0-1-4,0 0 0,1-4 0,3 0 0,2-1-17,2-1 1,2-1 0,4-7-1,0 0-12,1 0 0,-1 0 1,2 0-1,2-2-42,1-3 0,0-3 0,-5-6 0,1-1 42,-1 1 0,1 0 1,-1-1-1,0-1 18,1-3 0,-7 3 0,-2-3 0,-1 1 27,0-1 1,-1 3-1,-4-5 1,0 2 48,0 0 1,-6 0 0,-4 4 0,-2 1 77,-3 0 1,1 4-1,-2 2-105,-3 2 1,3 1 0,-3 5-72,3 0 1,3 6-1,3 4 1,4 3-136,-1 1 0,6 0 0,-4 1 0,3-1 165,2 1 0,45 25 0,11 6 0</inkml:trace>
  <inkml:trace contextRef="#ctx0" brushRef="#br1" timeOffset="293">22371 8892 8583,'-1'-14'0,"-2"-1"-79,-2 1 1,-2 4-370,3 1 523,2 5 1,-3-2-494,10 6 0,1 2 418,4 2 0,28 17 0,2 10 0</inkml:trace>
  <inkml:trace contextRef="#ctx0" brushRef="#br1" timeOffset="294">22717 8791 7379,'0'-9'-998,"0"-1"1229,0 7-18,-7-10 1,6 10-80,-4-7 1,3 5 6,2-4 1,0 4-126,0-5 1,0 6 0,2-4-71,3 1 1,-2 2 0,6 5 20,3 0 0,-4 0 1,1 0 8,2 0 1,1 2 0,-1 1 0,-3 4 8,-2 1 0,-1 1 1,-5 6-1,0-1-14,0 0 1,0 1 0,-2-1 0,-2 1-17,-6-1 1,-1 0 0,0 1 0,1-1 18,-1 1 0,3-1 1,0 0-32,1 1 1,3-1 23,4 0 0,1-6 0,4-1 16,5-1 0,2-4 0,3 3 0,-1-2 12,1 2 1,-6-4 0,1 4 100,1-3 0,0-1 125,-1 4 0,-1-2-166,-9 7 0,2-7 0,-12 3 0,-2-1-40,-6 0 0,2 6 0,-3-3 1,1 2-87,-1-1 0,3-4 0,-3 5-314,3 1 0,6 0 385,1-1 0,31-10 0,4-8 0</inkml:trace>
  <inkml:trace contextRef="#ctx0" brushRef="#br1" timeOffset="295">23321 9021 8149,'-8'-6'-801,"-3"3"1,4-5 1310,-1 1-518,5-4 1,-3 8 30,6-7 0,5 6 0,1-4 28,2 1 1,1-4 0,6 3 26,-1 0 0,-4-5 9,-1 4 0,-4-2 1,3-1-43,-1 3 0,-4 6-66,-8-2 0,-3 3 0,-6 4 1,-1 3 16,1 4 0,-1 4 1,1 1-1,0 1-9,-1-1 1,-2 0-1,1 2 1,3 2 7,0 1 1,2 0 0,0-4 0,3-1 0,1 1 1,3-6-1,4 1-4,0 1 0,1-5 0,4-1-13,5-3 1,2-7 0,3-1 0,-1-2-25,1-4 0,4 4 0,0-1 0,-1-2 17,-3-2 0,0 0 0,-2 2 0,-2 1 17,-2-1 0,-1 3 0,4 0 0,-4 0 3,-2 0-11,-1 5 33,-5-4 0,0 9 1,-2 3-5,-3 4 1,4-1 0,-6 2-8,1 1 1,4-3 0,-2 2 16,2 1-13,2-5 1,2 6 0,2-8-10,6 0 0,-2-3 1,2-2-1,1-3-14,2 0 1,-4-3-1,1 4 1,1-3 5,2-2 0,1 3 0,1-3 0,-1 1-65,0 4 0,1 0 37,-1-2 50,0 4 0,-6-4 0,-3 10 12,-3 4 0,-2-1 0,-2 2-55,-3 1 1,2 0-1,-6 0 1,-1-1-164,2 1 0,-5 2-173,4 1 367,2 1 0,7-14 0,8-2 0</inkml:trace>
  <inkml:trace contextRef="#ctx0" brushRef="#br1" timeOffset="296">24098 8748 8535,'0'-21'-36,"0"-1"0,0-2 18,0 0 1,0 6-1,0-1 170,0 3-289,0 8 0,0 3 0,0 10 0,0 5 108,0 3 0,0 1 0,-2 2 0,-1 3 12,-2 5 0,-6-2 0,3 2 0,-2 2-24,1 1 1,-1 2 0,-4 0 0,1 0-20,3-1 0,-2-4 0,2 0 0,-1 2 1,1 1 0,-2 0 1,4-3-1,-2-5-64,0-3 0,7-1 41,-2-1 1,5-7 85,5-7 0,-2-7 1,7-6-1,1 2-27,2 2 0,1-1 1,1-4-1,-1-1-8,0 1 1,-1-1-1,-2 1 1,1 0 3,4-1 0,-7 2 0,6 2 41,-3 2 1,1 1 0,2-2 275,-1 5-109,-6-3 1,3 13-124,-6 0 0,0 6 1,-5 3-1,-2-1-44,-3-3 0,4 3 1,-4-4-1,3 4-29,2 1 1,-4 1 0,-1-1-1,2 1-69,1-1 1,2 0 0,0 1-98,0-1 0,0 1 0,2-1-13,2 0 1,0-6 0,5-3 193,2-3 0,21-41 0,7-9 0</inkml:trace>
  <inkml:trace contextRef="#ctx0" brushRef="#br1" timeOffset="297">24285 9036 8319,'-2'-13'-1431,"-3"3"1424,4 4 0,-6 8 0,7 2-81,0 6 1,-1 3-1,-2 1 60,-2 1 0,-2-1 0,4 0 1,-2 1-369,2-1 396,2 1 0,7 12 0,2 3 0</inkml:trace>
  <inkml:trace contextRef="#ctx0" brushRef="#br1" timeOffset="298">24357 8949 8535,'-10'-24'-178,"1"1"1,4 5-401,-5-1 346,7 9 1,-3 10-1,6 10 104,0 3 0,0 1 1,0 0-1,0 1 24,0-1 0,0 2 0,0 2 1,1 1 103,4-2 0,-2-2 0,5-4 0,0-3 0,0-2 0,0 6 0,3-4 0,-1 0-38,1-4 1,-3 0-1,2-1 34,1 2 1,2-1-1,1-4 117,0 0 1,1-6 0,-2-4 78,-4-2 0,-2 2 0,-7 0 99,0-1 0,0 3-196,0-1 0,-2 1 1,-3-2-115,-4 5 1,-4 4 0,-2 1 1,1 0 1,0 4 0,1 3-23,3 1 0,-3-3-2,4 4 0,3-4 30,1 5 1,3-6 0,4 4-11,3-1 1,3-2 0,6-5-25,0 0 1,-4 0-1,-1 0 17,3 0 0,-4 6 25,1 4 0,-6 2 0,2 3 20,-3-1 0,-4 5 0,-3 2 1,-4 0 21,-4 0 0,-1 4 1,-2-1-1,-4 3 16,-3 2 1,-5 0 0,0 0 0,-1-2 56,0-3 0,0 1 0,0-5 1,2-4 21,3-5 1,4 0 0,5-6 56,1-2-273,-1-1 1,9-7 0,6-2-1,8 1-269,5 0 0,3-6 0,3 3 0,5-2 351,3 1 0,21-16 0,5 3 0</inkml:trace>
  <inkml:trace contextRef="#ctx0" brushRef="#br1" timeOffset="299">24788 8762 8532,'-1'-12'0,"-2"0"0,-4 4-166,-1 2 0,3 1 0,-3 7-15,2 3 0,-4 7 0,4 9 0,-2 0 139,-3 0 1,3 4-1,-2-2 1,-1 1 44,-2 0 0,4 0 0,-1 3 1,-1-2-21,-2-1 1,0 0-1,2 4 1,2-3-45,-3-1 0,6-6 0,0-1 57,-1-5 6,6 0 0,-4-16 0,10-1 0,4-6 1,-1-2 0,0 2 0,0 1-41,0-1 0,0 3 0,3 0 0,-3 0 31,-1 0 1,4 3 25,-2-5 1,-1 7 5,2-2 0,-5 4-16,4 1 0,-5 6 0,0 4-57,-2 3 0,-2 1 0,0 0-20,0 1 0,0-1 0,0 1 20,0-1 48,6 0 0,-4 1 0,4-1 0</inkml:trace>
  <inkml:trace contextRef="#ctx0" brushRef="#br1" timeOffset="300">24831 9093 8532,'-14'0'0,"0"0"-755,-1 0 1,6 0 1169,-1 0-407,7 0 0,-2 0 0,10 0 46,5 0 0,2 0 0,1-1 0,-2-2-72,-1-2 1,-1 0-1,6 5 1,-2-2-1,-4-2 1,4 2-1,-5-4 1,2 1-1,-1 0 0,-4-5 0,3 4-9,-2-2 0,-1 3 25,-5-4 0,0 4 1,-1-3 6,-4 1 0,-3 3 0,-7 4-6,1 0 1,4 4 0,1 3-1,-2 1 1,3 1 0,0 6-35,1-1 0,-2 1 0,4-1-113,2 0 0,1 1 0,2-1-50,0 1 1,5-1 0,1-1 0,2-2 197,3-2 0,2-5 0,46-24 0,12-11 0</inkml:trace>
  <inkml:trace contextRef="#ctx0" brushRef="#br1" timeOffset="301">25076 9036 8532,'0'-15'-97,"0"1"1,2 4 0,1 1 0,2-2-107,-2-2 0,-2 3 0,1 2 188,3 2 1,-2 1-42,7 5 1,-7 2 0,3 2 58,1 6 1,-4 3-1,5 1 1,-2 1-33,-3-1 1,-1 0 0,-2 1 66,0-1 0,-2 1 0,-1-1-23,-2 0 1,-6-1 0,2-2 0,-4-1-55,-2 1 0,1-3 1,0 0-1,-1 0-57,1 0 0,1-3 1,2 3-1,1-2-435,-1-3 371,5-1 1,1-8 0,10-2 159,4 0 0,43-43 0,-21 23 0,0 0 0</inkml:trace>
  <inkml:trace contextRef="#ctx0" brushRef="#br1" timeOffset="302">25292 8892 8532,'0'-14'-831,"0"-1"0,1 2 883,4 4 0,-3 4 1,3 10-1,-4 4-6,-1 4 1,0 2 0,-1-1 0,-3 2 33,0 3 1,-3-3 0,4 5 0,-2-2-63,2 0 0,0 2 0,0-3 0,-2 2-11,2 3 0,-4-6 0,3 4 1,0-2-113,3 0 0,1 5 0,0-4 1,0-3-159,0-1 1,0-1 0,0-1 262,0 0 0,13-38 0,2-9 0</inkml:trace>
  <inkml:trace contextRef="#ctx0" brushRef="#br1" timeOffset="303">25249 9065 8532,'-2'-23'-533,"-1"4"1,-2 3 550,2 2 0,1 4 0,6 2 1,4 2-29,6 2 1,8 3 0,-1 1 0,1 0 9,4 0 0,46-7 0,-30 3 0,1 0 0</inkml:trace>
  <inkml:trace contextRef="#ctx0" brushRef="#br1" timeOffset="304">25824 8906 8586,'10'-22'-257,"-1"3"1,-1-2 0,2 2 0,-4 1 335,1 2 0,-4 2 153,7-1 0,-6 3-284,6 2 1,-7 5-1,2 10 49,-3 5 1,-2 4-1,0 4 1,0 2 13,0 3 0,-2 1 1,-1 6-1,-4 2-24,-1 2 0,4 4 0,-6-3 0,-1 2-7,-2 3 0,3-2 0,1 4 0,-2 1-58,-2-3 0,-2 2 0,1-7 1,0 0-88,-1 0 1,6-1-1,-1-7 1,-1-3-51,-2-5 1,4-5 0,1-2-307,1-3 521,2-6 0,5-28 0,0-15 0</inkml:trace>
  <inkml:trace contextRef="#ctx0" brushRef="#br1" timeOffset="305">25839 9151 8575,'6'-29'0,"-3"7"0,7 3 0,-1 3-422,-1 1 0,7 2 0,-2 4 0,4 4 374,1 3 0,-2 2 0,-2 0 0,2 0 113,3 0 1,-3 7-1,3 1-53,-3 0 0,-6 5 1,-2-4-1,0 4-3,0 1 0,-5-4 0,2 0 0,-3 1-12,-2 2 0,0 1 1,-2 0-20,-3 1 1,-3-6 0,-6-1-1,-1 0-50,1 0 0,-5-3 0,0 3 0,-1 0-22,0 0 1,4-5-1,-4 2-29,5-3 1,0-2-170,1 0 292,6 0 0,1 0 0,7 0 0</inkml:trace>
  <inkml:trace contextRef="#ctx0" brushRef="#br1" timeOffset="306">26213 9093 8496,'9'-1'0,"1"-4"-426,1-5 0,2 2 1,1 0 325,1 2 0,-1 1 1,-1 7 119,-4 3 1,-1-2 0,-4 6 1,0 3 1,1 0-1,-5 3 1,0-1-44,0 1 1,-1-3-1,-3-1 1,-2-1-70,-2 1 1,5-3-1,-4 0 54,1-1 0,3 2 51,-7-4 1,7-2 15,-2-8 0,4-3 1,1-6-16,0 0 1,4 4-1,3 2 1,-1 0-101,1 0 0,4 3 0,-2-4-91,4-2 1,1 4 0,1 2 174,-1 4 0,1-1 0,-1-1 0,0-2 0,1 0 0,-1 5-75,1 0 0,-1 0 117,0 0 98,-6 0 1,-1 2-1,-9 1 1,-1 4-55,-2 1 0,-6-4 1,1 6-1,-1 1-44,2 2 0,-4-4 0,5 1 0,-2 1-5,1 2 0,5-3 0,0-1-28,2 2 20,2 2 1,2-5 0,2-3-63,6-3 0,3-4 15,1-3 1,-1-3-1,-2-6 1,-3-1 6,-1 1 1,-3 0 0,-4-1-10,0 1 1,0 0 0,0-1-31,0 1 0,-1 1 1,-2 2-1,-4 3-253,-1 1 303,5 3 0,-16 4 0,3 0 0</inkml:trace>
  <inkml:trace contextRef="#ctx0" brushRef="#br1" timeOffset="307">26716 8791 8496,'-1'-13'-194,"-4"4"0,2 2 1,-5 9-29,1 3 1,2 4 0,5 11 0,0 2 168,0 0 1,-4 6 0,-1-6-1,2 2 82,1 0 1,0 0-1,-1 3 1,-2-1-33,2-2 0,0-2 0,0 4 0,-4-2-10,-1 1 1,5-4 0,-3-2 0,1-3-46,0-2 0,-1-6 57,1-3 1,3-5 0,-2-5-6,2-4 0,7 1 0,1-2-4,2-1 1,2 0 0,3 0 0,-2 3-23,-2 1 1,1 1-1,4 3-2,1-2 0,-6 0 1,1 5 30,1 0 0,-3 0 0,0 2 14,-1 3 1,-3-2 6,-4 6 1,-1-4 0,-4 3 0,-3 0-8,0 0 1,-5-3 0,4 3 0,-4 0-19,-2 0 1,1-3 0,0 3 0,-1 0-72,1 0 0,-1-4 0,1 6-292,0 1 370,6-4 0,40-7 0,16-8 0</inkml:trace>
  <inkml:trace contextRef="#ctx0" brushRef="#br1" timeOffset="308">26932 9165 8024,'-2'-14'-264,"-2"0"0,0 4 0,-5 2 285,-2 2 1,-2 1 0,-2 5 0,1 1-47,0 4 0,-1 2 0,2 4 0,2-2 45,2 3 0,1-5 1,-2 3-1,4 0-81,-1-2 0,6 4 37,-4-2 0,5 1 0,5-1-15,4-5 1,4-4 0,1-1-2,1 0 1,-1 0 0,1 0 0,-1 0 20,0 0 0,-4 0 1,0-1 31,1-4 1,-3 3 51,1-3-25,-5 4 1,2 2 0,-8 3-11,-2 0 0,0 8 0,-4-3-151,2 4 1,1-3 0,5-1-413,0 2 533,0-4 0,45-33 0,11-14 0</inkml:trace>
  <inkml:trace contextRef="#ctx0" brushRef="#br1" timeOffset="309">27105 8921 8496,'8'-15'0,"-4"-1"-974,-2-3 1,0 10 809,2-1 0,-2 8 0,3 7 206,-4 5 0,-2 7 0,-2 3 0,-4-1-12,-1 1 0,5-2 0,-3 4 1,-1 1-3,-2-1 1,1-3 0,-2 4 0,0-2-20,2-4 1,-3-1 0,6-1 0,1-1 64,-3 0 0,6-4 164,-4-1-214,3-5 1,9 0 0,2-8-16,4-6 1,1 4-1,1 1 1,-1 3-29,1 2 1,-1 0 0,0 0-54,1 0 0,-6 0 0,-1 2 35,-1 3 0,-2-2 0,-5 6 37,0 3 0,-7 0 1,-2 1-1,-4-2-2,-2-1 0,1-2 1,-2 3-1,-2-3 9,-1-1 1,-5 2 0,5-4-1,0 0 3,-2 1 1,5-4 0,-3 3-179,3-4 0,8 1 168,3 3 0,55-23 0,14 0 0</inkml:trace>
  <inkml:trace contextRef="#ctx0" brushRef="#br1" timeOffset="310">27292 9194 8104,'-13'-10'0,"2"2"-403,1 2 0,5 1 0,-4 5 407,-2 0 1,3 7-1,-2 2 7,-1 4 0,4 1 0,3 1 1,0-2-21,0-4 1,2 4 0,-3-3-1,4 2-278,1 3 287,0-7 0,12 5 0,4-5 0</inkml:trace>
  <inkml:trace contextRef="#ctx0" brushRef="#br1" timeOffset="311">27335 8935 8054,'-8'-14'-244,"1"6"0,33 14 1,6 10-1</inkml:trace>
  <inkml:trace contextRef="#ctx0" brushRef="#br1" timeOffset="312">27608 8791 8496,'-1'-13'-522,"-4"4"170,3-4 1,-4 13 0,4 0 390,-3 8 1,4 10 0,-4 2 0,2 3 74,-2 2 1,2-2 0,-5 1 0,0 1-83,0 2 0,3 2 1,-5 0-1,-1 0-61,-2 0 0,-1-1 0,0 3 0,-2 1-125,-3 1 1,3 6-1,-4-4 1,4-2-11,2-2 0,1-1 0,4-11 0,4-1 164,3-2 0,21-21 0,5-4 0</inkml:trace>
  <inkml:trace contextRef="#ctx0" brushRef="#br1" timeOffset="313">27623 9151 8496,'0'-10'-1128,"0"1"864,0-2 1,-2 4 315,-3 2 1,4 5 0,-6 5 17,1 5 0,3 3 0,-5 1 1,0 0-99,0 1 0,3-1 1,-5 0-1,1 1-62,1-1 1,0 5 0,4 1 89,0-3 0,12-1 0,8-1 0</inkml:trace>
  <inkml:trace contextRef="#ctx0" brushRef="#br1" timeOffset="314">27752 8949 7597,'0'15'0</inkml:trace>
  <inkml:trace contextRef="#ctx0" brushRef="#br1" timeOffset="315">27910 8892 8496,'0'-14'-192,"0"-1"1,0 1-42,0-1 1,0 6 285,0-1 0,0 9 0,0 1-130,0 8 1,0 6-1,-1 4 1,-3 2 126,0 3 0,-7-1 1,3 4-1,-2-2-50,0 1 0,1 4 1,-6 3-1,1 2-39,0-2 0,-1 0 1,1-1-1,-2 3-43,-3-2 0,3 3 0,-2-1 0,5-2-144,4-2 1,1-6 0,-4-2 0,5-1 225,0-3 0,9-28 0,6-7 0</inkml:trace>
  <inkml:trace contextRef="#ctx0" brushRef="#br1" timeOffset="316">27709 9194 8496,'0'-14'0,"0"-1"-157,0 1 1,0 4 0,1 1-202,4-2 0,3 4 1,7 2 232,-1 4 1,0 1-1,1 1 40,-1 4 1,1-2 0,-1 7-314,0 1 398,1 2 0,-7 8 0,-2 1 0</inkml:trace>
  <inkml:trace contextRef="#ctx0" brushRef="#br1" timeOffset="317">28011 9165 8158,'-2'-8'-1054,"-2"4"1180,2 2 0,-4 4-83,6 2 1,0-1-25,0 7 0,6-7-55,4 2 0,2-3 0,3-2-12,-1 0 1,-4 0-3,-1 0 35,1 0 1,0 0 0,-2 1 12,-2 4 1,-1-2-1,-5 7 1,0 1 4,0 2 1,-7 8 0,-2 3 0,-4 4-12,-1 6 1,-7 3-1,-3 7 1,-3 3-41,-2 1 1,0 1 0,0-4-1,1 0 6,-1-4 0,2-9 0,1-3 1,2-8 12,-2-5 1,6-8-1,0-5 1,4-6 83,2-7 0,1-4 0,2-4 0,3-2 59,2-3 1,1 4 0,5-3-1,0-1-58,0 1 1,0 4 0,2-2-1,2 0-41,6 1 1,3 0 0,1 5 0,2-1-184,3 1 1,2-1 0,5 1-1,-2 1 168,1 4 0,22 9 0,5 8 0</inkml:trace>
  <inkml:trace contextRef="#ctx0" brushRef="#br1" timeOffset="318">28543 9137 8496,'0'-15'-647,"-1"7"422,-4 3 1,3 10 0,-2 5 0,2 3 197,2 1 1,-5 0 0,0 1 0,1-1 20,-3 0 0,1 2 0,-5 2 0,3 1-15,1-1 0,-4-2 21,1-2 0,-9 1 0,-3-1 0</inkml:trace>
  <inkml:trace contextRef="#ctx0" brushRef="#br1" timeOffset="319">28630 8921 7930,'-15'0'-728,"6"0"0,1 1 571,1 4 0,1 5 0,3 7 0,-2 4 157,2 1 0,1 2 0,-3 19 0,-3 7 0,0 4 0,0 1 0</inkml:trace>
  <inkml:trace contextRef="#ctx0" brushRef="#br1" timeOffset="320">28716 9280 8496,'-8'-6'-146,"2"3"0,4-5-67,-3 1 1,4 1 404,-4 1 0,2 4-424,-2-4 116,3 3 1,-4 4-46,6 3 93,0-4 42,0 6 0,1-7 0,4 0-8,5 0 0,3-5 0,1 0 1,0 0 10,1-1 1,-6 4-1,1-4 1,1 1 25,2 0 0,1 0 0,1 5 73,-1 0 1,-4 0-55,-1 0 1,-6 7 0,2 2-22,-3 4 1,-2 2 0,0-1 0,0 0-178,0 1 1,0-1 0,-2 2 0,-1 2 175,-2 1 0,20 19 0,9 1 0</inkml:trace>
  <inkml:trace contextRef="#ctx0" brushRef="#br1" timeOffset="321">29306 9208 8496,'8'-20'-78,"3"4"1,-6-3-1,0 3-937,1 1 1193,-4 1 0,2 1 1,-8 5-175,-6 8 0,-3 2 0,-1 7 1,-1 2 48,1 2 1,0 2-1,-1-3 1,1-1-62,-1-1 1,1 0-1,1 4 1,2 0-63,2 1 1,5-6 0,0 1 38,2 1 1,2-3 29,0 2 1,2-7-4,2 2 0,4-5 0,7-3 0,-1-4-53,0-1 1,1 0 0,-1-3 0,1 3-15,-1 2 1,0-4 0,-1 4 59,-3-2 0,3 4 0,-4 0 8,4 2 1,-3 4-1,-2 2-54,-2 6 1,4 0 56,-6 4 0,8-9 0,-4 8 0</inkml:trace>
  <inkml:trace contextRef="#ctx0" brushRef="#br1" timeOffset="322">30011 9050 16136,'5'-14'-2090,"-1"-1"0,1 1 1650,-5 0 1,5 4-1,0 0 390,-2-1 0,-1 3 1,-4 0 17,-3 2 1,2-1-1,-7 4 247,-1-2 0,-2-1 0,-1 3-54,0-2 1,-1 0 0,1 5-1,-1 0-10,1 0 0,0 0 0,1 2 0,2 1-255,1 2 1,5 6 0,-3-1 100,2 2 1,1 4 0,5 2-1,0 1-61,0-1 0,2-1 0,1 1 0,3 3 2,2 1 0,-3-3 1,5 4-1,-1-1 15,-1 0 0,5-2 0,-5 2 0,2-1-98,-1-4 1,-6-1-1,2-1 1,-3-1-107,-2 1 0,0-1 1,-2-1 125,-3-4 1,-4-2 0,-9-7 0,-3 0 108,-1 0 0,3 0 1,-3 0-1,-1 0 50,1 0 1,4-5-1,-1 0 1,5 0-166,4-1 1,2 4-136,3-2 0,10 2 341,0 2 0,64-13 0,-26 5 0,0 0 0</inkml:trace>
  <inkml:trace contextRef="#ctx0" brushRef="#br1" timeOffset="323">30040 9252 12175,'-15'-2'-447,"1"-3"1,-1 4-1,1-4 1,0 3 489,-1 2 0,6 0 0,-1 2-80,-1 3 0,4-2 0,3 6-79,2 3 0,2-4 0,2 0 1,2-2 133,6-3 0,3 4 1,3-3-1,1 0 12,3-3 0,-1-1 0,-3 0-36,3 0 0,-3-1 0,3-3 0,-3-2-36,-2-2 0,-4 3 1,-2-4 7,-2-3 1,-1 0 0,-5-3 0,0 1-15,0-1 1,-5 1-1,-1 0 1,-4-1 19,-6 1 0,2 4 0,-5 2 0,3 0 37,2 0 1,-1 5-635,1-2 584,6 10 1,46 16 0,18 9 0</inkml:trace>
  <inkml:trace contextRef="#ctx0" brushRef="#br1" timeOffset="324">30227 9137 12175,'-15'-7'-634,"6"-1"0,1-6 1,0-1-186,0 1 737,4 6 0,0 0 0,8 5 187,6-2 1,3 0-1,1 4 1,1-3-50,-1 0 1,0-1 0,1 5 0,-1-2-71,1-3 0,0 4 0,1-6 0,0 3-12,-3-1 1,-2-5 0,2 4-1,-2-1-50,-1 1 0,-7-5 0,2 1 80,-3-3 0,-2 4 1,-2 1 90,-3 1 0,-3 3 0,-6 4 3,-1 0 0,1 1 0,0 4 1,-1 5-139,1 2 0,-1 4 1,1 4-1,0 4-26,-1 3 0,1 2 0,0 1 0,-1 2-25,1 1 1,-1 7-1,3-1 1,0 1-16,3-2 0,1 4 0,-3-5 0,3-1 28,1-2 1,-2-4-1,2-3 1,1-1-19,-1-2 0,-2-6 1,3 1-103,-2-3 169,-2-2 0,-4-31 0,-1-9 1</inkml:trace>
  <inkml:trace contextRef="#ctx0" brushRef="#br1" timeOffset="325">30040 9381 8552,'4'-16'0,"3"-1"-325,1-3 1,1 3-1,6 6 1,-1 3 85,0 1 0,2 2 0,2 5 0,1 0 305,-1 0 1,-1 0-1,1 0 1,1 2-114,-1 3 1,-2-4 0,-2 4 0,1-2-320,-1 2 366,0-3 0,1-2 0,-1-8 0</inkml:trace>
  <inkml:trace contextRef="#ctx0" brushRef="#br1" timeOffset="326">30471 9036 8552,'2'-19'0,"1"-1"0,3 3-146,2 1 0,-4 1 1,2 3-158,0 2 1,-4 5 231,3 10 0,-4 3 1,-2 8-1,-2 2 97,-2 1 1,-6 5 0,1-3 0,-3 1-11,-1 4 1,-1 1 0,1 2 0,0-1-36,-1 1 1,6 0-1,-1 0 1,0-2 10,2-3 0,0 3 0,5-5 0,-2 1-33,2-4 1,2-3 0,1-2-1,0 1-70,0-1 0,6-6 0,4-3-50,2-4 0,-2 1 0,0 1 161,1 2 0,8-26 0,3-11 0</inkml:trace>
  <inkml:trace contextRef="#ctx0" brushRef="#br1" timeOffset="327">30313 9208 8552,'9'-19'-370,"1"0"0,0 0 0,4 5 1,2 1 265,3 3 1,-1 4-1,4 6 1,1 0 24,-1 0 1,-3 0 0,3 1 0,-1 4-268,-3 5 346,-2-4 0,-2 20 0,1-2 0</inkml:trace>
  <inkml:trace contextRef="#ctx0" brushRef="#br1" timeOffset="328">30629 9252 8333,'-9'0'-792,"-1"0"1,5 0 0,-4 1 843,-2 4 1,3 1 0,0 6-1,0-3-28,0 2 0,4 2 0,-2 0 0,1-2-49,0-1 1,1-5 60,4 4-35,0 1 1,1-4 0,4-6 0,5-8 0,-2 0 0,1-1 0,2-3 0,2 0 1,2 2 0,-1 0 0,0-1-2,1-2 1,-1 1 0,1 0-1,-1 3-1,0-2 0,-1 3 0,-2 0 0,-1 1-26,1 4 15,-5 1 0,1 4 1,-7 3 15,0 4 0,0 4 0,-2 2 41,-3-1 1,-1 0 0,-3 1 12,4-1 1,2-4 104,-2-1 0,3-4 55,-3 5-235,4-7 1,7-1-1,2-9-4,0-1 0,3 3 1,-4-3-1,1 0-58,3 0 1,2 4 0,1-6 28,0-1 1,1 3 0,-1 0 32,1 1 1,-6 3 0,-1 2 0,0-1 29,0-2 1,-3 2-8,5 8 1,-7-2 0,2 6 0,-4 3-20,-1 0 0,0-2 0,0 0 0,0 1-313,0 2 325,0 1 0,0 20 0,0 4 0</inkml:trace>
  <inkml:trace contextRef="#ctx0" brushRef="#br1" timeOffset="329">31119 9237 8552,'-5'-19'0,"-2"0"-133,-1 1 0,-1 7 1,-6 3 107,1 2 0,0 1 0,-1 7-118,1 2 1,-1 4 0,1 7 0,1-1 149,4 0 1,-4 1 0,5-1-11,0 1 1,2-1-1,6 0-78,0 1 1,0-6 10,0 1 1,1-2 29,4 2 1,-2-4-1,7-6-16,1 0 1,2-2 0,1-1 5,0-2 0,-4-4 1,0 2-31,1-1 1,2 4-30,1-6 0,0 7-18,1-2 1,-6 5 58,1 5 1,-7-2 0,2 7-98,-3 1 165,-2 2 0,-7 20 0,-1 6 0</inkml:trace>
  <inkml:trace contextRef="#ctx0" brushRef="#br1" timeOffset="330">31205 9180 6602,'13'1'123,"-2"2"-83,-2 2 0,-5 6 1,0-1-1,0 3-16,0 1 1,-2 1 0,3-1 0,-4 0-44,-1 1 1,5-1 0,0 1-1,-2-1-23,-1 0 1,-2 1-1,0-1 1,0 1-493,0-1 534,0 0 0,-13 1 0,-3-1 0</inkml:trace>
  <inkml:trace contextRef="#ctx0" brushRef="#br1" timeOffset="331">31306 9280 8534,'-15'-1'-297,"1"-2"-95,-1-2 1,-4 0-1,0 7 1,1 2 429,2 6 1,1 3-1,-1 1-56,1 1 1,-2-1 0,9 2 0,-2 2-47,0 1 1,6 1 63,-6 0 0,13 15 0,-1 10 0</inkml:trace>
  <inkml:trace contextRef="#ctx0" brushRef="#br1" timeOffset="332">31708 9180 8534,'8'-15'-34,"-1"1"1,-7 0-118,0-1 0,6 1 0,4 1 118,3 3 1,-4-1 0,1 6 108,1 2 1,2-3-61,1 1 0,-4-5 0,-1 6-151,2 0 0,-3-4 25,2-1 0,-7 1 0,2-2 92,-3-1 1,-2-2 0,0-1-10,0-1 0,-2 7 1,-1 2 56,-2 0 0,-6 4 0,1-3-31,-2 4 1,2 2 0,0 2 0,-1 4 10,-2 1 0,-1 6 0,0 5 0,-1 1 3,1 0 1,-1 3-1,1 6 1,0 1-8,-1 4 1,2-4-1,2 5 1,2-1-23,-3-1 0,1 6 0,0-4 0,3 0-60,2 0 0,-4-1 1,4-6-1,-1 1-98,1 0 1,-4-5-1,4-2 1,0 1 173,-1-1 0,-10-17 0,1 0 0</inkml:trace>
  <inkml:trace contextRef="#ctx0" brushRef="#br1" timeOffset="333">31464 9410 8534,'8'-14'0,"-2"-1"0,-1 1-369,0-1 0,6 1 0,-1 1 348,2 4 0,3 2 0,-1 7-46,1 0 0,-1 0 0,0 2-61,1 3 1,-6-2 0,1 6-2,1 3 1,-3-4 128,2 1 0,-14 7 0,3 7 0</inkml:trace>
  <inkml:trace contextRef="#ctx0" brushRef="#br1" timeOffset="334">31737 9338 8524,'8'-14'-1986,"0"1"2205,-3 3-215,-3-3 0,6 13 1,-5 0 31,2 8 1,-1 5 0,-4 2 0,0-1-14,0 0 0,0 1 1,0-1-20,0 1 0,0-1 14,0 0 0,0 1 0,2-3 0,3-2 0,-2-4-28,7-6 1,-6 0 0,4-1 16,-1-4 0,4-3 0,-2-6-23,4-1 0,-3 1 0,-1 0 6,3-1 1,-4 2 0,0 2 7,-2 2 0,5 5 2,-1 0 0,-2 4-7,1 4 1,-5 0 0,0 5-43,-2 2 0,-2 2 1,0 2-1,0-1-44,0 0 1,0 1 0,0-1 0,0 0-373,0 1 465,0-1 0,-6 1 0,-2-1 0</inkml:trace>
  <inkml:trace contextRef="#ctx0" brushRef="#br1" timeOffset="335">31982 9424 8524,'5'-14'-766,"1"0"258,2-1 0,-3 2 0,4 2 513,3 2 1,-1 4 0,0-3 63,-2 1 1,-4 3-1,3 5 67,-1 4 0,-3 3 1,-4 6-110,0 1 1,0-6-1,0 1 12,0 1 0,0 2 1,0 1 13,0 1 0,-4-6-128,-1 1 0,0-5 57,5 4-38,0-6 0,2 4 0,2-7 1,3-2-1,4-1 1,-1-3 34,1-2 1,-3 3 0,1-3 0,3 0 8,0 0 0,-2 0 0,0-2 26,1 5 0,-3-1 42,1 1-43,1 1 0,-2 5 1,-3 4-15,-4 4 1,-1 4-1,0 2 1,-1-3-22,-4-2 0,3 3 0,-2-4 1,2 4-21,2 2 0,0-6 42,0 1 0,-6-1 0,-2 6 0</inkml:trace>
  <inkml:trace contextRef="#ctx0" brushRef="#br1" timeOffset="336">32356 9338 8446,'6'-22'-214,"-3"1"1,5 6-1,0 1-870,0 0 1166,-4-1 0,2 9-77,-6 6 0,0 6 0,0 9 0,0-1 14,0 0 0,-2 6 0,-1-1 0,-2-2-3,2-1 0,-3 0 0,-1 2 0,1 1-28,0-1 0,-1-2 1,4-2-1,-2 2 17,2 3 0,1-8 0,1 4 0,-2-2-75,-2-1 1,0 3-1,7-2-29,2-4 0,0-2 0,5-7 0,2 0 99,2 0 0,34-45 0,7-11 0</inkml:trace>
  <inkml:trace contextRef="#ctx0" brushRef="#br1" timeOffset="337">32644 9050 8446,'8'-14'-122,"-2"4"58,-6 1 0,0 7 0,-2 2-74,-2 8 1,0 6 0,-5 4-1,-1 3 160,2 1 0,-5 2 0,4 5 0,-2 0-33,1-1 1,-3 3 0,5 1 0,-1 1 0,-1-1 1,2 4 0,-3-3 0,1-1-62,-1-2 1,5-2 0,1-3 0,2-2-54,-2-3 1,3 0 0,-2-6 0,2 0-209,2 1 1,0-6 331,0 1 0,13-32 0,3-4 0</inkml:trace>
  <inkml:trace contextRef="#ctx0" brushRef="#br1" timeOffset="338">32500 9396 8112,'4'-10'0,"3"2"-661,1 2 1,1-4 0,6 5 816,-1 2 1,1 1 0,-1 2-94,0 0 1,1 2 0,-2 3 9,-4 4 0,2-1 0,-6 2 0,0 1-25,1 2 0,-4 1 0,3 1 0,-2-1-60,2 0 0,-4 1 0,4-1 0,-3 1-9,-2-1 0,-2-4 1,-1-1-1,-3 2-402,-2 2 423,4 2 0,-28-14 0,0-2 0</inkml:trace>
  <inkml:trace contextRef="#ctx0" brushRef="#br1" timeOffset="339">32744 9539 8455,'-14'-6'-1797,"4"4"1552,1-2 536,-1 2 1,2 4-195,3 2 1,4 4 0,2 5 0,3-2-72,0-1 1,7-7 0,-1 4 0,3-3-27,1 1 1,1 0 0,1-5 0,1 0-21,2 0 1,1 0-1,-6 0-16,0 0 1,-4 0 0,-2-2 0,-2-2 18,-2-6 0,-3-3 0,-1-1 0,-1-1 18,-4 1 0,-3 0 0,-8-1 1,-2 1-7,-1-1 0,-2 3 1,4 0-1,-4 4-193,-2 2 1,6 1 0,-2 5-318,3 0 515,1 7 0,33 33 0,7 14 0</inkml:trace>
  <inkml:trace contextRef="#ctx0" brushRef="#br1" timeOffset="340">33003 9525 8455,'-8'-6'0,"-5"2"0,4-5-69,-4-2 0,-1 4 12,-1 2 1,3 10 0,0 5-140,3 3 1,6-4 0,-2 1 86,3 1 0,2 2 29,0 1 0,2-6 107,3-3 0,3-5 0,6-3 8,0-2 0,-4-6 0,-1 3 0,3-2-2,0 1 0,3-1 0,-1-3 0,1 2-16,-1 1 0,0 6 1,1-4-1,-1 0 64,1 0 0,4 4 0,2 0-62,1 2 0,-6 4 0,0 2 1,-5 6-31,0 3 1,-3 3 0,2 1-1,-1 4-10,-1 2 0,4 1 21,-8 4 0,8-5 0,-4-3 0</inkml:trace>
  <inkml:trace contextRef="#ctx0" brushRef="#br1" timeOffset="341">20271 9971 8537,'-7'-14'-792,"4"4"-872,-6 0 1469,5 1 152,-2-6 0,8 7 1,1 2 42,2 0 0,-1 4 0,9 8 0,3 10 0</inkml:trace>
  <inkml:trace contextRef="#ctx0" brushRef="#br1" timeOffset="342">19911 10144 11710,'-14'-15'-946,"4"1"1,1-2 618,-3-3 0,4 3 1,-1-3-1,-1 3 411,2 1 1,0-1-1,5-1 1,-2-4-114,2-2 1,1 1 0,2-3 0,0 1 75,0-2 0,5-1 0,2-2 0,2 2-41,7 3 0,-1-3 0,4 4 0,-2 1 11,3 3 1,-4 3-1,3 1 1,-3 3-42,-2 2 0,1 4 1,-1 6-1,0 0 83,1 0 0,-6 1 0,-1 4-66,-1 5 0,-3 2 0,-4 3 0,0-1 16,0 0 0,-1 2 0,-4 2 1,-6 3 49,-7 1 1,1-3-1,-7 5 1,-3 2-22,-5 1 0,0 2 0,-7 0 0,-1-1-42,-1 1 1,-9 2 0,-1 1-1,0 0 14,3-5 0,3 0 0,4-9 0,2-4 138,6-3-69,9-8 0,11 4 0,13-9 1,9-1-5,9-2 0,4-1 0,7 1 1,2-3-41,2 0 0,2-3 1,4 4-1,-4 1-97,0 0 0,2-4 0,4 4 0,-1-1-187,-1 1 1,-7-4 259,1 5 0,17 7 0,3 6 0</inkml:trace>
  <inkml:trace contextRef="#ctx0" brushRef="#br1" timeOffset="343">20242 9971 9748,'0'-14'-272,"0"-1"1,-2 1 0,-1-1 103,-2 1 1,1 5-1,4-1 388,0-1 102,0-2-340,0-1 1,0 7 0,1 6-1,2 5 12,2 4 0,0 2 1,-5 4-1,0 1-112,0-1 0,2 0 0,1 1 0,2-1-89,-2 1 1,-2-1 0,-1 0 0,0 1-24,0-1 1,0 1 0,0-1 0,-1 0-433,-4 1 673,3-1 1,-10 1 0,4-1-1</inkml:trace>
  <inkml:trace contextRef="#ctx0" brushRef="#br1" timeOffset="344">20314 9827 8383,'5'-14'0,"0"-1"-485,-2 1 1,-2-2 0,-1-2 182,0-1 0,2 6 327,3 9 1,-4 4-1,6 4-108,-1 6 0,-3 1 0,5 0 1,-1-1 82,-4 1 0,24 15 0,5 4 0</inkml:trace>
  <inkml:trace contextRef="#ctx0" brushRef="#br1" timeOffset="345">20587 9755 8411,'0'-9'-514,"-1"1"-561,-4 1 1096,3-4 0,-9 11 0,5 2 34,-2 10 1,5 3 0,-4 6 0,2-1-17,1 4 1,-6 4 0,5 0 0,0 1-25,-1 0 0,4 0 1,-4 1-1,1 2-45,0 2 1,1-1-1,4-4 1,-2 0-90,-3-1 0,4 1 0,-4-2 0,3-3-204,2-4 0,0-4 323,0-2 0,0 0 0</inkml:trace>
  <inkml:trace contextRef="#ctx0" brushRef="#br1" timeOffset="346">20314 10072 8411,'0'-15'0,"0"-1"0,0-1-136,0-2 0,0 4 0,2 7-136,2 2 1,4 1 0,7 5 0,-1 0-558,1 0 829,5 6 0,35 22 0,13 10 0</inkml:trace>
  <inkml:trace contextRef="#ctx0" brushRef="#br1" timeOffset="347">20918 10230 8411,'-8'-2'-178,"3"-2"0,4 0 0,2-5 140,4-2 0,2 3 0,4-2 1,-2-1 84,3-2 1,5-1 0,2-2 0,-1-2-68,-2-1 0,3 0 0,0 3 1,-1-2-18,-2-1-10,-2-7 1,-4 10-1,-2-3 38,-2 3 1,-1 2-1,-5-1-17,0 1 0,-2 6 0,-2 3 14,-6 4-29,-3 1 1,-1 0 0,0 0-1,-1 1 33,1 4 0,1-2 1,2 5-1,3 0-13,1 0 1,1 0-1,3 3 1,-2-1-5,2 1 1,3-4 0,3-1 0,3-1 6,2 0 0,2 1 0,6-3 0,2 2-54,1-2 1,2-1 0,-4-2 0,4 0 8,1 0 0,-3 0 1,4 0-1,-1-2 58,1-3 0,-4 4 0,3-6 1,-1 3 45,-3-1 1,-7 0-1,-2 5-27,2 0 1,-4 2 0,-2 2 2,-4 6 0,-1-2 0,0 2 0,-1 1-38,-4 2 0,3 1 0,-4 0 0,1 1-45,0-1 1,0 1-1,5-1 1,0 0-84,0 1 0,0 4 1,2 0 148,3-1 0,48-34 0,17-10 0</inkml:trace>
  <inkml:trace contextRef="#ctx0" brushRef="#br1" timeOffset="348">21566 10115 8411,'-15'-14'0,"1"1"-147,0 3 0,-1-1-541,1 6 664,6 0 0,3 5 41,10 0 1,-2 0 0,7 0-73,1 0 0,-3 0 1,0-1-1,0-2-121,0-2 1,-5-2 10,2 3 147,3 2 0,-13-4 0,0 6 23,-6 0 0,1 0 0,1 1 0,-2 4 19,-2 5 0,3-2 1,2 1-1,0 2-5,0 2 1,5 2 0,-2-1-29,4 0 0,1 1 0,0-1 0,1-1-62,4-4 1,3 4 0,6-5 0,1 0-62,-1-3 0,1 1 0,-1-1 132,0-2 0,26-20 0,7-7 0</inkml:trace>
  <inkml:trace contextRef="#ctx0" brushRef="#br1" timeOffset="349">21681 9985 8411,'0'-28'0,"0"0"-115,0 4 1,0-3 0,0 5-1087,0 0 1124,0-6 1,0 12-1,0-3 1,1 3 262,4 2 1,-2 1-154,7 3 0,-7 6 1,2 8-1,-3 6-34,-2 3 1,4 6 0,1 2 0,-2 0 11,-1-1 1,-2 6 0,0-2 0,0 1-43,0-1 1,0 4-1,0-4 1,0 3-78,0 2 1,-2-1 0,-1 1 0,-2 2-266,2 2 300,2-3 1,-4 6 72,0-8 0,7-12 0,6-3 0</inkml:trace>
  <inkml:trace contextRef="#ctx0" brushRef="#br1" timeOffset="350">21897 10144 8420,'-16'-7'0,"-2"-1"-198,-1 0 0,0 2 0,4 6-108,1 0 0,1 2 1,2 1-1,3 3 313,1 2 0,1 0 0,3 3 0,-2-1 32,2 1 0,1 2-18,2 1 1,7-1 0,1-2-27,0-1 0,4-7 0,-2 2-72,3-4 1,1-1-1,1 0 21,-1 0 0,0-4 1,-1-3-1,-2 1 34,-1-1 1,-5-2 0,3 2 75,-2-1 1,1 5-6,-3-2-19,-2-3 0,4 8 1,-6 0-20,0 8 1,0 0 0,0 2-69,0 1 0,2 2 0,1 1 1,4-1 56,1-3 0,33-10 0,13-8 0</inkml:trace>
  <inkml:trace contextRef="#ctx0" brushRef="#br1" timeOffset="351">22098 9913 8420,'0'-23'0,"0"0"0,0 2-273,0 4 0,-2 1 93,-2 1 0,2 9 1,-3 6-1,4 8 112,1 5 1,0 3 0,0 1 0,0 4 71,0 2 1,0-1 0,0 3-1,0-1-17,0 2 0,0 0 0,0 1 1,-2-2-41,-3 1 1,4 4 0,-6-6 0,2 3-17,1 2 0,-6-2 0,4-1 1,-1-4-252,1-1 320,1 5 0,-8-36 0,-3-1 0</inkml:trace>
  <inkml:trace contextRef="#ctx0" brushRef="#br1" timeOffset="352">21940 10172 8420,'0'-14'0,"0"0"-81,0-1 0,0 1 0,0 0-82,0-1 0,1 6 0,4 1 2,5 1 1,3 2 0,2 5 0,3 0 26,1 0 0,0 2 1,-4 1-1,-1 4-24,1 1 158,5-5 0,9 22 0,8-1 0</inkml:trace>
  <inkml:trace contextRef="#ctx0" brushRef="#br1" timeOffset="353">22184 10172 8420,'8'-14'-699,"-1"4"1,-6 2 510,4 2 1,-3 0 0,4 3 219,0-2 1,2-6 96,7 1 0,-2 2 0,-2 0 224,-2 2-237,-5-6 0,2 9-95,-6-6 1,-2 5 0,-1 1 0,-3 5-3,-2 3 1,-2 4 0,-3-2-1,2 1-11,2 3 0,4-3 0,-3 1 0,0 3-32,0 0 0,5-2 0,-2-1-18,3 3 0,2 0 0,0 3-83,0-1 1,2-4-1,3-1-35,4 3 0,-1-4 1,2 0 5,1-2 1,-3 0-148,2-1 90,-1-3 211,-1 4 0,-1-7 0,-6-3 0,4 0 0,-3-8 0,17-21 0,-3-14 0</inkml:trace>
  <inkml:trace contextRef="#ctx0" brushRef="#br1" timeOffset="354">22486 10101 7862,'0'-15'-348,"0"1"0,-1 1 0,-2 2 490,-2 1 1,0 1 0,3-6 235,-2 1 0,2 4-98,-3 1 1,-1 4-291,1-5 0,-5 9 1,4 1-32,-2 8 1,5 0 0,-2 1 0,4 2-23,1 2 1,0 2-1,0-1 1,0 0 24,0 1 0,0-1 0,1 1-2,4-1 0,-2 0 1,5 1-3,-2-1 0,4 0 40,-5 1 0,0-1 31,-5 1 0,0-6 0,-2-1-36,-3-1 1,-3-3-1,-6-4 1,0 0-53,-1 0 1,1 5 0,-1 0-759,1-2-167,6-1 984,2-2 0,63-19 0,15-5 0</inkml:trace>
  <inkml:trace contextRef="#ctx0" brushRef="#br1" timeOffset="355">23134 9928 8420,'-15'-27'0,"3"3"-193,2 5 0,2 4-57,3 6 1,4 4-1,-4 10 1,3 4 267,2 4 0,0 6 1,0 2-1,-1 0 56,-4-1 1,3 1 0,-2-2 0,2 5-55,2 4 0,-5-4 0,-1 0 0,-1 1-39,1 2 1,-4 0-1,4-1 1,0-2-106,-1 2 0,-4-1 1,3 1-1,-2-4-31,1-1 0,4 3 0,-3-5-115,2-1 1,-4-2 269,5-2 0,-6-32 0,3-7 0</inkml:trace>
  <inkml:trace contextRef="#ctx0" brushRef="#br1" timeOffset="356">22846 10216 8420,'0'-15'0,"0"1"-124,0-1 1,5 6-1,1 1 1,2 0-154,3 0 0,2 5 1,3-4-1,2 3 195,1-1 0,5 0 0,-5 5 0,0 0 119,2 0 0,-5 0 0,3 0 0,-3 2 0,-1 2 1,-3 0-1,0 5-27,-3 2 1,-6 2 0,2 1 0,-5 1 67,-5-1 0,2-4 1,-6-1-1,-1 3 16,2 0 0,-5 1 0,5-2-17,0-1 1,-3 0-36,6 4 0,2-6-50,8-3 0,3-4 1,6-1-1,1-1-51,-1-4 0,0 2 0,1-7 1,-1 1-6,1 1 1,-1-5 0,-1 3 0,-2-1 16,-1 1 1,-7-2 0,2 2-5,-4-3 1,-7 0-1,-4 2 1,-4 3 34,-5 2 0,1 1 1,-6 5-1,0 0-67,2 0 0,-4 0 1,7 2 82,1 2 0,9 17 0,2 10 0</inkml:trace>
  <inkml:trace contextRef="#ctx0" brushRef="#br1" timeOffset="357">23681 10129 8420,'-7'-22'-168,"6"1"1,-4 7-1005,3-1 1569,-4 7-354,4-4 1,-6 10 0,5-1-1,-2 6 0,-4 5 1,2 6-1,1 1 6,-1-1 0,-2 5 0,4 1 0,0-1-67,-1 1 0,3-4 1,-5 4-1,1-3-25,4 2 1,1-3 0,1 4 17,-4-4 1,3-2 0,-2 0-14,2 1 0,4-7 1,2-3-24,6-4 0,4-1-20,6 0 1,0-6 0,4-2 0,-4-2 0,-4 1 1,-2 1 0,0-4 0,1 4 42,-1 2 0,-4-4 0,-2 4 0,0 0 108,0-1 51,-5-4-100,3 9 1,-6-2 0,-1 7-1,-3 3 18,0 2 1,-1-3 0,3 3-4,-3-2-5,4 6 1,-4-11-25,10 4 1,-2 1 0,7-1 0,1-2-14,2-1 0,1-2 0,0 0 0,1 0 8,-1 0 1,-4-5-1,-1-1 1,3-1 24,0 1 0,-2-5 0,-2 1 61,-2-3 0,1-1 0,-4 0-58,2-1 1,0 6-1,-7 1 1,-1 0-152,-2 0 0,-6 4-132,1 0 1,4 4-80,1 4 0,3 4 331,2 7 0,0-7 0,0-2 0</inkml:trace>
  <inkml:trace contextRef="#ctx0" brushRef="#br1" timeOffset="358">24040 10259 8423,'-14'-8'0,"-1"3"-261,1 3 0,4 2 0,1 0 299,-2 0 1,3 5 0,0 2 9,1 1 0,1 0 0,3 3 0,-2-2-38,2 3 0,1-4 0,4 0-42,3-2 0,-2 4 0,6-6-34,2 0 0,2-3 1,2-1 20,-1 0 0,-4 0 0,-2-1 0,-2-4 15,-3-5 0,4 2 1,-3-1 27,0-3 1,-3 0 0,-1-3 0,0 1 1,0-1-15,0 1 1,5 0 0,1 1-30,2 3 1,2-1 0,4 6 22,1 2 0,-1 1 0,1 2 0,-1 0 8,0 0 1,1 0-1,-1 2 1,0 1 39,1 2 1,-1 6 0,1-1 0,-3 3 0,-2 1 1,1 0-1,-6 1 1,-2-1-23,-1 1 1,-2-1 0,0 0-1,0 1 4,0-1 0,-5 1 0,-1-3 0,-2-1 2,-4-1 0,4-7 1,-1 2 46,-2-3 1,4-4 0,2-3-39,4-4 0,1-4 0,0-1-31,0-1 1,0 1 0,1-1 0,3 1-54,0 0 0,6 4 1,-4 2-1,1 0-226,-1 0 0,5 5 0,-1-2-87,3 3 1,-4 2 375,1 0 0,12 13 0,9 3 0</inkml:trace>
  <inkml:trace contextRef="#ctx0" brushRef="#br1" timeOffset="359">24529 10259 8423,'-14'0'-324,"4"0"1,1 0 169,-2 0 0,-2 0 0,-2 0 0,1 1 230,0 4 0,1-2 0,2 7 1,1 1-38,-1 2 1,3 1-1,0 1 1,0-1-3,0 1 0,5-1 1,-2 0-82,3 1 0,4-3 1,1 0-1,4-4 18,1-2 0,1-1 1,6-5-1,-1 0 15,0 0 1,1-2 0,-1-3-1,0-4 7,1-4 0,-2-1 0,-2-1 1,-2 1-6,3 0 1,-1-2 0,0-2-1,-3-1-20,-2 1 1,1-4 0,-4-1-1,2-1 19,-2 0 0,-1 0 0,-2-4 1,0-3-82,0-2 1,-5 2 0,0-2 0,2 1 85,1-2 0,-3 4 0,1-4 0,0 6-22,3 4 43,1-4 0,0 17-41,0-3 0,0 12 0,0 5 38,0 10 0,-5 11 1,0 0-1,2 5 98,1 4 0,1-1 0,-2 5 0,-2 0 224,2 0-324,1 1 0,2 1 0,0-3-1,0-1 0,0 5 1,2-3-1,2 2-211,6-1 0,9-6 201,5 1 0,-9-9 0,-3-3 0</inkml:trace>
  <inkml:trace contextRef="#ctx0" brushRef="#br2" timeOffset="360">17264 4273 15046,'-8'-6'-3837,"0"3"3252,3-7 0,4 5-299,-4-4 782,3 6 1,7-5 0,1 4 448,2 0 1,-3-1-39,5 5 1,-5 0-28,4 0-281,-6 0 1,5 0 384,-3 0 88,-3 0-92,4 0 1,-4 0-60,3 0 0,-2 0-367,6 0 132,-5 0 413,2 0-96,0 0-435,-4 0 0,-7 5-12,-9-1 0,1 8 0,3-1 1,-1 5 17,-2 3 1,-24 21 0,-10 9 0,-4 3 0,-1-1 0</inkml:trace>
  <inkml:trace contextRef="#ctx0" brushRef="#br2" timeOffset="361">16314 4057 19159,'0'8'-5316,"0"-1"3558,0-7 3814,0 0-806,0-7-1734,0 6 0,0-7-210,0 3 59,0 3-83,0-4 1,-1 6 1452,-4 0 0,2 0-188,-7 0 1,2 6-1,-3 4-726,2 3 1,5 1 0,-2 1 0,1-1-96,0 0 1,1 1-1,4-1 1,0 1 243,0-1 1,1 0 0,2 1 0,4-2 93,1-4 1,1 4 0,6-5 189,-1 0 1,0-2 0,1-6 63,-1 0 0,1 0 0,-1 0 0,0 0-326,1 0 1,-2-6 0,-2-4-1,-2-2-221,3-3 0,-4 6 0,0-1 0,-2-1 147,-3-2 0,4-1 0,-3-1 0,0 1 26,-3-1 1,-1 1-1,0 0 105,0-1 1,0 1 0,0-1-131,0 1 0,-1 6 1,-4 3-1,-3 2 167,0-2 1,-5 4 0,3-2-51,-2 6 1,-1 0 0,2 5 0,1 0-259,-1 0 0,3 1 1,0 6-1,1-1-374,4 1 452,-5-7 0,19 30 1,-1 2-1</inkml:trace>
  <inkml:trace contextRef="#ctx0" brushRef="#br2" timeOffset="362">16645 4144 20403,'-8'-15'-2533,"2"1"1,6 8-1,2 4 2832,2 5-282,-2 8 1,30-3 0,0 7 0</inkml:trace>
  <inkml:trace contextRef="#ctx0" brushRef="#br2" timeOffset="363">16818 4043 20403,'-8'0'-2646,"0"0"2513,3 0 207,4 0 1,-6-2-619,7-2 0,0 0-87,0-5 0,0 4 164,0-4 0,0 4 347,0-5 1,5 5-1,1-3-74,2 2 1,2 1 273,4 5 1,1-5 0,-1 1-19,1 0 1,-6 3 0,1 1-69,1 0 0,2 1 294,1 4 0,-1 3-268,-4 7 1,-2-1-1,-7 0 1,0 1-26,0-1 0,0-4 0,0-1 1,0 2-48,0 2 1,-5 2-1,-1-1-182,-2 0 0,5 1-965,-2-1 776,3 1 0,2-6 1,2-1-179,3-1 1,2-3 619,8-4 1,-1 2 291,1 3 1,-6-4 0,-1 6-41,-1-1 1,-3 2-257,-4 7 1,-1-3 0,-4 0 0,-5-3 125,-2 2 0,-9 2 0,-3 1 1,-5 1 250,-4-1 1,-4 7-163,-6 3 1,19-10-1,4-1 1</inkml:trace>
  <inkml:trace contextRef="#ctx0" brushRef="#br2" timeOffset="364">15940 4331 20075,'5'-15'-1568,"0"1"0,0 0 1,-5-1 243,0 1 1,1 6 1324,4 3 1,-3 5-195,3 5 0,-5 1 0,-5 6 0,-5-3 349,-3 2 0,4 2 0,-1 1 0,-3 2-92,-4 4 0,1-3 0,-5 7 0,0 0-2,-3-1 0,-28 36 0,21-28 1,1 0-1</inkml:trace>
  <inkml:trace contextRef="#ctx0" brushRef="#br2" timeOffset="365">14861 4144 20080,'0'8'-6014,"0"-2"4079,0-6 3060,0 0 0,2-5-947,3 1 0,-4-3-79,4 2 0,-3-3-386,-2-6 1,0 4 80,0 1 0,0 4 0,-2-3-50,-3 2 0,2 1 0,-6 5 0,-1 1 630,2 4 0,-5-2 0,4 7 1,-4 1-126,-2 2 0,1 3 0,1 2 1,2 1-490,2-2 0,1 4 0,-2 0 1,5 0 36,4 0 1,1-2 0,0-5 14,0 0 0,8-1 0,4-3 0,7-5 442,4-4 0,-4-1 0,5 0 0,2-1 94,1-4 0,0 2 0,-1-7 0,-2-1-208,1-2 1,-3-1-1,1-1 1,-2 1-276,-4 0 0,-1-1 1,-3 1-1,-3-1-32,-6 1 1,-2 0 0,-2-1 0,0 1 40,0-1 1,-6 6-1,-4 1 1,-3 0 366,-1 0 1,-1 3 0,-1-3 0,-1 2 119,-2 2 1,-1 3-1,5 1 1,-3 0-307,-1 0 1,0 1-1,4 3-200,1 0 0,6 8 1,3-3-486,3 4 0,2 1 526,0 1 0,52 12 0,11 3 0</inkml:trace>
  <inkml:trace contextRef="#ctx0" brushRef="#br2" timeOffset="366">15422 4158 19474,'0'-14'-3207,"0"-1"1,0 6 2084,0-1-183,7 7 2327,-6-3-987,6 12 0,12 8 1,5 9-1</inkml:trace>
  <inkml:trace contextRef="#ctx0" brushRef="#br2" timeOffset="367">15681 3986 20368,'0'-15'-4903,"-4"1"2085,-1-1 2358,0 1 1,5 8 0,0 6 0,0 8 325,0 4 1,0 3-1,0-1 1,0 1 73,0-1 0,0 5 0,0 2 0,0 1-41,0 4 1,0 1 0,0 2-1,0 1-167,0 4 88,0 3 0,-8 12 1,-3 9-1,-1 3 0,0 1 1</inkml:trace>
  <inkml:trace contextRef="#ctx0" brushRef="#br2" timeOffset="368">14631 3784 21690,'0'-14'-2862,"0"-1"1,0 1 1216,0 0 1,0 4 615,0 0 424,0 7 1,-1-3 960,-4 6 1,-2 1-1,-4 3 1,2 0-145,-3 0 0,4 2 0,0 0 0,0 2-124,0 4 0,-1-4 1,-5 0-1,-1 0-163,1 0 0,4 0 0,1 3 1,-3-3 370,0-2 1,-3 4-1,1-4 1,-1 0 36,1 1 1,4-1 0,1-3 0,-1 4 243,2 1 0,-5-5 1065,4 2-1558,2-4 0,3-1 14,8 0 1,4 0 88,7 0 1,-1 5-226,1 0 1,-6 1-135,1-1 0,-2 3 1,1 7-138,-4-1 1,-2-1 0,1-2 0,0 0 29,0 5 0,-3 0 1,-1 7-1,0-1-95,0 0 0,0 2 0,0 7 0,0 1 59,0 1 0,-1 6 1,-3-6-1,0 1 44,0 1 0,-2-5 0,1 4 0,2-4-43,1-1 0,2-2 0,0-1 0,0-4-19,0-1 0,0-2 1,0-5 52,0 1 1,7-2 0,4-4 544,7-4 1,-2-3 0,3-2-1,-2 0 103,3 0 1,2 0-1,7 0 1,1 0 662,4 0-822,-4 0 0,10 2 0,6 2 0,1 0 0,-1 0 1</inkml:trace>
  <inkml:trace contextRef="#ctx0" brushRef="#br2" timeOffset="369">16689 3338 22606,'0'-10'-7779,"1"2"6413,4 2 1291,-3-5 1,6 5 1263,-4-4-1058,-2 4-440,4 6 1094,-6 0-800,0 0 1,-6 0 634,-4 0 1,2 0-275,-1 0 1,-1 0 0,-4 1-60,-1 4 0,1-3 0,0 2 0,-2 0-183,-4 0 0,4-2 1,-3 3-1,2-2 157,-3 2 1,5-4 0,-6 6 0,2-3 75,-1 1 1,1 0-1,5-3 1,-2 1-216,-3 2 0,3 1 1,-4-3-17,4 2 1,2 0 0,0-5-92,-1 0 1,6 0 27,-1 0-154,1 0 0,-1 0-13,0 0 0,7-2-775,-2-3-416,-3 4 699,0-6 279,-6 7 1,4 0 352,1 0 1,4 0-10,-5 0-8,7 0 1,-3 2 319,6 3-688,0-4 1,-2 6 371,-3-7-24,4 6 0,-6-3 509,7 7-1151,0-7 1,0 5 0,0-3 1,0-2-2,0 7 0,0-5 114,0 4 0,0 1 0,0 4 549,0 1 0,0 1 0,0 1-58,0 2 0,-1 1 0,-2-6 0,-2 2-154,2 3 1,1 2 0,0 4 0,-1-2-88,-2-2 1,-1 4-1,3-2 1,-2 1 388,2 0 0,-5-2 1,0 3-1,-2-1 24,1 2 0,4 0 0,-3-1 0,0-2-9,0-3 1,3 6 0,-3-4-1,0 2 2,0 0 1,5-5-1,-3 4 1,1-1-35,0 1 0,-1-1 0,2 2 1,0-3-62,0 0 1,3-4 0,1 5 0,0-1-61,0-3 0,0-2 0,0-2 0,1 1-100,4-1 1,-3 0 0,4-1 0,-1-2-25,0-1 1,0 0 0,-4 4-20,4 0 1,-3 1 0,4-2 0,-1-2 5,0-2 0,-1 1 0,-4 4 49,0 1 1,2-1-1,1 0-174,2 1 0,0-1 127,-5 1 1,0-1 178,0 0 1,0-4 67,0 0 1,1-7-1,3 3-66,0 1 524,8-6 1,-4 6 32,6-7 1,-5 0 136,1 0 1,0 0-130,4 0 1,0 0 0,1 0-222,-1 0 0,-4 1 1,-1 2-1,3 2-83,0-2 0,3-1 0,1-2 0,1 0 83,3 0 0,0 0 0,-1 0 0,4 0-20,-1 0 1,5 0 0,-4 0-1,1 0-166,0 0 0,-2-5 1,4 0-1,-4 2-50,-1 2 1,4-1-1,-1-1 1,2-2-89,-2 2 0,2 1 1,-7 2-1,0 0-31,2 0 0,-5 0 0,3 0 0,-3 0 40,-2 0 0,1 0 0,-1 0 58,0 0 0,-4 0-121,0 0 1,-1 0 1,6 0 0,-6 5-252,1 0 1,-5 0-1,4-5 225,2 0 0,2 0 1,1-2 67,1-3 1,-1 4 0,1-4 26,-1 3 0,0 1 1,1-3-1,-1 0 36,1 0 0,-1 1 0,0 0-2,1-2 0,-6 0 1,1 5-137,1 0 113,-4-6 340,5 4-482,-10-10 1,4 8 32,-6-5-1375,0 6 679,0-10 0,0 5 251,0-7 1,0 6 0,0-1 199,0-1 1,0-2 0,0-1 0,0 0 12,0-1 0,0-1 1,0-1-1,0-4 65,0-2 0,0 4 0,0-6 1,0-4-5,0-3 0,0-5 1,0 2-1,0-5-139,0 0 0,0-5 0,0-3 0,2 0 337,3-1 1,-4 6 0,4-2-1,-3 5 32,-2 0 1,0 3-1,0 0 1,0 2-13,0 3 0,-2 7 1,-1 2-1,-2 1-40,2-1 1,-3 6-1,1-2 1,2 3 44,1 1 0,2-1 0,-2 0 0,-1 0-127,-2 4 1,1 0-4,4-2 145,0 6-107,0 2 0,0 7 74,0 4 0,0-2 81,0 7 1,-2-7 0,-1 3 703,-2 1 112,0-6 880,5 6-1631,0-7 0,-1 0 279,-4 0 1,2 0-1,-5-2-218,1-3 1,-6 2-1,1-5 1,-8 0 28,-2 0 0,-4 3 1,-9-3-1,-8 2 8,-8 3 0,-11-4 0,-7 3 0,-6 2-97,34 3 0,0 1 0,1 2 0,-1 2 9,-4 3 0,3 1 0,-2 0 0,-1 2 0</inkml:trace>
  <inkml:trace contextRef="#ctx0" brushRef="#br1" timeOffset="370">25637 10043 7652,'7'8'-1570,"1"-2"1492,6-6 0,-4 0 0,-1 0 39,2 0 1,-3 0 48,2 0 1,-1 0 74,6 0 0,-6 0 48,1 0 1,-5 0 44,4 0-46,-5 0-61,2 0-85,-6 0-137,0 0 1,-6 0 0,-2 0 0</inkml:trace>
  <inkml:trace contextRef="#ctx0" brushRef="#br1" timeOffset="371">25306 10115 8516,'15'0'-2157,"-1"-5"1898,0 0 1,-4 1 270,0 4 1,-6-2 193,6-3-50,-7 4-60,4-6-53,-7 7 611,0 0-428,-7-6-132,6 4 0,-7-4-58,3 6 43,3 0-31,-4-7 1,6 4-9,0-6 0,1 5-43,4 0 1,-2-3 0,7 2-7,1 2 0,-3-3 0,2 1 0,1 2-28,2 1 0,1-3 1,1-1 1,-1-2 0,2 5 0,0-4 0,0 3 18,-3-1 1,-2 0 0,3 3-1,1-1 17,-1-2 0,-4 1 1,-2 2-1,0-1 19,0-2 0,-4 0 20,6 5-5,-7 0-11,4 0 1,-9 7-1,-1 2 32,-2 4 0,-5 1 0,4 1 0,-2 1-24,-3 3 0,3-3 0,-2 5 0,1 0-30,1 3 0,-5 3 1,5 1-1,-2 1-30,1 0 1,4 0 0,-3 0 0,1-2 1,4-3 0,2 1 0,1-6 1,0-1-10,0-2 1,-2 2-1,-1-2 45,-2-4 1,0-5 0,4 1 45,-4-2 0,-3-1 0,-6-5 0,-1 0 1,1 0-1,-1-2 1,1-1-18,0-2 1,-2 1 0,-2 4 0,-3 0-10,-1 0 0,4-5 1,-1 0-1,2 2-40,-3 1 1,4 2 0,-3 0-51,3 0-640,2 0-184,6 0 885,8 0 0,46-25 0,16-7 0</inkml:trace>
  <inkml:trace contextRef="#ctx0" brushRef="#br1" timeOffset="372">24947 9770 8516,'-8'0'-1831,"-4"-2"1776,8-3 1,-1 2 113,5-7 0,1 7-6,4-2-64,-3 4 1,9 2-16,-6 4 1,4 3 3,-4 7 0,0-1 0,-5 0-85,0 1 1,5-1 0,0 1-13,-2-1 1,-2-4 0,-1-1-11,0 2 129,0-4 0,20-1 0,4-6 0</inkml:trace>
  <inkml:trace contextRef="#ctx0" brushRef="#br1" timeOffset="373">25105 9755 8516,'-5'-9'-1340,"0"-1"906,0 0 401,5 2 0,0 4 0,0 8 21,0 6 0,5 3 1,0 1-1,0 2-59,1 3 71,-4-3 0,23 50 0,-1 4 0</inkml:trace>
  <inkml:trace contextRef="#ctx0" brushRef="#br1" timeOffset="374">25925 9813 8516,'0'-15'0,"0"6"-980,0-1 0,-2 7 768,-2-2 1,-4 10 0,-5 5 250,3 2 1,-1 3 0,5-1 0,-2 1-11,-4-1 0,4 0 1,0 1-1,0-1-16,0 0 1,4 1 0,-4-1 0,1 1-45,4-1 0,-3 0 0,1 1 0,2-1-35,1 1 66,2-7 0,19-2 0,5-6 0</inkml:trace>
  <inkml:trace contextRef="#ctx0" brushRef="#br1" timeOffset="375">26026 9842 8516,'-7'-15'-601,"1"6"452,-4-1 0,2 12 0,5-1 0,-2 6 71,2 4 0,0 2 1,0 1-1,-2 2-32,2 3 0,-4-3 110,2 3 0,-31 29 0,-4 7 0</inkml:trace>
  <inkml:trace contextRef="#ctx0" brushRef="#br1" timeOffset="376">26515 10101 12949,'0'-23'-670,"0"-4"0,0 5 0,0-1-396,0 4 0,1 3 646,4 2 460,-3 6 1,6 1 0,-5 9 34,2 3 1,0-2-71,-5 6 1,0 1-1,-2 4-1,-3 1 0,4-1 1,-6 1-1,2-1-115,1 0 0,-3 1 0,4 1 0,-3 1 64,-2 3 1,3-1 0,-3-5 0,1 0-52,4 1 0,-5 4 0,0 0 0,-1-1 28,-1-2 1,2-2 0,-3 1-1,1-1-106,-1 0 1,-2 1 0,-1-1 55,0 1 1,-1-6 0,1-1 192,-1-2 0,1-1-40,0-5 1,-1-30-38,1-4 0,4-1 0,2 24 0,0 3 92,0 2 1,5-6 0,-3 4 0,1-1 60,0-1 1,0 1 0,5-6 40,0 1 1,0 4-1,0 1-126,0-3 0,7 4 1,2 0-45,4 2 1,3 1 0,2 5-1,1 0-53,-2 0 0,4 0 1,0 0-1,1 0-4,4 0 1,1 0 0,0-1 0,0-2 52,2-2 1,-3-2-1,7 4 1,-4-2-15,-5 2 1,3-5 0,-3 0 0,2-1 12,-2-1 0,-3 5 0,-7-3 0,0 0 18,1 0 0,-7 3-28,-3-4 1,-7 6 0,-6-1 1,-6 8 1,-4-1-1,2 6 1,-2 3 10,-1 0 0,-5 3 0,5 1 1,0 1-17,-2 3 0,5 0 1,-3-2-1,3 1-13,2-1 0,-1 2 1,1 0-1,-1-1-51,1 2 1,6-5-1,3 3-13,4-3 0,2-3 0,4-4 46,5-4 1,7-3 0,4-2 0,0-2 8,0-3 0,4-3 0,-3-5 0,2 2-20,0 2 0,-1-1 0,2-3 0,-2 2 36,-2 1 1,-2 6 0,-5-4 40,0 1 50,-6-4 1,-1 11-61,-7 0 1,-2 6-1,-1 9-8,-2-1 0,-4-4 0,4-1-82,2 3 1,1 0-1,2 3-71,0-1 1,0-4-1,2-2 1,3-2 123,4-3 0,23-1 0,6-2 0</inkml:trace>
  <inkml:trace contextRef="#ctx0" brushRef="#br1" timeOffset="377">26932 10331 9827,'-14'-7'-906,"-1"6"1,1-6 1061,-1 1 1,6 4-159,-1-2-40,7 2 1,3 0 44,10-2 1,2 2 0,3-3-1,-1 4-66,1 1 1,-1-5 0,0 0-3,1 2 1,-1-4-1,1 3 77,-7-8 1,-4 11 35,-8-4 0,0 3 0,-5 4 0,-2 1 64,-2 2 1,-2 5 0,1-4-1,1 2-85,4 3 0,-3-3 1,6 2-1,0 1-67,-1 2 1,2-4-1,5 1 1,2 0-69,3-2 1,-2 4 0,8-2 0,4 1-229,2-1 1,9 2 327,-2-2 1,54-10 0,-32-1 0,1 0 0</inkml:trace>
  <inkml:trace contextRef="#ctx0" brushRef="#br1" timeOffset="378">27522 10345 9827,'-10'-5'-750,"2"-1"652,2-2 1,-5 0-156,1-2 1,2-1 169,-2 6 1,6 1-1,-4 5 136,1 4 0,-2-2 0,2 7-80,-1 1 1,4 2 0,-4 1 0,1 1 0,2-6 0,5 1-39,0 1 1,0-3-32,0 1 1,7-5 0,2 0 7,4-2 0,-3-2 1,-1 0-1,3 0 23,0 0 0,3-5 0,-1-1 0,0-2 79,1-3 1,-6 3 0,-1-2-59,-1-1 0,2-2 1,-4-1 149,-2-1 0,-3 1 0,-4 1 0,-6 4-12,-3 4 0,-3 2 0,-1-1 1,-3 0-76,3 0 1,1 3 0,2 1-1,1 1-24,3 4 0,-3-2 0,5 7 0,0 1-160,4 2 1,2-3-1,2-1 1,0 2 142,0 2 0,51 8 0,13 1 0</inkml:trace>
  <inkml:trace contextRef="#ctx0" brushRef="#br1" timeOffset="379">27637 10360 9366,'0'-8'-1839,"-2"1"1768,-2 7 0,2 2 111,-3 3 0,4-2-95,1 6 0,0 1 28,0 4 0,1-6 9,4-3 0,-2-3 0,7-2 22,1 0 1,-3 0 0,2 0-38,1 0 0,-3-2 0,1-1 62,2-2 0,-3-5 1,0 4 44,-1-2 1,-1 5-52,-1-2 1,-2-1 60,7 1 0,-7 2-50,2 8 1,-4-2 0,-1 6-101,0 3 0,0-5 0,2 1-132,3-1 0,-2 4 179,7-1 0,6-4 0,6 0 0</inkml:trace>
  <inkml:trace contextRef="#ctx0" brushRef="#br1" timeOffset="380">27982 10158 9827,'-14'-6'-457,"-1"4"95,1-3 0,1 5 0,2 5 0,3 5 329,2 2 1,-4 3 0,5-1 0,1 1 48,-3-1 1,4 2-1,-5 2 1,0 1 11,0-2 1,5 4 0,-4 0-1,3 0-94,-1-1 1,0 4-1,5-4 1,0-3-181,0-1 0,0-1 1,-2-1 230,-2 0 1,2-12 0,-4-4-1</inkml:trace>
  <inkml:trace contextRef="#ctx0" brushRef="#br1" timeOffset="381">27795 10345 7860,'-8'-14'0,"3"-1"-304,4 1 1,1 4 397,0 1 0,6 6 0,4-2-231,3 3 0,1 2 1,0 0-1,1 0 99,-1 0 0,1 5 0,-1 1 0,0 1-196,1-1 1,-1 4 233,0-5 0,14-1 0,2-4 0</inkml:trace>
  <inkml:trace contextRef="#ctx0" brushRef="#br1" timeOffset="382">28083 10201 8562,'-2'-14'-199,"-2"-1"0,2 1-21,-3 0 0,4 7 107,1 7 1,0 7 0,0 7-1,-2 2 144,-3 3 0,4-1 1,-4 6-1,3 1 2,2 3 1,-5 0-1,-1 1 1,0 2-34,-1 2 0,-4 4 1,1 6-1,-2 0-17,-3 0 1,-4 7-1,-2 1 1,0 2-85,1 0 0,1-12 0,4-1 0,1-6-459,-1-7 422,7-8 1,2-6-1,6-13 1,0-10 137,0-7 0,0 1 0,13-56 0,3-7 0</inkml:trace>
  <inkml:trace contextRef="#ctx0" brushRef="#br1" timeOffset="383">28040 10403 8525,'13'-10'0,"-4"0"0,2 6 0,-4-4 0,-1 0-490,1 0 1,4 5-12,-2-2 636,4 3 1,-5 4-92,-3 3 0,-4-2 1,-2 6-1,-4 1-46,-5-2 1,2 5-1,-1-4 1,-2 4-80,-2 1 1,3 1 0,1-2-1,-1-2-189,2-2 0,-5 1 0,5 4-306,0 1 576,2-1 0,38-19 0,8-4 0</inkml:trace>
  <inkml:trace contextRef="#ctx0" brushRef="#br1" timeOffset="384">28241 10417 8446,'2'-13'-126,"3"4"1,-4 1-681,4 3 692,-3 3 1,-2 2-1,0 10 164,0 3 0,-5-4 0,0 1-78,2 1 0,1 2 0,1 1 6,-4 1 1,3-6 30,-3 1 0,4-5 0,2 3-34,4-2 0,-2-1 4,7-5 0,-2-2 0,3-1 1,-3-3 1,-1-2 0,4 0 1,-3-4-1,1 3 21,1-2 1,-2-2 0,3 0 5,-1 3 1,-6-1 9,6 6-6,-7 1 0,4 5-14,-7 4 0,0 3-74,0 6 1,0 1 0,0-1-48,0 1 1,0-6-113,0 1 0,1-7 235,4 2 0,22-42 0,12-11 0</inkml:trace>
  <inkml:trace contextRef="#ctx0" brushRef="#br1" timeOffset="385">28529 10201 8525,'0'-8'-655,"-5"3"1,-1 10 702,-2 5 1,3 3-1,-3 3 1,0 1-17,0 2 0,3 5 1,-3-3-1,0 2-63,0 2 1,0 2 0,-3 2-1,3 0-102,2 0 1,-1-5-1,4-2 1,-2-1-53,2-4 1,1-1 0,2-1-224,0-1 408,0-6 0,7-21 0,1-11 0</inkml:trace>
  <inkml:trace contextRef="#ctx0" brushRef="#br1" timeOffset="386">28428 10374 8525,'0'-14'-210,"0"-1"1,0 1 10,0-1 0,5 6 0,1 1 0,2 1 98,4 4 0,0 2 0,3 1 18,-1 0 1,1 4 0,-1 3 0,0-1-58,1 1 1,-3 4 0,0-3 139,-3 0 0,7 24 0,7 0 0</inkml:trace>
  <inkml:trace contextRef="#ctx0" brushRef="#br1" timeOffset="387">28788 10345 8525,'0'-14'-285,"0"-1"19,0 1 0,1 6 149,4 3 0,-3 5 0,3 5 129,-4 5 0,4 2 0,0 3 0,-2-1-1,-1 1 1,-2-1 0,0 0-1,1 1-28,4-1 1,-3 0 0,4-1-1,-1-2 75,0-1 1,1-5-1,-1 3-18,4-2 0,-1-1 0,2-5-43,1 0 1,0-2 0,1-1-1,-4-3-4,-2-2 0,4-2 0,-4-4 0,2-1-3,3 1 0,-4 0 0,-1-1 0,0 1-139,4 0 0,-4 4 0,1 2 1,-3 0-293,1 0 0,6 5 441,-1-2 0,-2 3 0,2 2 0,-7 2 0,3 3-23,1 4 0,-6-1 180,4 2 0,-3 0 168,-2 4 0,-2-6 0,-1-2 160,-2 1-357,0-6 1,5 7-166,0-3-182,0-3 142,7 4 1,-1-8 0,5-1-9,-1-2 1,-7-1 79,2 1 1,1 2 16,-1-7 75,0 7 1,-7-3-12,-3 6 0,2 0 0,-5 2-93,2 2 1,-4-1-1,5 7-169,2 1 0,2 2 0,1 1-47,0 1 1,0-1-1,0 1 1,1-3 232,4-2 0,16 9 0,9-3 0</inkml:trace>
  <inkml:trace contextRef="#ctx0" brushRef="#br1" timeOffset="388">29234 10417 8525,'0'-14'-428,"0"-1"1,0 1-164,0 0 647,0 6 0,-5 3 0,-1 10 14,-2 4 1,3 4 0,-3 1 0,2 1-40,2-1 0,-2 0 0,1 1 0,2-1-81,1 1 1,2-6 0,0 1 0,0 1-53,0 2 0,0-4 0,0 1-146,0 1 0,2 0 1,1 1 247,2-3 0,38-18 0,5-1 0</inkml:trace>
  <inkml:trace contextRef="#ctx0" brushRef="#br1" timeOffset="389">29493 10216 7949,'-10'-5'-456,"1"0"1,-1-5 487,-4 6 0,6 5 0,1 9 4,1 3 0,4 6 1,-3 0-1,4 0-26,1 2 0,-5-3 0,0 4 0,2 0-31,2 1 0,-4-1 0,-2 4 1,1-2-119,0 1 1,-1-2-1,4-1 1,-3 0-124,-2 1 0,3-4 262,-5 5 0,1 0 0,-6 5 0</inkml:trace>
  <inkml:trace contextRef="#ctx0" brushRef="#br1" timeOffset="390">29277 10475 8507,'0'-15'-158,"0"1"0,0-1 0,2 3 0,1 0-286,2 3 1,6 6-1,0-4 436,7 1 1,-2 4 0,3-2 0,-3 2 32,-2 2 0,1 0 1,-1 0-1,2 0-5,3 0 0,-8 5 0,4-1 0,-3 0 21,1-3 1,-3 1 0,-1 1 76,3 2 0,-6 1-65,-1-1 0,-4-2 0,-1 7 11,0 1 0,-1-3 0,-2 2 0,-4-1-21,-1-1 0,3 5 1,-3-3-35,2 2 1,-4 3-37,6-1 14,-1 1 1,11-3-1,4-2-26,3-5 0,1-4 0,2-2 0,2-2-86,1-2 1,0-6 0,-3 3-1,2-2-2,1 0 0,-2 1 0,-6-6 103,-1 1 1,-5 0 0,3-1 17,-2 1 0,-1-1 0,-5 1 76,0 0 0,0-1 0,-2 3 41,-2 2 1,2 2-8,-3 3 0,5 4-76,5-4 1,3 5 0,5 5 53,-4 4 0,3-1 0,-6 2 0,0 1-49,1 2 1,-1-1 0,-3 0-1,2-3-39,-2 2 0,-1 2 0,-2 2 0,-2-1-100,-2 0 0,-3 1 1,-4-1-1,1 1 1,1-3 104,-6-2 1,7-5 7,4-10 0,2-3 1,2-6-1,2-1 20,2 1 1,4-1 0,7-1 0,-1-1-14,1-2 1,-1-1-1,0 6 1,2 0-65,4-1 0,-3 3 1,5 0-1,1 4-179,-1 2 0,-4-4 0,3 6 229,-1 0 0,9 16 0,8 4 0</inkml:trace>
  <inkml:trace contextRef="#ctx0" brushRef="#br1" timeOffset="391">30385 10388 8507,'0'-14'-57,"0"6"1,0 3-75,0 10 0,0-2 0,0 7 0,-2 1 89,-3 2 0,4 1 0,-6 0 0,3 1-78,-1-1 1,-2 5 0,4 1-1,-3-3 120,-2-1 0,-21 5 0,-9 1 0</inkml:trace>
  <inkml:trace contextRef="#ctx0" brushRef="#br1" timeOffset="392">30586 10417 8507,'0'-14'-385,"0"4"380,0 0 1,-1 3-126,-4-3 0,2-1 128,-7 6 1,0 2-21,-4 8 0,6-2 0,2 5 0,1 0-8,0 0 1,0 1-1,5 6 35,0-1 0,0-4 1,2-1 11,3 2 1,-2-3-1,6 2 32,3 1 0,-6-3 1,0 0 167,1-1 1,-6-1-166,4-1 0,-5 1 0,-6 5 0,-7-3-261,-5-1 0,-9 4 0,0-3 0,-5 2 209,0-1 0,-30-25 0,-7-1 0</inkml:trace>
  <inkml:trace contextRef="#ctx0" brushRef="#br1" timeOffset="393">26544 10921 17701,'0'-10'-2348,"0"0"1,0 6 167,0-6 1668,0 7 402,0-4 0,0 6 79,0-4-122,0 3 59,0-4 0,-2 6 10,-3 0 1,-3 0 0,-6 0 0,-1 0 251,1 0 0,0 2 1,-1 1-1,1 3 14,-1 2 1,-4-5 0,0 4 0,1-2-5,3-1 1,0 6 0,1-4 0,-1 1 56,1-1 1,0 1 0,-1-4 9,1 2 0,6 1 1,1-3 419,1 2-486,4 0 0,-4-4 0,8 3-370,2 0 1,0 1-1,5-5 174,2 0 0,-3 0 1,0 2-134,-1 3 0,-2-2-54,-5 6 1,4-4-1,1 5 24,-2 1 1,-1 2 0,-4 1 0,-1 1 88,-2-1 0,-6 2 0,3 1 0,-1 4 7,-1 2 0,0-1 0,-4 4 0,-2-1 34,-3 6 1,3-3-1,-3 6 1,3-4 85,1-1 0,1 0 0,0 0 0,-1-1-144,1 1 1,1-5 0,2-1 0,1-3 67,-1-2 0,3-2 0,0-2 0,2 1 90,2-1 0,-2 0 0,1 1 45,2-1 1,1 1-190,2-1 1,2-6 0,1-2 0,4-1 100,1 0 1,1 0 0,6-5 66,-1 0 1,0 0 0,1 0-30,-1 0 1,1 0-1,-1 1 1,0 3-51,1 0 1,-6 1 0,1-5 0,1 0 17,2 0 0,1 0 0,1 0 0,1 0 21,3 0 1,-3 0-1,3 0 1,-3 2-43,-2 3 1,1-4 0,-1 4 0,0-3 12,1-2 1,-1 0 0,-1 1 0,-2 2-78,-1 2 1,-7 13 0,3-2-1</inkml:trace>
  <inkml:trace contextRef="#ctx0" brushRef="#br1" timeOffset="394">26443 11338 8539,'0'-14'-367,"5"4"1,-1 0-352,0-1 0,-3 3 772,-1-1 0,2 4 98,3-5 0,-4 1-52,4-6 0,-3 6-10,-2-1 0,1 7-42,4-2 1,-3 2-15,2-2 0,-4 3 0,-3-1 29,-2 6 0,-6 4 1,3 4-1,-1-1 3,-1 1 0,0 2 0,-4 1 0,0 0-37,-1 1 1,6 4 0,-1 0 0,1-1-29,1-2 1,-4-7 0,8 1-1,-1-1-53,-2-1 1,6 5 47,-4-3 1,10-4 0,4-1-1,4-3-77,1-2 0,1-5 1,1-2-1,1-1-54,3-3 1,5-2-1,-2-1 1,-1 0 9,-3-1 1,2 1 0,0 0 0,0-1 85,-1 1 0,-5-1 1,-6 1-1,1 0 25,-2-1 0,-2 1 0,-6-1 29,0 1 0,-1 1 1,-4 2-1,-5 3 29,-3 2 0,-1 1 0,-2 5 0,-1 0-54,-3 0 0,-4 6 0,5 4 0,2 1-91,1-1 1,1 2 0,1-2 0,-1 4-28,1 6 0,1-4 0,2 4 128,1 1 0,7 27 0,-3 13 0</inkml:trace>
  <inkml:trace contextRef="#ctx0" brushRef="#br1" timeOffset="395">26687 11453 8539,'-12'-2'-260,"0"-1"-185,3-2 0,-1 1 0,-4 5 478,-1 4 1,7-2-1,2 7 1,1 1-85,0 2 0,-4 1 0,4 1 0,2-1 24,1 0 1,-2 1 0,-1-1-1,2 1-77,1-1 1,-3 0 0,0 1 0,2-1-396,2 0 499,1-6 0,12-14 0,4-10 0</inkml:trace>
  <inkml:trace contextRef="#ctx0" brushRef="#br1" timeOffset="396">27033 11180 8499,'8'-7'0,"0"4"0,-5-7-714,2-1 0,4 3 279,-4-1 455,0 5 0,-5 0 49,0 8 1,-7 4 0,-1 7 0,-1 1-65,-1 3 0,2-3 0,-3 5 1,1 0-19,-1 3 0,3-2 0,-1 0 0,-1 1-29,2-1 0,-5 2 1,4 3-1,-2-1-55,1-2 1,-3 0 0,4 5-1,-3-2 97,3-3 0,15 3 0,10-5 0</inkml:trace>
  <inkml:trace contextRef="#ctx0" brushRef="#br1" timeOffset="397">27090 11597 8261,'0'-8'-270,"-1"3"1,-4 8 194,-5 2 0,2 6 0,-1-1 0,-3 3 30,0 1 0,-4 0 0,-2 1 1,-1-1-98,1 1 1,2-1 0,4 0 0,0 1-346,3-1 487,6-6 0,22-8 0,13-8 0</inkml:trace>
  <inkml:trace contextRef="#ctx0" brushRef="#br1" timeOffset="398">27392 11424 8499,'13'-9'0,"-2"1"0,-1 0-427,1 0 1,-3 0-1,0-4 1,0 4 202,0 2 712,-5-5-341,4 3 0,-9 0-108,-3 3 0,-3 10 1,-6 3-1,0 2 31,-1-1 0,1 1 0,-1 4 0,1 0-36,0 1 0,4-6 1,2 1-1,0 0-37,0-2 1,3 4-1,-3-2-28,2 3 1,1-4 16,5 1 1,6-7 0,6 2 0,4-3-22,3-2 1,5 0 0,-3-2 0,1-1-109,4-2 1,-1-6 0,1 1 0,-4-3 56,-1-1 1,3 0-1,-3-1 1,-1 1 72,1-1 0,-3 1 1,-9-2-1,-2-1 24,-1-3 0,-4 1 0,2 3 1,-4-1 24,-4-3 0,-4 1 0,-8 5 0,-2-1 24,-1 1 1,-2 4 0,4 2-1,-3 2-20,3 3 1,1 1 0,1 2-1,1 0-178,0 0 0,4 7 1,2 2-1,2 4 138,3 1 0,14 58 0,-3-28 0,0-1 0</inkml:trace>
  <inkml:trace contextRef="#ctx0" brushRef="#br1" timeOffset="399">27752 11554 8499,'8'-2'-432,"-3"-3"1,-4 2 154,-1-6 0,-1 5 563,-4 0 1,2 2-241,-7 2 0,5 2 0,-4 1 0,-1 3-34,2 2 0,-5 2 0,4 3 1,-2-2-72,1-2 0,-3 1 0,5 4 1,-1 1-69,-1-1 1,2-4 0,-3-1-1,3 2-250,2 2 0,1 2 377,5-1 0,45-32 0,10-7 0</inkml:trace>
  <inkml:trace contextRef="#ctx0" brushRef="#br1" timeOffset="400">28069 11381 8499,'-5'-14'-570,"-2"1"0,1 2 746,0 1 0,-6 7-317,3-2 1,-2 5 0,-1 5 91,3 5 0,1 2 1,-3 3-1,3-1 104,1 0 1,-2 1 0,4-1 0,2 1-66,1-1 0,2 0 0,0 1 10,0-1 0,2-1 0,1-2-3,2-1 1,6-7 0,-2 2 0,4-4-38,2-1 1,-1 0 0,0 0-1,1-1-37,-1-4 0,1 2 0,-1-7 0,0 1 40,1 1 1,-1-5 0,0 3 0,-1-3 12,-3-1 0,1-2 0,-5-2 0,1-1 31,-1 2 0,-1-4 1,-5 2-1,-2 0 82,-2-2 0,-3 5 0,-4-3 0,1 3-56,-1 1 1,-2 1 0,-1 1 0,1 2-112,4 1 1,-4 7-12,3-2 0,-1 10 1,2 5-1,4 4 36,3 5 1,2-1 52,0 6 0,19 38 0,5 15 0</inkml:trace>
  <inkml:trace contextRef="#ctx0" brushRef="#br1" timeOffset="401">28356 11611 7892,'0'-14'-908,"0"0"1507,0-1-688,0 7 1,0 8 0,-1 8 0,-3 2 36,0-1 1,-8 1 0,4 4 0,-1 1-144,-1-1 1,6 0-1,-4 1 195,1-1 0,-4 13 0,3 4 0</inkml:trace>
  <inkml:trace contextRef="#ctx0" brushRef="#br1" timeOffset="402">28702 11352 8499,'0'-14'0,"0"0"-44,0-1 1,0 1 0,0-1-524,0 1 495,0 6 0,-2 8 0,-1 10 0,-4 2 122,-1 3 0,4-1 0,-4 2 0,1 2-49,4 1 0,-3 2 0,1-4 1,0 2 3,-1-1 1,4-2 0,-3-2-1,4 1-39,1-1 0,0-4 0,1-1 6,4 3 1,-2-6-1,7-1 1,3-4-14,4-1 0,1-1 0,4-4 0,1-3-7,-1 0 0,-3-5 1,5 4-1,0-6-6,-2-4 0,-1 3 0,-6-3 1,-3 1 37,-2-1 0,1 3 0,-6-5 1,-2 2 34,-1 0 0,-4-2 0,-1 4 0,-5-3-1,-5 3 1,2 6-1,-10 3 1,2 0-8,0 0 0,-5 4 0,3 0 0,0 4-54,1 4 1,-4 4 0,4 7 0,3-1-138,1 1 1,8 1-1,1 1 1,3 4 179,-1 1 0,13 47 0,0-27 0,0 1 0</inkml:trace>
  <inkml:trace contextRef="#ctx0" brushRef="#br1" timeOffset="403">29018 11597 8499,'0'-14'-18,"0"-1"-183,0 1 80,0 6 1,-2 1 178,-2 7 0,0 2 1,-5 3-1,-2 4-26,-2 4 1,0 2 0,2-1-1,1 0-188,-1 1 1,-2 1-1,-1 1 1,0 2-62,-1-1 1,1 3 0,-1-2 0,1-1 216,0-2 0,6 11 0,1 3 0</inkml:trace>
  <inkml:trace contextRef="#ctx0" brushRef="#br1" timeOffset="404">29263 11439 8499,'8'-10'-159,"-2"0"-208,0-1 1,-2-2 281,5-1 0,-6 4 79,2 1 1,-3 7 104,-2 2 0,-2 7 0,-1 7-83,-2 0 0,-4 1 0,2-1 0,1 1-34,-1-1 1,1-4 0,3-1-1,-2 2-12,2 2 1,1 2 0,2-1 0,0 0 3,0 1 0,7-7 1,2-3 13,4-4 0,1-2 0,2-3 0,2-2-4,1-2 1,0-2 0,-4-4 0,-1 0 6,1-1 1,-1 1 0,0-1 0,-1 1 0,-3 0 0,1-6 0,-6 1 0,-2 2 8,-2 1 0,-1 1 1,0 1-1,-1 0 3,-4-1 1,-3 2 0,-6 2 0,-1 3-38,1 2 1,-2 1 0,-2 5-1,-1 2-88,2 2 0,1 4 0,0 7 0,0-1-50,1 1 1,-2 4 0,9 1 0,-2 1 171,0 0 0,20 43 0,0 6 0</inkml:trace>
  <inkml:trace contextRef="#ctx0" brushRef="#br1" timeOffset="405">29536 11583 8499,'0'-15'-18,"0"6"0,0-1 0,2 0-386,2 2 6,-2 2 489,4 6 1,-12 6 0,-2 4-1,-2 3-77,1 1 1,-1 1 0,-4-1 0,1 0-130,3 1 1,-2 1 0,2 1 0,-3 2-103,-1-1 0,4 0 1,2-1-1,0 2-422,0-1 639,5-2 0,10 5 0,9 1 0</inkml:trace>
  <inkml:trace contextRef="#ctx0" brushRef="#br1" timeOffset="406">29910 11453 8261,'8'-14'0,"-3"-1"-485,-4 1 1,-1-1 803,0 1 0,0 4 1,-1 2-323,-4 2 0,-3 3 0,-6 8 1,-1 3 44,1 0 1,0 6 0,-1-1 0,1 4-21,-1 1 1,3-2 0,0-2 0,4 1-60,2-1 1,-4 1 0,6-1 0,0 0-31,3 1 0,1-1 32,0 1 1,1-3 0,6-2 15,7-5 1,1-4 0,4-1 0,-3-1-18,-2-4 1,5 2-1,0-7 1,-1 1 26,-2 1 0,-3-5 0,-2 3 1,-1-3 0,1-1 0,-5 0 1,1-2-1,-3-2 8,1-1 0,0 0 0,-5 4 0,0-1 3,0-3 0,0 3 1,-2-3-1,-2 3-91,-6 2 1,2 1 0,-2 3 0,-1 5-54,-2 4 0,-1 1 0,0 1-22,-1 4 0,2 3 1,4 7-1,3 1-334,-1 3 497,6-3 0,-12 56 0,5 6 0</inkml:trace>
  <inkml:trace contextRef="#ctx0" brushRef="#br1" timeOffset="407">30111 11654 8499,'0'-14'-613,"0"0"1,2 1 585,3 3 0,-4 6 0,3 8 136,-8 6 1,1 3 0,-6 1-1,-4 0-49,-5 1 0,2-1 0,-3 2 0,2 2-117,-3 1 1,4 2 0,-4-4 0,0 4-88,1 2 1,0-6 0,5 4 0,-1-2-308,1 0 451,0 0 0,37-17 0,11-4 0</inkml:trace>
  <inkml:trace contextRef="#ctx0" brushRef="#br1" timeOffset="408">30313 11467 8499,'8'-14'-919,"-3"0"0,-4-1 1164,-1 1 0,0 4-99,0 1 1,0 7 0,-1 2 0,-3 8 1,0 5 1,-8 1 0,4 1-1,-1-1-106,-1 0 1,2 1 0,-3-1-1,3 2-38,2 3 0,-4-3 0,4 4 0,-1-4-30,1-2 1,0-1-1,2-2 1,0-2-65,0 3 0,3-4 0,2 0 25,4-2 0,-2-1 0,7-5 0,1 0 25,2 0 0,6-7 0,0-2 0,-1-2-70,-2 1 1,3-3-1,0 4 1,-1-6 62,-2-4 1,-3 3 0,-2-5 0,-2 2 35,3 0 1,-4-2 0,0 4 0,-2-4-23,-3-2 1,-1 4 0,-2-3 0,-2 1 10,-3 4 0,-3 1 0,-6 1 1,0 2-22,-1 4 1,1 2-1,-1 7 1,1 0-45,0 0 1,-1 7-1,1 2 1,-1 6-87,1 4 173,0-3 0,-1 62 0,8-35 0,0 1 0</inkml:trace>
  <inkml:trace contextRef="#ctx0" brushRef="#br1" timeOffset="409">30500 11798 8499,'0'-14'-342,"0"-5"-1040,0 0 1402,0-1 1,-2 12 0,-1 5 0,-3 6 155,-2 7 1,3-2-1,-5 2 1,-1 1-175,-2 2 1,-1 1-1,0 2 1,-1 2-157,1 1 0,-1 0 0,1-5 0,0 2 154,-1 3 0,-6-3 0,-1 5 0</inkml:trace>
  <inkml:trace contextRef="#ctx0" brushRef="#br1" timeOffset="410">30816 11482 8121,'0'-15'-165,"0"7"0,-4 4 1,-3 8-1,1 6 244,-1 3 0,-4 1 0,3 2 0,-1 2-33,-1 1 0,2 0 0,-3-4 0,3-1-94,2 0 0,1 1 0,5-1 0,0 0 14,0 1 1,0-6 14,0 1 0,6-7 0,4 2 1,2-3-56,3-2 0,-1 0 0,1-2 0,-1-1 3,0-2 1,6-6-1,-1 1 1,-2-3 27,-1-1 1,-1 0 0,-1-2 0,-1-2 20,-3-1 0,1 0 1,-7 3-1,0-2 33,-3-1 1,-1-5 0,0 3 0,0 0-9,0 1 0,-6-4 1,-4 4-1,-2 3-12,-3 1 1,1 6 0,-2 2-1,-2 2-68,-1 3 1,-2 3 0,4 5-1,-3 4-18,3 4 1,1 1 0,3 2 94,4 3 0,1 23 0,3 9 0,1 8 0,0-1 0</inkml:trace>
  <inkml:trace contextRef="#ctx0" brushRef="#br1" timeOffset="411">31119 11827 8459,'4'-14'-333,"1"-1"0,-2 1-124,-1 0 0,0 4 806,2 0 0,-4 7 1,0-2-292,-8 4 1,-4 2 0,-4 4 0,-4 5-76,-4 3 0,2-4 0,-2 1 0,0 1-151,2 2 1,-5 6 0,4 0 0,1-1-133,3-2 1,3 3 0,1 0 299,1-1 0,12 4 0,4 0 0</inkml:trace>
  <inkml:trace contextRef="#ctx0" brushRef="#br1" timeOffset="412">31406 11511 8459,'8'-7'-112,"0"4"0,-5-7 1,2-1-90,-2-2 0,-1 4 0,0 1 570,2 1-260,-2-4 1,3 11-1,-8 0 1,-4 8-15,-1 5 1,-1 1 0,-4 1 0,2-1-84,1 1 1,2 4 0,-3 0-1,3-1 6,2-2 0,-4 3 0,4 0 0,-1-2 63,1-1 0,1-1-315,5-1 0,2-1 190,2-3 0,4-4 0,7-6 1,-1-2-15,1-2 1,-1-4 0,2-7 0,1 1-24,3-1 0,-1-1 0,-5-1 0,1-2 21,-1 1 1,0 1-1,1-1 1,-2-1-12,-4 1 1,2-3 0,-6 2-1,-2 2 42,-1 1 1,-2-4 0,0 1 0,-2 2-33,-2 1 1,-4 3-1,-7 3 1,1 6-43,-1 2 0,-4 2 0,0 0 1,1 2-40,2 2 1,2 6-1,0 7 142,-1 3 0,4 20 0,2 9 0,-3 2 0,1 1 0</inkml:trace>
  <inkml:trace contextRef="#ctx0" brushRef="#br1" timeOffset="413">31651 11784 8459,'0'-14'-180,"0"-1"1,0 1-163,0-1 0,0 6 410,0-1 0,-2 9-38,-3 1 0,-3 6 0,-6 8 0,0 1-22,-1-1 1,1 1 0,0 1 0,-2 1-143,-4 2 0,3 5 0,-6-3 0,1 0-4,0 0 0,2 3 1,-2-4-1,1 1 138,4 0 0,26-15 0,9-7 0</inkml:trace>
  <inkml:trace contextRef="#ctx0" brushRef="#br1" timeOffset="414">31895 11511 8459,'8'-15'-52,"-1"1"0,-6 1-127,4 3 41,-3 4 0,3 6 1,-10 2 232,-5 2 1,2 4-1,-1 7 1,-1-1-53,2 1 1,-5-1-1,5 2 1,-1 2-74,-1 1 0,7 0 1,-2-5-1,2 1-26,-2-1 0,4 0 0,-4 1-7,3-1 0,4 1 48,3-1 1,3-6-1,6-3 1,0-4-12,1-1 1,-1-1-1,0-2 1,1-4-17,-1-1 0,1-1 1,-1-6-1,0 1 13,1-1 0,-2 1 0,-2-2 0,-3-2 14,-2-1 1,4 0-1,-5 3 1,-2-1-11,-2-3 1,-1 1 0,-1 3 0,-2-1-7,-2-3 0,-6 1 0,1 6 0,-4 4-68,-6 4 1,4-1-1,-3 1 1,3 2-152,2 1 0,-1 7 250,1 0 0,6 31 0,2 4 0</inkml:trace>
  <inkml:trace contextRef="#ctx0" brushRef="#br1" timeOffset="415">32154 11208 8459,'-9'-14'0,"1"0"-65,1-1 0,-2-1 1,4-1-1,2-3 1,1 3 0,2 1 1,0 2 276,0-1 1,0 6-184,0-1 0,2 7 0,1 0-44,2 6 0,1 0 0,-3 7 0,4-1 6,1-1 1,-3 5 0,4-5 0,1 2-98,-2-1 1,5 1-1,-4 4 80,4 0 0,-3-6 0,-1-1 0,2-2 16,2-1 0,0 3 1,-2-4-1,-1 2 1,1-2 1,2-1 0,1-2 7,0 0 0,-4 0 1,0 0-2,1 0 0,-3 0-22,1 0 1,-5 1 21,0 4 1,-2-2 0,-2 7-1,0 1 1,0 2-1,0 1 1,0 1 1,-5-1 0,0 0 0,1 1 0,-3-1 1,6 5 0,-6 1 0,2-1-8,1 1 0,-8-2 0,4 6 0,-1 2-66,-1 1 0,1-2 1,-4 3-1,2 2-26,1 0 1,1 2 0,-6 2 0,2 4-23,4 4 0,-4-4 0,3-1 0,-1-2 16,2-3 1,-3-2 0,8-1-1,0-2 73,3-3 1,1-3 0,0-6 191,0-1-3,-7-6 0,4-3 1,-6-10-29,-3-5 0,0 2 0,-3-1 0,-1-1-48,-3 2 1,-3 0 0,-7 5 0,0-2 35,0 2-118,-6 1 0,-17 5 0,-9 1 0,-9 0 0,1 0 0</inkml:trace>
  <inkml:trace contextRef="#ctx0" brushRef="#br1" timeOffset="416">23551 12575 8508,'0'-14'-869,"0"0"1,0 4 1006,0 0 1,0 6-1,2-6-36,2-1 1,-2 3-30,3-2 1,-2 5 0,0-4-27,2-2 0,1 3-18,-1-2 0,3 2 1,5-3-8,-3 1 0,-2 5 0,-4-3-14,6 2 0,-4-5 1,1 3 4,-1 0 0,-4-5-35,3 3 1,-4-2 0,-1-3-1,0 1 0,-1 4 1,-4 2-1,-5 0-57,-3 0 1,-3 5 0,-1-2 0,-4 4 70,-1 1 0,4 0 1,-3 1-1,2 4 2,0 5 1,-5 3-1,5 1 1,1 0 6,2 1 0,2 5 0,-1 3 0,1 1 14,0 0 1,6 0-1,3 5 1,3-1-15,2 1 0,0-5 0,0 0 0,2 0-3,3-2 1,3 4-1,6-7 1,-1-1 0,-4-2 0,4-7 0,-3 1 1,3 1 0,-1-3 0,0 0 118,-3-1 1,-6-1-51,2-1 1,-10-4 0,-4 6 0,-4-2-41,-1-1 0,-1 3 0,-1-4 0,-1 2-39,-3-2 0,1 0 0,5 0-465,-1 2-31,1 6 1,6-8-86,3 7 592,4-7 0,45-22 0,12-13 0</inkml:trace>
  <inkml:trace contextRef="#ctx0" brushRef="#br1" timeOffset="417">23580 12705 8077,'0'-10'-515,"0"1"597,6 5 0,-4 0 1,3 8 1,-4 4-69,-1 7 1,2-1 0,1 1-41,2-1 1,6-1 0,-1-2 26,2-1 0,-2-7 0,0 2 0,1-4-56,2-1 0,-4 0 0,1 0 0,1-1-14,2-4 1,-1-3 0,0-5-1,-3 2 18,2 1 0,-3 1 0,0-6 0,-1 1 21,-4-1 0,-1 1 1,-4 0 17,-3-1 1,2 6 0,-7 1-1,-1 1-30,-2 4 1,-1 1 0,0 2 0,-1 0-94,1 0 1,4 7 0,1 1 0,-1 1 133,2 1 0,2 32 0,6 12 0</inkml:trace>
  <inkml:trace contextRef="#ctx0" brushRef="#br1" timeOffset="418">23882 12806 8508,'-10'0'0,"1"0"-66,-2 0 1,-2 1-1,0 4 1,2 5-138,1 2 1,2 4-1,-3 2 1,3 3 171,2 1 1,-6-3 0,4 5 0,0 2 27,4 1 1,-3-3 2,3 0 0,18 13 0,10 7 0</inkml:trace>
  <inkml:trace contextRef="#ctx0" brushRef="#br1" timeOffset="419">24515 12590 8464,'6'-10'-528,"4"1"1,-2 1 0,0-4 0,0 3 396,0-2 1,0-2 0,3-2 0,-1 1 197,1 0 0,0-1 0,0-1 0,-1-1-1,1-3 0,0 0 0,0 2 1,-3-1 239,-1 1 1,2 7-26,-4 2 1,0 2-150,-5 2 1,-5 9 0,-1 13 0,-2 4-32,-3 1 1,-2 2-1,-2 5 1,1 0-85,0 0 0,-1-1 0,1 1 0,0-2-50,-1-3 0,-1 3 0,-1-1 0,-3 4-82,3 4 0,1-2 0,1-6 0,1-2-79,0 1 0,-1 1 1,2-2-1,2-5-332,2-3 0,6-7 526,-2 1 0,3-7 0,15-60 0,3-23 0</inkml:trace>
  <inkml:trace contextRef="#ctx0" brushRef="#br1" timeOffset="420">24400 12618 8464,'0'-14'0,"0"0"0,0 4 0,0 1-539,0-3 1,0 4 437,0-1 1,1 6 0,4-2 118,5 3 1,-2 2 0,1 0 0,1 2-11,-2 3 1,5-4 0,-4 6-10,4-1 0,2-4 0,-1 2 0,0-2-6,1-2 0,-1 5 0,1 0 5,-1-2 1,0-2-1,1-2-6,-1-4 0,0 3 0,1-4 1,-1 0 1,-4 2 0,-1-4-16,3 2-19,-6-5 47,7 9 0,-13-3 20,0 10 1,-5 3 0,-6 8-1,1 2-6,-1 1 1,-2 5 0,-1-3 0,1-1-15,3 1 1,-2 3-1,2-3 1,-1 0-7,1 0 0,-1-2 0,5-5 1,-1 1-23,1-1 0,1-5 16,5 1 1,2-8-20,3-2 1,1-2 0,5-8 0,-1-1-31,1-1 1,2-3 0,1 1 0,0 1-11,1 3 0,-6-2 0,1 4 1,0-2 16,-2 0 1,4 6 39,-2-6 1,-2 7 59,2-2 0,-7 5 0,2 5 12,-4 4 1,-2-1 0,-3 2 0,0 1 2,0 2 0,1 1 1,0 1-66,-2-1 0,0 1 1,5-1-1,0 0-83,0 1 1,0-1-1,0 0-156,0 1 1,0-6 131,0 1 0,2-7 1,1 4-1,4-3-28,1 1 1,-4 0 132,6-5 0,6-32 0,6-8 0</inkml:trace>
  <inkml:trace contextRef="#ctx0" brushRef="#br1" timeOffset="421">24803 12820 6490,'1'-8'78,"4"3"-2,-3-3 0,4 5-12,-6-7 0,2 7-52,3-2 1,-4 2-48,4-2 8,3 4 0,-2-7 0,5 5 21,-1-2 1,-7-2-42,2 3 1,-2 2-1,0-4 33,2-1 111,0 6 0,-7-6 33,-2 7 0,-4 7 1,-5 2 4,3 4 0,-1-3 1,5-1-1,-1 2-58,1 2 0,-4 2 1,6-1-1,0 0-78,3 1 1,1-1 0,1 0-1,4 1-388,5-1 0,7 1 389,2-1 0,27-13 0,11-7 0,2 1 0,0 1 0</inkml:trace>
  <inkml:trace contextRef="#ctx0" brushRef="#br1" timeOffset="422">25450 12748 8525,'-9'0'-593,"-1"0"61,-1 0 1,3 2 647,-2 2 0,5 3 1,-3 4-58,2-1 0,1-6 0,7 4-17,3-1 0,-2-2 1,6-5-40,3 0 1,0 0-1,3 0 1,-1 0-12,1 0 0,-1-2 1,0-1-1,1-4-56,-1-1 1,0-1 0,1-4-35,-1 3 0,-4-2 0,-2 2 70,-2-3 1,1 4-1,-4-1 17,2-1 1,-2 3-1,-8 0 26,-5 1 0,-2 3 1,-3 4 48,1 0 0,1 1 0,2 4 0,1 5 20,-1 2 1,0 3 0,0-1 0,3 1-86,1-1 1,3 0-1,2 2 1,-1 2-5,-2 1 1,0 0 0,5-4-1,0-1-22,0 0 0,2 4 1,3-2-1,3-3-135,0 0 1,4-2 0,-2 0 0,3-3-46,1-2 1,0-1-1,1-5 207,-1 0 0,39-45 0,-22 17 0,0 0 0</inkml:trace>
  <inkml:trace contextRef="#ctx0" brushRef="#br1" timeOffset="423">25695 12806 8525,'0'-15'-721,"0"1"0,0 4 796,0 1 1,6 5 4,4 0 1,-2 2-79,1 2 0,-1 2 0,3 2-50,-1 6 0,-2 3 1,3 0-1,-3-2-20,-1-2 0,2 1 0,-2 3-37,1-4 0,-4 2 0,4-4-135,-1 1 1,4 0 47,-1 1 1,2-2 191,3-7 0,-6 0 0,1 0 0,-5-7 17,4-2 0,-5-4 102,0-1 0,-4 1 115,-4 3 0,-4 4 0,-7 6-113,1 0 0,-1 0 0,1 2 0,-2 2-82,-3 6 0,3 3 1,-3 1-1,3 0-15,1 1 0,1-1 1,-2 1-1,-2-1-187,-1 0 0,5 6 0,6-1 163,1-2 0,9 12 0,6 2 0</inkml:trace>
  <inkml:trace contextRef="#ctx0" brushRef="#br1" timeOffset="424">26040 12618 8308,'0'-8'-450,"-5"8"1,0 10 0,2 4 600,2 6 0,1-3 0,0 7 0,-2 2-77,-3 1 0,2 8 1,-5 2-1,0 1-64,0 1 0,-2 4 1,-4 5-1,-2-2-20,-3-1 1,3-2 0,-2-1 0,6-4-185,2-4 0,2-4 0,-2-3-455,6-3 502,2-10 0,4-14 1,1-9 146,2-4 0,-1-1 0,9-45 0,3-12 0</inkml:trace>
  <inkml:trace contextRef="#ctx0" brushRef="#br1" timeOffset="425">25939 12935 8458,'7'-21'-421,"-4"5"0,5-3 1,0 3 182,0 2 1,-3 4-1,4 2 365,2 2 1,2 1 0,2 5-40,-1 0 0,0 0-45,1 0 0,-2 2-46,-4 2 1,-2-1 15,-7 7 0,-2 0 1,-3 4-16,-4 0 1,-4-1 0,0-2 0,2-1-48,1 1 0,1-3 0,-6 2 0,1 1-172,-1 2 0,6-4 1,1 1 220,1 1 0,15-24 0,8-4 0</inkml:trace>
  <inkml:trace contextRef="#ctx0" brushRef="#br1" timeOffset="426">26184 12906 8458,'0'-14'-1119,"0"4"742,0 1 1,1 4 511,4-5 0,3 7 0,5-3-127,-3-1 0,2 6 1,-2-4 0,3 3 1,0 1-39,-4-4 33,-2 3 0,-9-4 45,-3 6 1,-3 5 0,-6 1 0,-1 2 35,1 3 0,0-3 1,1 2-1,2 1 23,1 2 0,0 1 0,-2 1-59,2-1 1,2-4-1,5-1-102,-2 2 0,0 2 0,7 0-41,3-3 0,3 1 1,6-6-1,0-1 14,1 3 0,-1-6 1,1 4-1,-1-3-436,0-2 1,1 0 515,-1 0 0,26-19 0,7-5 0</inkml:trace>
  <inkml:trace contextRef="#ctx0" brushRef="#br1" timeOffset="427">26443 12849 8458,'0'-15'-782,"0"6"747,0-1 1,-2 9 126,-3 1 1,4 1 0,-6 9 0,3 1-65,-1 2 0,-2 1 0,4 2 0,-2 2-45,2 1 1,0 0 0,0-5-1,-2 1-70,2-1 0,1 1 0,2-1-269,0 0 1,7 1-59,2-1 414,10-6 0,49-40 0,-26 8 0,0 0 0</inkml:trace>
  <inkml:trace contextRef="#ctx0" brushRef="#br1" timeOffset="428">26874 12647 8458,'-14'-5'-21,"0"1"0,-1-1 63,1 5 0,1 6 0,2 4 1,3 4-62,2 5 1,-4-1-1,4 4 1,-1 1 94,1-1 1,-4 2 0,4 3 0,-1 0-123,1 2 1,-4-8 0,4 8 0,0-4-90,-1-2 1,1-1-1,3-4 1,-2 1-106,2-1 1,-1-4 0,1-3 0,-2-1-708,2 1 947,2-5 0,-12-19 0,-3-10 0</inkml:trace>
  <inkml:trace contextRef="#ctx0" brushRef="#br1" timeOffset="429">26558 12921 8458,'0'-10'-48,"2"0"-49,2-1 0,4 0 0,7 0 4,-1 1 1,0 7-1,1-2 1,-1 4-6,1 1 0,1 0 0,1 0 0,2 0-139,-1 0 1,0 1 0,-1 2 236,2 2 0,13 13 0,-1-2 0</inkml:trace>
  <inkml:trace contextRef="#ctx0" brushRef="#br1" timeOffset="430">26831 12949 8458,'-9'0'-841,"-1"0"0,5 0 1761,-4 0-773,6 0 0,-2 0 1,10 0-77,4 0 0,4 0 0,1 0 1,1 0-99,-1 0 0,5-1 0,0-2 0,-1-4-54,-2-1 0,3 5 0,0-3 0,-1 1-79,-2 0 1,-2-5-1,1 6 48,-1 0 0,-6 1 101,-3-2 0,-10 4 1,-5-2-1,-4 4 44,-5 4 0,3 5 1,-5-4-1,2 2 26,0 3 1,0 2-1,4 0 1,1-2-64,-1-1 1,3-1 0,2 6-1,4-1-159,-1 0 1,6 1-1,-4-1 40,3 1 0,4-1 0,3-1 1,3-2-188,0-2 1,6-4 309,0 5 0,39-20 0,16 1 0</inkml:trace>
  <inkml:trace contextRef="#ctx0" brushRef="#br1" timeOffset="431">27162 12993 8409,'0'-15'-407,"-6"7"1,-2 2 457,-7 6 1,7 6 0,2 2 0,1 2-12,0-1 1,1 1 8,4 4 1,0 1-12,0-1 1,1-6 0,4-3-76,5-3 0,2-4 0,3-1 0,-1-4-66,1-1 0,-1-1 0,0-6 0,2-1-23,3-3 1,-3 2 0,4-7 0,-4-2 36,-2-1 1,0-2 0,1-1 0,-2-2 84,-4-2 0,-2-1 0,-7 3 0,0-3 30,0-2 0,0 5 1,0-3-1,0 1-35,0 1 0,-5 6 0,0 7 0,0 6 24,-1 4 1,3 4 0,-7 6 0,-1 3 144,-2 7 0,3 1 0,1 15 0,-2 2-17,-2 4 0,3 4 0,2-5 0,2 5-86,3 0 1,1 3-1,2 2 1,0-1-85,0-1 0,0-1 0,2 5 0,1 2 27,2 3 0,25 10 0,2 7 0</inkml:trace>
  <inkml:trace contextRef="#ctx0" brushRef="#br1" timeOffset="432">27781 12834 10014,'5'-14'0,"-1"0"-101,0-1 1,-3 1-1,-1-1-226,0 1 1,0 4 518,0 1-204,0-1 1,0 9 0,-1 5 0,-3 9 50,0 6 1,-8-1 0,4 6-1,-1 2-37,-1 1 0,5 1 1,-3 1-1,2 0-38,3 0 0,-4-5 0,3-2 0,0-1-35,3-3 1,1-2-1,0-2 4,0 0 1,1-1 0,4-3 62,5-6 1,1-4 0,0-4 0,-1-6-54,1-3 0,3 2 0,2-2 1,2-3 24,0 0 1,-6 0 0,8 2-1,-4 0 26,-2-1 1,-5 1 0,1-1 0,0 1 40,-2 0 0,-2 4 0,-4 2 35,2 2 1,-4-4-42,0 5 1,-1 5 0,-7 7-1,0 1 78,0 3 0,3 2 0,-5 1 0,1 0-82,1 1 1,2-1-1,4 1 1,-1-1-53,-2 0 0,0-4 0,5 0-33,0 1 1,5-3-1,1 0 1,2-2 49,3-3 1,2-1-1,3-4 1,2-1 33,1-2 1,0-4 0,-4 2-1,-1-1-12,0-3 1,-1-2 0,-2-1 0,-1 0 11,1-1 0,-4 6 0,-3-1 0,0 0-55,0 2 1,-2-4-153,3 2 0,-10 4-243,-5 1 0,4 10 423,1 4 1,23 17 0,6 4 0</inkml:trace>
  <inkml:trace contextRef="#ctx0" brushRef="#br1" timeOffset="433">28212 12978 9323,'-14'0'-95,"0"5"0,-1 0 0,1-2-143,-1-1 0,1 4 388,0 4 0,1 2-283,3 3 1,6-1 48,8 1 1,0-8 0,5-2 0,2-3 16,2-2 1,1 0 0,1-2-1,-1-1 8,1-2 1,-1-4 0,0 2-1,-1-1 22,-3-3 1,1 3-1,-6-1-15,-2-3 0,3 4 0,-1-1 25,-2-2 1,-1 3-1,-4 0 1,-2 0-9,-6 0 0,2 4 0,-2 0-87,-1 2 0,-2-3-230,-1 0 134,0 1 218,6 10 0,33 8 0,15 9 0</inkml:trace>
  <inkml:trace contextRef="#ctx0" brushRef="#br1" timeOffset="434">28342 12906 8442,'0'-14'-642,"0"4"688,0 1 1,1 1 0,4-2 72,5 5 0,3-1 1,1 1-92,0 2 1,1 6 0,-1 3 0,1 2-97,-1 4 1,-4 0 0,-2 3 0,0-1-20,0 1 0,-5-1 1,2 2-1,-4 2 24,-1 1 0,0 2 0,0-4 0,-1 2 9,-4-1 1,-3-4 0,-5-3 0,2-1 47,1 1 1,1-4-1,-6-3 63,1-2 1,4-2 0,2-2 0,2-2-27,3-6 0,1-3 1,2-1-1,0 0-10,0-1 1,2 1 0,1-1 0,3 1-62,2 0 0,2-1 0,4 1 0,1-1-80,-1 1 0,0 1 0,1 4 1,-1 2-124,1 1 1,-1 4 0,0-3 0,1 4 242,-1 1 0,20 25 0,4 7 0</inkml:trace>
  <inkml:trace contextRef="#ctx0" brushRef="#br1" timeOffset="435">28745 12978 8570,'-15'0'-547,"1"0"0,0 0 407,-1 0 0,6 2 0,-1 3 286,-1 4 0,3 4 1,-2 1-1,1 1-102,1-1 1,0 1-1,4-1-49,0 0 1,-1 1 64,5-1 0,1-1 0,4-4-44,5-4 0,3-3 0,1-4 0,0-3-63,1-4 0,-1-4 0,1-1 0,-1-1-93,0 1 0,1 0 0,-1-2 0,0-2-12,1-1 1,-2-7 0,-2 4-1,-2-2 89,3 0 0,-6-5 0,0-5 0,-1 1 28,0-2 0,0 3 0,-5-5 1,0 0 35,0 0 1,0 5-1,0-1 1,-2 3 41,-3 1 1,4 2 0,-4 3 0,2 6 25,-2 7 0,3 6 0,-2 10 0,0 6 1,0 7 0,0 4 0,-4 8 0,2 4-28,3 4 1,1-1-1,2 1 1,0 2-35,0 2 1,5-4-1,1 1 1,2 1-63,4 1 0,2 2 1,4 1-1,1-3-385,-2-3 1,6 4 438,1-4 0,22-9 0,7-2 0</inkml:trace>
  <inkml:trace contextRef="#ctx0" brushRef="#br1" timeOffset="436">29363 13050 8529,'0'-19'-157,"0"0"1,0 1 89,0 2 1,0 2 0,0-1-1,0 1 199,0 0 0,0-1 0,0 1-15,0-1 0,0 6 1,-1 1-148,-4 1 1,-3 4 0,-6 8 0,-1 5-17,1 2 0,4 4 0,1 2 0,-3 1-30,0-1 0,-1 4 0,2 1 0,3-1 11,1-3 0,1-3 0,3-1 0,-2-1-8,2 0 0,1-4 1,4-2 62,2-2 1,0-1-1,5-5 1,2 0 0,2-5 0,2-1 1,-1-2-48,0-3 0,-4-2 1,0-1-1,1 1-3,2 3 1,1-3 0,-1 4 0,-2-2-1,-1 1 0,-1-1 65,6 6 42,-7 0 0,-2 7 1,-6 3-1,0 4-36,0 4 1,0 1 0,-2 1-1,-1-1-61,-2 1 1,1-6 0,4 1 0,0 1-91,0 2 0,0 1 1,1-1-367,4-4 505,-3-2 0,42-33 0,4-6 0</inkml:trace>
  <inkml:trace contextRef="#ctx0" brushRef="#br1" timeOffset="437">29651 12762 8198,'0'-14'0,"0"0"-641,0-1 0,0 6 890,0-1 1,-2 7-1,-1 0-177,-1 6 0,-1 5 0,5 6 1,0 1 19,0-1 0,0 5 0,-2 2 1,-1 1-101,-2 4 1,0-4 0,4 2 0,-2 2-105,-2 1 0,-2 2 1,4 0-1,-2-1 46,2 1 1,0-5-1,0 0 1,-2 0-115,2-2 0,1 1 0,2-6-530,0 3 710,0-1 0,-6-37 0,-2-7 0</inkml:trace>
  <inkml:trace contextRef="#ctx0" brushRef="#br1" timeOffset="438">29536 13007 8479,'-5'-14'0,"0"-1"0,2 1-363,2-1 0,1 6 1,0-1 401,0-1 1,6 5 0,5-1 11,7 1 0,-1 4 1,6-3-1,-1 4-56,1 1 1,0 0 4,6 0 0,26 6 0,5 2 0</inkml:trace>
  <inkml:trace contextRef="#ctx0" brushRef="#br1" timeOffset="439">30255 12662 10377,'2'-15'-236,"3"1"1,-4-1 0,6 3-151,-1 2 1,-4 2 347,3 3 0,-4 5 1,-1 0-1,0 8 116,0 5 0,-6 3 1,-4 2-1,-3 2-74,-1 3 1,4 1 0,1 5 0,-2-1 16,-2 1 0,-2 0 0,1 0 0,1-1-25,4 1 0,-4 0 1,5 0-1,-2-2-65,1-3 0,5 2 1,0-6-1,2 1-10,2 0 0,0-2 1,0-5-65,0 1 0,2-6 1,2-1-1,6-1-17,3-4 0,-4-1 0,1-2 1,1 0-312,2 0 470,-5 0 0,5-20 0,-5-4 0</inkml:trace>
  <inkml:trace contextRef="#ctx0" brushRef="#br1" timeOffset="440">30054 13007 8581,'0'-14'0,"5"-1"0,1 1 0,2 1-304,3 3 0,2-1 1,1 5-1,1-1 306,-1 1 1,5-4 0,2 6 0,0 0 101,0 3 1,-2 1-1,-3 0 1,2 0-84,1 0 0,0 0 0,-5 0 11,1 0 1,-1 0-1,-1 1 18,-4 4 0,-2-2-40,-7 7 0,0 0-11,0 4 0,0 0 0,0 1-29,0-1 0,-2-4 0,-1-1-215,-2 3 1,-4 0 0,2 3-194,-1-1 0,3-1 438,-4-4 0,6 4 0,-4-5 0</inkml:trace>
  <inkml:trace contextRef="#ctx0" brushRef="#br1" timeOffset="441">30370 12834 8393,'8'-14'-1341,"-1"0"693,-7-1 584,0 7 1,0 8 0,0 10-46,0 3 1,0 1 108,0 0 0,-26 52 0,10-27 0,0 0 0</inkml:trace>
  <inkml:trace contextRef="#ctx0" brushRef="#br1" timeOffset="442">30471 13036 8393,'0'-10'-1484,"0"1"1294,0-1 578,-6 2 0,4 3-377,-3 10 1,4-2-64,1 7 89,0-1-23,0 6 1,1-7-15,4-3 0,2-5 0,4-4 0,-3-2 10,-2-2 0,5 3 0,-1-4-24,3-3 0,-1 4 1,0-1-1,-3-1-14,2 2 0,-3 0 1,2 5 18,1-2 1,-3 0 17,2 5 0,-7 2 6,2 3 1,-4 3-1,-1 6 5,0 1 1,-4-1 0,-1 0-5,2 1 0,-4-6 0,2 1 85,2 1 1,2-3 266,1 2-332,0-7 0,1 2 0,4-9-44,5 0 1,-2-8-1,1 5 1,2-3-22,2 0 0,2 2 1,-3-3-1,0 2-23,-3-3 0,1 4 0,4 0 5,0 2 0,-4 0 0,0 2-1,1 0 0,-5 0 24,-1 9 1,-3 3 0,-2 7-69,0-1 0,0-4 0,1-1 0,2 2-28,2 2 0,0 2 0,-5-1 0,0 0-184,0 1 1,2-1 303,2 0 0,11 7 0,7 2 0</inkml:trace>
  <inkml:trace contextRef="#ctx0" brushRef="#br1" timeOffset="443">30960 13050 8393,'-1'-8'-1552,"-3"2"1790,0-1-101,-1 6 1,5-7-98,0 3 0,2 3 1,2-2-59,6 2 0,-2 0 1,1-1-19,3-2 1,0-1 0,3 3-40,-1-2 1,1-6 50,-1 1 0,-6 2 18,-3-1 0,-5 5 31,-5 0 0,-3 2 1,-6 2-1,-1 0 161,1 0 1,-1 5-1,1 1-88,0 2 0,-1 2 0,3 4 0,0-1-45,3-3 0,6 2 0,-2-2-39,3 3 1,2 1 0,0 1-76,0-1 1,2-5 0,3-1-1,4-1-209,4-4 1,1 3-1,1-1 270,-1-2 0,39-1 0,9-2 0</inkml:trace>
  <inkml:trace contextRef="#ctx0" brushRef="#br1" timeOffset="444">31334 12906 8413,'0'-14'-692,"0"-1"564,0 1 0,0 4 0,0 1 243,0-2 0,0 3-20,0-2 0,-1 2-39,-4-1 1,2 2-1,-5 9-44,1 3 1,3-2-1,4 6 1,0 3 26,0 0 1,0 3 0,0-1 0,0 0 7,0 1 0,4-1 0,3 1-37,1-1 1,0 0-1,3 1 1,-3-1-7,-2 1 0,4-6 0,-5 1 29,-2 1 0,-1 2 0,-2 1-27,0 1 1,-2-6 0,-3-1 0,-4 0-30,-4 0 1,-3-5 0,-2 4 0,-1-3-188,1 1 1,2 5 0,2-5-612,0-2 469,-1-2 0,9-1 352,6 0 0,51-32 0,19-7 0</inkml:trace>
  <inkml:trace contextRef="#ctx0" brushRef="#br1" timeOffset="445">31651 12734 8413,'8'-15'-560,"-3"1"700,-4 6 0,-1 3 1,0 10-1,-1 4-21,-4 4 1,2 3 0,-5 2-1,0 3-120,0 1 1,3-3-1,-3 5 1,1 2-44,4 1 1,-3-3 0,0 0 0,-1 1-102,1 3 1,-4 0-1,4 1 1,-1 0-90,1 0 1,-4-2 0,4-2 0,-2-2-77,-3-2 0,4-2 1,1-5 309,0 1 0,-2-20 0,-7-5 0</inkml:trace>
  <inkml:trace contextRef="#ctx0" brushRef="#br1" timeOffset="446">31421 13093 8413,'8'-14'-307,"-4"0"0,-2 4 0,-2 0 360,0-1 1,5-2-1,1 1 82,2 2 0,-3 2 1,5 5-117,1-2 0,2-1 1,1 2-1,0 0-6,1 0 1,-1 3-1,1 1 1,-1 0-12,0 0 1,1 0 0,-1 0-53,0 0 1,-4 0-62,0 0-108,-7 0 0,3 6-46,-6 4 0,0-2 0,0 1 265,0 3 0,-25 7 0,-7 3 0</inkml:trace>
  <inkml:trace contextRef="#ctx0" brushRef="#br1" timeOffset="447">31694 13079 8413,'10'0'-820,"-1"0"1,-4 0 1020,5 0 0,-6-5 1,4-1 19,-1-2 1,-1 3 0,-3-5 18,2-1 1,0 3-49,-5-1 0,0 4-169,0-5 0,-2 7 1,-2 0-22,-6 6 0,-1 5 0,0 5 1,3-2-43,1-1 1,-2-1 0,4 6 0,0-1 24,-1 0 0,4 1 1,-3-1-15,4 0 1,2-6-1,4-3-25,5-3 0,2-2 0,3 0 0,-1 0-59,1 0 0,-6-2 0,1-3 0,1-4 25,2-4 1,-4-1 0,-1-1 50,-1 1 1,-2 0 0,-5-1 0,0 1-5,0-1 1,0 6-1,-2-1-40,-3-1 0,-3 5 1,-6 1-148,-1 3 1,6 4-1,1 3 228,1 4 0,-4 23 0,3 7 0</inkml:trace>
  <inkml:trace contextRef="#ctx0" brushRef="#br1" timeOffset="448">32011 12834 8413,'8'-22'-372,"0"1"0,-5 7 0,2-1 160,-2 1 481,5 6 0,-7 3 0,4 10-117,-3 5 1,-2 7 0,0 4 0,0 1-80,0 4 1,-2 1 0,-1 2-1,-2 0-29,2-1 1,-3 6 0,-1 1 0,1 2-64,-1 3 0,-4 1 0,2 3 0,-4-1-75,-2 0 0,3 5 1,0 0-1,3-2-89,-2-1 0,-1-5 0,1 0 0,3-2-141,2-7 0,1-3 0,5-8-466,0-3 790,0-7 0,6-4 0,2-6 0</inkml:trace>
  <inkml:trace contextRef="#ctx0" brushRef="#br1" timeOffset="449">31996 13108 8445,'0'-15'0,"0"1"-42,0 0 1,2 1 0,1 2 0,3 1-15,2-1 1,2 3-1,4 0 1,1 1 63,-1 4 1,0 2 0,1 1 0,-1 0 45,1 0 1,-1 0 0,-1 1 0,-2 2-25,-1 2 1,-2 6 0,1-1 10,-4 3 0,1 1 0,-2 1-19,-6-1 0,0 0 0,-7-1 0,-4-2-44,-5-1 1,1-1 0,-6 6-1,1-1-114,0 1 1,2-1 0,-2-1 0,1-2-369,4-1 1,1-2 503,1 1 0,20-2 0,5-7 0</inkml:trace>
  <inkml:trace contextRef="#ctx0" brushRef="#br1" timeOffset="450">32356 13093 8451,'0'-14'-141,"0"0"0,0 4 0,0 0 150,0-1 1,1 3 0,4 0-1,5 2-9,3 3 1,1-4 0,0 2-8,1 2 0,-1 2 1,1 1-1,-1 0-70,0 0 0,1 0 1,-1 0-144,0 0 0,-4 1 0,0 2-259,1 2 1,-3 2 478,1-3 0,-18 17 0,-1 10 0</inkml:trace>
  <inkml:trace contextRef="#ctx0" brushRef="#br1" timeOffset="451">32356 13237 8451,'-13'2'-360,"3"3"0,-2-4-912,2 4 1543,4-3 1,6-2 0,9 0 0,4-2-111,1-3 0,1 2 0,1-5 0,1 0-152,3 0 1,4 3 0,-5-3-1,0 2-79,2 3 1,-5-4 0,4 2 0,0 1-314,-1-3 1,0 6 382,-5-4 0,14 3 0,2 2 0</inkml:trace>
  <inkml:trace contextRef="#ctx0" brushRef="#br1" timeOffset="452">32903 12849 7886,'8'0'72,"-2"6"0,-6 4 0,0 2 116,0 3 0,0 1 1,0 3-1,0 5-205,0 3 0,-5 2 0,0 1 1,1 2-154,-3 2 0,4 6 1,-5-2 169,2 4 0,-31 20 0,-3 5 0</inkml:trace>
  <inkml:trace contextRef="#ctx0" brushRef="#br1" timeOffset="453">23752 14000 12075,'-14'0'-1144,"1"-2"1,2-1 814,2-2 0,5-1 0,-2 3 202,0-2 1,2-5 0,-4 4 62,2-2 1,1 3-1,4-3-62,-4 2 0,3-1 48,-3 2 137,4-3-252,1-6-40,0 0 101,0 6 110,0 1 0,-2 7 70,-3 0 1,2 2 0,-6 3-98,-3 4 144,0-2 0,-28 25 0,-7 0 0</inkml:trace>
  <inkml:trace contextRef="#ctx0" brushRef="#br1" timeOffset="454">23565 13942 11761,'8'-14'-778,"-3"-1"1,-2 6 0,1-1 724,0-1 1,3-2 255,-2-1 0,-4-1-76,4 1-142,3 0-18,-6 6 0,4 3 0,-6 10 0,-2 4 8,-2 4 1,0 6 0,-4 0 0,0 1-74,0 0 0,0 1 1,-3 5-1,2-2 59,-3 1 0,1-2 1,0 1-1,1 0-20,-1-2 1,3 5-1,0-4 1,0-1-114,0-3 1,5-3 39,-2-1 1,5-3 0,5-4 67,5-8 0,3-6 0,3-8 0,1-1-11,2 1 1,5-2 0,-3-2-1,0-1 42,0 1 1,4 1-1,-2-1 1,-1 1 45,-3 4 1,-3-1-1,-2 6 1,1-2 89,-1 0 1,-4 7-24,-1-2 0,-5 5 1,-1 5-14,-6 5 0,-1 3 1,-4 1-1,2 0-43,3 1 1,-4-1 0,3 0-60,0 1 0,3-1 1,1 1-20,0-1 0,6-6 1,4-3 21,3-4 0,1-1 0,0 0 0,2 0 2,4 0 0,-4-6 0,3-4 1,-3-2-8,-2-3 0,1 6 1,-3-1-1,-1-1-24,-1-2 1,-5 3 0,3 1 9,-2-2-131,-1-2 0,-7 5 135,-2 3 75,2 4 1,-17 20-1,3 5 1</inkml:trace>
  <inkml:trace contextRef="#ctx0" brushRef="#br1" timeOffset="455">24184 14043 9694,'-14'0'0,"-1"0"-362,1 0 0,-5 0 0,0 0 0,1 0 435,2 0 1,-3 1-1,0 4 1,1 5 21,2 3 1,2 1 0,-1-1-1,2-2-51,4-1 1,-2-1-97,6 6 0,2-3-35,8-2 1,3-4-1,6-6 9,0 0 0,2-4 0,2-3 0,1-1-19,-1-3 1,-2 0 0,-2 0 0,0 1-38,1-1 1,-1 3 0,1-2 76,-1-1 1,0 3 95,1-2 1,-6 7-12,1-2 1,-9 4 0,1 2 0,-5 4-15,0 5 1,-5 1-1,0 0 1,0-1-5,3 1 1,-1 2 0,-1 1 0,1 1-90,-1-1 1,3 0 51,4 1 0,0 12 0,0 3 0</inkml:trace>
  <inkml:trace contextRef="#ctx0" brushRef="#br1" timeOffset="456">24386 13985 9682,'-7'-14'-947,"6"6"0,-6 3 1000,7 10 1,0 3 0,0 6-73,0 1 1,0-1-1,0 1 39,0-1 0,0 0 0,0 1 9,0-1 0,0 0 0,2-1 0,1-2 1,2-1 1,0 0-1,-7 4 2,-3 0 1,2-1 0,-7-2 0,-1-1-48,-2 1 0,-6 0 0,0 1 1,0-3-70,-2 2 0,5-3 1,-3 2-1,3-1-290,1-1 0,3 0 390,2-3 0,29-10 0,13 4 1</inkml:trace>
  <inkml:trace contextRef="#ctx0" brushRef="#br1" timeOffset="457">24875 13798 8574,'0'-9'-377,"1"1"0,2 0-70,2 0 1,2 0 0,-4-3 582,2 1 0,1 2 0,-3-3 3,2 1 1,0 5 0,-4-3-39,4 2-137,-3 1 1,4 12 0,-7 2 42,-4 4 0,3 1 0,-4 1-62,-1-1 0,6 1 1,-4-1-1,3 0-149,2 1 1,0-6 0,0 1 203,0 1 0,26-5 0,6 1 0</inkml:trace>
  <inkml:trace contextRef="#ctx0" brushRef="#br1" timeOffset="458">25062 13726 8524,'-10'-8'-1196,"0"4"1,6 2 1301,-6 2 1,7 2-77,-2 2 0,4 4 1,1 7-75,0-1 0,0 1 0,0-1 0,0 0-147,0 1 191,6-1 0,34 20 0,14 4 0</inkml:trace>
  <inkml:trace contextRef="#ctx0" brushRef="#br1" timeOffset="459">25292 13885 7724,'-8'-7'-17,"1"4"191,7-7 1,0 6 19,0-6 0,2 5-171,3-4 1,-2 5 0,7-2-89,1 0 0,-3 4 0,0-4 0,0 1-23,0 0 1,-3 0 36,4 5 0,1 0 39,4 0 1,-6 2 0,-3 3 0,-3 4 0,-2 4 1,0 1 0,0 2 0,0 2-15,0 1 1,0 7 0,0-2 0,0 3-30,0 2 0,-5 0 0,0-1 1,0 1 36,-1 0 1,4-2 0,-4-1 0,1-4 14,0-1 1,-4 3-1,2-3 31,-1 1 0,-1-5 1,-6 1-1,1-5 73,-1-4 0,1-4 0,0 3 0,-1-1-63,1-4 1,-2-2-1,-2-1-50,-1 0 0,0-1 0,5-4-57,-1-5 0,7 2 1,3-1-278,4-2 0,6 3 345,-1-2 0,46-31 0,6-14 0</inkml:trace>
  <inkml:trace contextRef="#ctx0" brushRef="#br1" timeOffset="460">25637 13755 8524,'-8'0'-1683,"0"0"1589,3 0 0,2 0 1,-5 2 45,2 3 1,1-2-1,5 6 6,0 3 0,-5 0 1,0 3 41,2-1 0,14 13 0,5 4 0</inkml:trace>
  <inkml:trace contextRef="#ctx0" brushRef="#br1" timeOffset="461">25810 13698 6496,'0'-7'-74,"0"7"1,0 7 0,0 7 73,0 0 0,6 52 0,2 12 0</inkml:trace>
  <inkml:trace contextRef="#ctx0" brushRef="#br1" timeOffset="462">26544 14431 8524,'0'-14'0,"-2"0"0,-1-1-19,-2 1 0,0-1 0,5 1 0,-1 0 95,-4-1 0,3 4 0,-3-2 0,2-3-254,-2 0 1,2 5 0,-5 2-1,0-4 121,0-5 1,0 2-1,-3-3 1,3 1 41,2-1 1,1 2 0,5-7 0,0-2-71,0-1 0,6 3 0,2 2 0,3-1 8,4 1 0,-9 9 0,9-1 0,-3 2 76,1 4 1,2 2 79,-1 6 0,-1 2-45,-4 2 1,-2 4 0,-9 7-1,-3-1 34,-4 1 0,-6 1 0,-4 1 1,-3 2-23,-1-1 1,-5 3 0,0-1 0,-5 3 28,-4 2 1,5-4 0,-3 0-1,3-2 135,3 0 0,-3 1 0,10-8 293,-1-2-456,3-4 1,18-6-1,7 0 1,8 0-92,6 0 0,2-1 1,4-2-1,-1-2-198,2 2 1,1-4 0,2 2 0,0 1 241,-1-3 0,12-13 0,7-6 0,3-5 0,0-1 0</inkml:trace>
  <inkml:trace contextRef="#ctx0" brushRef="#br1" timeOffset="463">27248 13870 12367,'-9'0'-161,"-1"0"1,-1 0-57,-2 0 0,-1 3 0,0 5 1,-1 7-34,1 1 1,-1 6-1,1 2 1,0 5 193,-1 5 0,6-4 0,-1 3 0,0-1-53,2 2 1,-3-4-1,5 4 1,-1-2-12,1 2 0,-3-9 0,2 4 0,1-4-312,-1-2 0,3-2 321,4-7 0,-7-44 0,-1-12 0</inkml:trace>
  <inkml:trace contextRef="#ctx0" brushRef="#br1" timeOffset="464">26975 14100 9956,'0'-14'-1108,"0"0"0,2 1 1237,3 3 0,3 4 0,6 6 1,0 0-79,1 0 0,1 0 0,1 1 0,4 3-70,1 0 0,-2 1 0,4-5 0,1 0-23,2 0 1,-3 0 0,0 0-1,0-1-45,-1-4 1,2 2 0,-6-5 0,-1 0 30,-2 0 1,-3-2 0,-2-3 22,-1 4 0,-7-4 0,0 5 85,-6 0 0,0 2 1,-7 6-1,-1 0 89,-2 0 1,-1 1-1,-1 4-42,1 5 1,-1 2 0,1 3 0,1 1-85,4 3 0,-4-2 0,3 7 0,-3 2-39,-1 1 1,0 2 0,-1 0 0,3 0-8,2-1 0,-1 0 0,4-3 0,1-3-226,0-1 252,1-2 1,6-11 0,4-4 0,6-8 35,7-5 1,-2-6-1,5-2 1,-2-2-128,0 1 0,5-3 0,-3 2 0,0 2-8,-1 1 0,0 1 1,-6 2-1,0 2 53,1 2 0,-1 4 125,1-5 0,-3 9 24,-2 1 1,-4 1-1,-6 9-65,0 1 0,0 2 1,0 1-45,0 1 1,5-1-1,0 0-73,-2 1 1,-1-1 0,-1-1 0,2-2-167,2-1 0,2-6 0,-4 6 44,2 1 1,4-3-1,-2 0 141,1-1 56,1-3 0,6-4 0,-1 0 0</inkml:trace>
  <inkml:trace contextRef="#ctx0" brushRef="#br1" timeOffset="465">27594 14288 8451,'0'-10'-1905,"0"0"2147,0 1 0,0-6-36,0 1 0,0 4-186,0 1 0,0 4-61,0-5 1,1 6-1,4-4 19,5 1 1,-2-2-1,1 2-10,3-1 0,0-1 16,3-6 1,-7 6 95,-4-1 0,-4 7 30,-4-2 1,-4 8-1,-5 4 1,2 1-32,1 3 0,2 2 1,-3 1-1,3 0-69,2 1 0,1-1 0,5 1-71,0-1 1,0 0 0,1 1 0,6-2-671,7-4 731,7 4 0,31-23 0,14-10 0,5 3 0,-1 0 0</inkml:trace>
  <inkml:trace contextRef="#ctx0" brushRef="#br1" timeOffset="466">28284 14144 10984,'0'-15'-869,"0"1"0,0-1 597,0 1 1,0 0 0,0-1 329,0 1 1,0 0 135,0-1 0,-1 7 0,-4 3-128,-5 4 0,-2 7 0,-3 4 1,1 4-21,-1 5 0,1-1 1,0 6-1,1 0-90,3-2 0,-3 4 1,5-5-1,-1-1-59,-1 1 0,7-2 1,-2-4 121,4-1 1,2-6 4,4-3 1,0-5-1,8-5 1,3-4-74,0-4 0,0-2 0,-2-1 0,2-1-10,3-2 0,-3-5 0,3 3 0,-3 0-85,-1 0 1,-2-4 0,-2 2 0,-2-1 68,2 0 0,2 0 1,0-4-1,-2-1 34,-1 0 0,-5 0 0,3 0 0,0 1 74,0-1 1,-5 7-1,2 2 1,-4 4 136,-1 2-71,0 6 0,0 3 1,-1 10-1,-3 5-8,0 2 0,-3 9 0,4 2 0,-2 1-94,2-1 0,-3 1 0,1 5 0,2 0-26,1 0 1,2 0 0,0-1-1,0 1-68,0 0 0,2 0 0,1-1 0,2 1-205,-2 0 0,3 0 0,1 0 1,1-2 303,3-3 1,34-23-1,9-10 1</inkml:trace>
  <inkml:trace contextRef="#ctx0" brushRef="#br1" timeOffset="467">28586 14144 9795,'-14'-5'-230,"0"-2"1,-1 1 146,1 0 0,4 1 0,2 3 242,2-3 1,0 4-54,1-4 1,5 3-219,0 2 1,1 0-1,9 0 68,1 0 1,2 0 0,1 0 0,1 0-43,-1 0 1,-4 0 0,-1-1 0,2-2-18,2-2 0,-3-2 71,-1 3 0,-1 0 58,2-5 1,-5 6 8,-10-2 0,-3 3 0,-6 2 1,-1 2 112,1 3 0,-1-2 0,1 6 0,0 1-89,-1-2 0,6 5 0,1-4-61,1 4 1,-2 2 0,4-1 0,2 0-119,1 1 1,2-6-1,0 1 1,2 0-146,3-2 0,3 4 0,6-4 1,0 2-583,1 0 840,-1-7 0,45-10 1,12-9-1</inkml:trace>
  <inkml:trace contextRef="#ctx0" brushRef="#br1" timeOffset="468">28817 14086 9143,'-15'0'-590,"6"0"0,-1-2 946,-1-2 1,3 2-243,-2-3 1,2 10-1,-1 5-118,4 2 1,-1 3 0,1-1 0,2 1-35,1-1 1,2 0 0,0 1-1,0-1-103,0 1 1,2-1-1,1 0 1,3 1-168,2-1 0,-3 0 1,5 1-1,1-1 306,1 1 1,41-20-1,10-5 1</inkml:trace>
  <inkml:trace contextRef="#ctx0" brushRef="#br1" timeOffset="469">28946 14230 8104,'-14'0'-268,"1"-2"1,2-1 399,1-2 1,2 2 0,-3 6-46,1 2 0,7 6 0,-3-3-216,-1 0 1,6 5 45,-4-3 1,5 1 44,5-2 0,3-2 0,6-7-30,1 0 0,-1 0 1,-1-2 57,-4-3 1,4-2 9,-3-8 0,-2 1 0,0-1 0,-2 1 0,-1 4 0,-5 1-58,0-2 1,-6 4-97,-4 2 0,-3 4-300,-1 1 454,6 6 0,8 28 0,8 12 0</inkml:trace>
  <inkml:trace contextRef="#ctx0" brushRef="#br1" timeOffset="470">29133 14172 8520,'-9'0'-1101,"-1"0"1035,-1 0 1,-2 2 0,-1 1 299,-1 2 1,6 6 0,1-1-1,0 3-180,0 1 1,4 0-1,0 1 1,2-1-104,2 0 0,0-4 0,0 0 25,0 1 1,6-5 0,4-1 0,3-3 2,1-2 0,2 0 0,2 0 1,1-2-23,-1-3 1,-1-3 0,1-6 0,1 0-37,-2-1 1,-5 1 0,-3-2-1,2-2-73,2-1 0,0-2 1,-3 4-1,-4-4 87,0-2 0,-4-1 0,3-3 1,-4 2 39,-1 1 1,0 0 0,0-5 0,0 0 38,0 0 0,0 1 1,0 0-1,0 3-18,0 1 0,0 5 0,0-4 56,0 3 0,0 8 17,0 12 0,-4 7 0,-3 9 0,1 3-4,-1 5 0,-2 3 1,2 2-1,1 0-36,0-1 1,-1 3-1,4 1 1,-2 1-84,2-1 1,-3 3 0,1-1 0,2 0-100,1 1 1,2-3 0,0 5 0,0-2-65,0-3 1,0-4 0,0-4 216,0-4 0,51-36 0,13-10 0</inkml:trace>
  <inkml:trace contextRef="#ctx0" brushRef="#br1" timeOffset="471">29349 14216 7586,'-14'0'-488,"4"0"0,2-2 1044,2-3-257,-6 4 1,12-6-298,0 7 1,2 0 0,6 2-13,-2 3 1,6-4 0,-3 4 25,4-3 1,-3-2-87,-1 0 0,1 0-93,4 0 65,-6-7 0,-1-1 10,-7-6 52,0 6 93,0-5-39,0 11 0,0-2 0,0 8-14,0 6 0,0 3 0,0 1-32,0 1 0,0-1 1,0 0-1,0 1-116,0-1 1,0 0 0,0 1-102,0-1 1,0 1 244,0-1 0,25 13 0,7 4 0</inkml:trace>
  <inkml:trace contextRef="#ctx0" brushRef="#br1" timeOffset="472">29608 14144 8493,'8'-7'-508,"0"1"254,-3-4 1,-4 2-1,6 5 446,-1-2 0,-3 0 0,5 7-140,-1 3 0,-3-2 0,-4 7 1,0 1-3,0 2 1,2 1-1,1 0 1,2 1-78,-2-1 0,-1 2 0,-2 2 0,-2 1-64,-3-1 1,4-3 0,-6 0 0,3-1-25,-1 1 0,-2-3 128,3-2 1,2-5-5,-3-10 1,9-3 0,2-6-1,0-1 4,1 1 0,4-2 0,-2-2 0,4-1-57,2 2 0,-6 1 1,1 1-1,1 1-286,2-1 0,1 3 330,1 2 0,18-22 0,6 0 0</inkml:trace>
  <inkml:trace contextRef="#ctx0" brushRef="#br1" timeOffset="473">30471 13957 10922,'5'-10'-714,"0"0"1,-2-1 125,-1-2 1,-2-1 0,1 1 449,4 4 416,-3-4 1,4 10-269,-6-7 0,0 8 0,0 2 34,0 8 0,0 0 0,0 2 0,0 1 11,0 2 0,-2 6 0,-1 2 0,-3 1-81,-2 4 1,3-4 0,-3 2 0,0 2 20,0 1 1,0 3 0,-3 2 0,1 2-46,-1-2 0,-2 3 0,-1 0 0,1 0-54,3 1 0,-2-1 0,2-3 1,-1 0-38,1-5 0,-3 2 0,5-7 0,-1 0-730,-1-2 871,7-4 0,-3-28 0,6-5 0</inkml:trace>
  <inkml:trace contextRef="#ctx0" brushRef="#br1" timeOffset="474">30442 14216 8500,'10'-15'-72,"0"1"0,-6-1 1,4 1-1,0 1-34,0 4 0,2 1 0,4 4 105,1 0 0,-1-1 1,0 5-1,1 1-9,-1 4 1,1-2 0,-1 7-71,0 1 0,1 2 0,-2 1 15,-4 1 0,-2-1 0,-7 1 42,0-1 1,-7 0 0,-2 1 0,-4-2 3,-2-4 0,1 2 0,0-4 0,-1 1-16,1 3 1,-1-3-1,1 0 1,0 0-107,-1 0 1,1-5 0,1 3-479,4 1 619,-4-6 0,43-20 0,4-13 0</inkml:trace>
  <inkml:trace contextRef="#ctx0" brushRef="#br1" timeOffset="475">30701 14216 8236,'10'-13'-670,"0"3"0,-6 2 831,6 3 1,-5 4 2,4-4 1,-6 10-152,2 4 1,-3-1-1,-1 2-118,4 1 0,-3 2-35,3 1 33,-4-6 93,-1-1 1,2-7-27,3 0 0,-2-7-85,6-2 0,-4 2 0,3 1 0,0 1-65,0 0 0,-3-1 0,5 3 190,1-2 0,-5 0 0,12 7 0,-4 1 15,2 2 0,-6 1 0,-4-3 620,1 2 105,-6 0 73,6-5-557,-7 0-535,0 0 129,0-6 0,1 2-10,4-5 1,-3 4 40,2-5 202,-2 7 1,-8-3 3,-4 6 0,-3 6 0,0 4-127,4 3 0,-2 1 0,6 0 1,0 2-163,-1 4 0,4-5 1,-3 6-1,4-2-389,1 1 591,0 5 0,25-2 0,7 5 0</inkml:trace>
  <inkml:trace contextRef="#ctx0" brushRef="#br1" timeOffset="476">31061 14244 8469,'0'-9'-1543,"-2"1"1484,-2 1 1,0 3 250,-5 4 1,-1 1 0,-3 4-124,4 5 0,1-2 0,5 1 0,-2 2-50,2 2 1,1 1-1,2 1 1,0-1 45,0 1 1,0-6 35,0 1 1,2-7-126,2 2 1,4-5 0,7-5-99,-1-5 1,1-4-1,-1-4 1,0-2 26,1-3 0,-1 4 0,-1-3 1,-2-1-28,-1 1 0,-5-2 1,3-5-1,-2 0 82,-3 1 1,-1-6 0,-2 1-1,0-1 80,0-1 1,0 3 0,0-5 0,0 0 1,0 1 1,0 5-1,0 1 1,0 6 92,0 3 0,0 2-24,0 4 0,0 14 0,0 7-57,0 10 1,0 5 0,0 5-1,0-1-5,0 6 1,0-3 0,0 6 0,1-4-56,4-1 0,-3 1 0,3 2 1,-2 2 12,1-2 1,-2-2 0,3-1 0,-4 1-127,-1 4 1,0-4 0,0 4 0,0-4-109,0-1 1,0 0 0,0-2 0,2-3-115,3-5 1,-4-8 340,4-1 0,22-39 0,5-4 0</inkml:trace>
  <inkml:trace contextRef="#ctx0" brushRef="#br1" timeOffset="477">31349 14187 8455,'-15'8'-16,"6"-2"1,-1-6 55,-1 0 0,3 5 0,-2 1-306,-1 2 0,5-3 85,1 5 1,3-1-33,2 6 0,0-6-159,0 1 0,2-7 372,3 2 0,16-23 0,9-6 0</inkml:trace>
  <inkml:trace contextRef="#ctx0" brushRef="#br1" timeOffset="478">31521 14187 8455,'15'0'-198,"-6"0"171,1 0 130,-7-7 0,2 7-67,-10 0 0,-3 7 0,-5 7 0,2-1-59,2-3 0,4 4 0,-5-1 1,1 4-7,1 1 1,0-2 0,4-2 0,0 1-86,0-1 0,3 0 0,1 1-99,0-1 1,1-4 0,6-2-37,7-2 1,1-1 0,4-7 0,-2-2 248,3-6 0,5-23 0,4-11 0,5-3 0,1 0 0</inkml:trace>
  <inkml:trace contextRef="#ctx0" brushRef="#br1" timeOffset="479">31752 14057 8455,'6'-20'-85,"-4"2"0,4-4 0,-1 1-308,0 3 1,-1 2-1,-4 2 734,0-1 0,0 6-199,0-1 0,-1 13 0,-2 2 0,-2 6-76,2 4 1,-4 1-1,2 1 1,1 4-52,-3 2 1,6 1 0,-4 3 0,3-2-52,2-1 1,0 0-1,0 5 1,0 0-61,0 0 1,-5-5 0,1 0 0,0 3-158,3 5 0,-4-7 1,-1 4-1,-1-3-695,1-4 948,1-1 0,-8-26 0,-3-5 0</inkml:trace>
  <inkml:trace contextRef="#ctx0" brushRef="#br1" timeOffset="480">31651 14288 8455,'0'-15'-88,"0"1"1,0-1 0,1 1-135,4 0 1,-3 4 0,4 0 179,1-1 0,-4 5 0,6 1 7,3 3 0,0 2 0,3 0 0,-1 0-106,1 0 0,-1 0 141,0 0 0,20 26 0,4 6 0</inkml:trace>
  <inkml:trace contextRef="#ctx0" brushRef="#br1" timeOffset="481">31852 14302 8455,'-14'0'-393,"0"0"347,-1 0 23,7 0 0,2 1 0,7 3 13,4 0 0,-2 1 0,7-5-73,1 0 0,2 0 0,1-1-120,1-4 1,-1 3 0,-1-4 43,-4-1 0,4 4 111,-3-6 0,-4 4 208,-1-5 4,-3 7 0,-4-3 0,-3 6-44,-4 0 1,-3 1 0,1 3 0,3 2-121,2 2 0,-1 0 0,4 3 0,-3-1-166,-2 1 0,5 2 0,-2 3-16,3 3 0,2-6 182,0 6 0,26 6 0,6 12 0</inkml:trace>
  <inkml:trace contextRef="#ctx0" brushRef="#br1" timeOffset="482">32154 14288 8259,'-9'0'-1243,"1"1"1245,1 4 1,1-4 0,3 6 0,-4-2 122,-1-1 1,4 6-1,-4-4 1,1 2 58,4 4 0,0-4 1,0 1-82,-2 2 0,0-3 321,5 2-461,0-7 1,6 2 0,4-10-39,3-4 1,1-6 0,-1-2 0,-2-3-95,-1 3 0,-1-4 0,4 0 0,-2-1 77,-1-4 1,0-1-1,2-2 1,0 1 65,-3-1 1,-1-5-1,3-1 1,-3 0 14,-1 0 0,4-5 0,-3 3 1,1-1 10,1-1 0,-2 7 1,3 0-1,-3 5 9,-1 3 1,2 11 27,-4-1 1,0 20-1,-5 6 1,0 7 76,0 6 1,-5 4 0,0 5 0,0 4-67,-1 4 0,4 1 0,-2-2 0,2-1-78,2-1 1,0 4 0,0 6 0,0 1 29,0 0 0,8 0 0,3 5 0,1 3 0,0-1 0</inkml:trace>
  <inkml:trace contextRef="#ctx0" brushRef="#br1" timeOffset="483">32787 13813 8580,'15'-8'-128,"-7"-5"0,-2 5-94,1 0 213,-6-5 0,6 10 23,-7-7 0,0 9 1,0 1 24,0 8 1,-5 0-1,0 1 1,2 3-77,1 0 1,2-2 0,0-1 0,0 3-80,0 0 0,0-2 0,0 0 0,0 1-221,0 2 0,0-4 0,0 1-77,0 1 1,0 2 413,0 1 0,0-12 0,0-4 0</inkml:trace>
  <inkml:trace contextRef="#ctx0" brushRef="#br1" timeOffset="484">32946 14029 8230,'8'6'-2041,"0"-4"2477,-4 2 1,-2-4-256,3-4 0,-2 2 0,0-4-11,2-1 1,1 4 0,-2-7-48,0-1 1,3 3 0,-4-1-9,2-3 0,6 4-84,-1-1 0,-2 1-53,1-2 0,-4 4 0,3 4-32,-2-3 0,-1 5 18,-5 0 0,0 2 0,0 8 0,0 1 24,0 2 1,0 1 0,0 2-1,0 2 12,0 1 0,-5 2 1,1-4-1,-1 4 0,-2 1 1,6-3-1,-6 4 1,3-2-1,-1-4 0,-5 4 0,5-2 0,1-1-2,-3-2 1,6-7 0,-6 1-1,2 1 1,1 2 0,-3 0 0,2-2 80,-4-2 1,-4-4 0,-1 3-72,-1-1 1,1-3 0,0-4 0,-1 0-11,1 0 1,-1 0 0,1 0 0,0 0-70,-1 0 1,1 0 0,-1 0-282,1 0 0,0 0-915,-1 0 1267,7 0 0,2 0 0,57-38 0,13-10 0</inkml:trace>
  <inkml:trace contextRef="#ctx0" brushRef="#br1" timeOffset="485">33248 13856 8580,'0'-15'-1209,"0"6"884,0-1 1,1 2 0,3-3 490,0 2 0,1 4 1,-3-3 71,3 1 0,-4 1 0,6 3 244,-1-2-198,-4 0 1,9 7-128,-6 3 0,-1 3 1,-5 6-1,-2 0-68,-2 1 0,-5-1 0,4 2 0,-1 2-211,1 1 1,0 0 0,2-3 0,-2 2-867,-2 1 988,5 0 0,-29 8 0,0 4 0</inkml:trace>
  <inkml:trace contextRef="#ctx0" brushRef="#br1" timeOffset="486">23609 15079 8514,'0'-15'-512,"0"1"0,0 4 241,0 1 0,0 4 322,0-4 1,0-1 52,0-4 1,1 4-4,4 0 1,-2 2 0,5-3 174,-1 2 1,2 4 66,-4-5-327,6 7 60,-9-3 1,4 12-1,-7 4 1,-4 2-63,-5 3 1,2 1 0,-1 1 0,-3 4-25,0 1 0,2-2 0,2 2 0,0-1-35,0-4 1,3 4 0,-3-2-181,2-1 1,1-2 87,5-2 0,2-6 0,2-3 0,6-5-3,3-5 0,1 2 0,1-6 0,-1-1 18,0 2 0,1-5 0,-1 5 0,1-1 84,-1-1 0,-4 2 1,-1-3 56,2 1 1,-3 7 96,2-2 20,-7 4 0,3 2 0,-6 4 0,-1 3 53,-4 0 1,3 5-119,-2-4 1,2 4-65,2 2 1,2-7 0,2-4 0,6-2-7,3-2 0,1 0 0,1 0 0,-1-2-15,0-2 0,2-4 0,2-7 1,1 1-64,-1-1 0,-2 3 0,-2 0 1,-1 3 5,-4-2 1,3-2-1,-8-2-50,0 1 1,-3 4 15,-1 1 0,-1 6 1,-4-2-192,-5 3 0,2 1 296,-1-4 0,25-22 0,1-12 0</inkml:trace>
  <inkml:trace contextRef="#ctx0" brushRef="#br1" timeOffset="487">24098 14762 8493,'0'-14'0,"0"0"-407,0-1 0,0 6 536,0-1 1,0 8 0,0 2 1,0 8 0,-2 10 0,-1 3 0,-3 1-103,-2 4 1,3 1 0,-3 2-1,0-1-2,0 1 1,3 0 0,-5 0 0,1 0-91,1-1 1,-3 3-1,4 1 1,1 0-89,-1-5 1,-2 2 0,4-7-1,0 0-260,-1-2 0,4-4 158,-3-2 1,5-8 129,5-6 1,3-6 0,7-8 0,-1-1 50,0 1 1,-1-1 0,-2 1 0,-1 0 62,1-1 1,2 1-1,1-1 79,1 1 0,-6 1 0,-1 2 1,0 3 111,0 2 0,-3 1 0,3 3 96,-1-3 0,-3 5-80,-4 0 1,0 2 0,0 8-1,0 1-128,0 2 0,0 1 0,0 0 0,0 1-97,0-1 1,0 1 0,0-1 0,0 0-187,0 1 0,0-1 0,0 1-64,0-1 1,0 0-1,0 1-438,0-1 716,0-6 0,26-40 0,6-16 0</inkml:trace>
  <inkml:trace contextRef="#ctx0" brushRef="#br1" timeOffset="488">24299 15122 8493,'-6'-14'-1341,"4"6"1471,-11 1 1,7 14-1,-5 2-98,1 4 1,7 1 0,-3 1-249,-1-1 0,6 1 0,-4-1 216,3 0 0,28-25 0,6-6 0</inkml:trace>
  <inkml:trace contextRef="#ctx0" brushRef="#br1" timeOffset="489">24400 14949 8465,'-10'-4'-250,"1"-1"-252,-2 2 1,3 1 0,0 4 419,1 2 1,2 0 0,5 5-1,0 2-122,0 2 204,0 2 0,20 31 0,4 8 0</inkml:trace>
  <inkml:trace contextRef="#ctx0" brushRef="#br1" timeOffset="490">24515 15064 8465,'-14'0'-256,"-1"0"0,1 0 234,-1 0 1,6 5 0,-1 2 0,1 1 31,1 3 1,0 2-1,4 1 1,0 0-4,0 1 0,3-6 0,1 1 1,0 1-23,0 2 0,0-3 0,1-2 0,4-2-88,5-3 0,3-1 0,1-2 0,2 0-96,3 0 1,-1-7 0,4-1 0,1-1-187,-1-1 1,-3 1 384,5-6 0,13-44 0,-15 24 0,1 0 0</inkml:trace>
  <inkml:trace contextRef="#ctx0" brushRef="#br1" timeOffset="491">24745 14805 7860,'-6'-8'-262,"-4"4"0,2 4 0,-1 4 0,-1 6 412,2 3 0,-5 1 0,5 2 1,-1 3-99,-1 5 0,2 4 0,-3 0 0,1 1-61,-1 0 1,3 1 0,-1 2 0,-1 2 6,2-2 1,-3-2-1,4-3 1,1-3-416,0-4 382,1-4 1,11-10-1,2-6 1,2-8 10,-1-5 1,1-1 0,4 1 0,1 2 8,-1 1 1,0 1 0,1-6 18,-1 1 0,1 4 0,-1 2 56,0 2 1,-4-1-23,0 3 0,-6 4 1,4 0-31,-1 8 0,2 0 0,-4 1 0,0 2-129,1 2 1,-2-3 0,4-1 0,0 3-365,0 0 485,1 3 0,37 6 0,9 1 0</inkml:trace>
  <inkml:trace contextRef="#ctx0" brushRef="#br1" timeOffset="492">25249 15122 8185,'0'-14'-1296,"0"4"1023,0 0 372,0 7 0,0-2 0,-2 10 9,-3 5 0,4 3 1,-4 1-1,2 0-90,-2 1 0,3-1 1,-2 1-1,2-1-39,2 0 1,-2-4 0,-1 0-142,-2 1 137,1 2 0,5-5-32,4-4 0,-2-4 1,7-4-1,1-6-16,2-3 0,-4-1 0,1-1 0,1 1 19,2 0 0,1 4 1,1 0 26,-1-1 1,0 0 0,-1 0 0,-2 3 10,-1 1 95,0 3 0,-2 5 1,-4 4 24,-2 5 1,-2-2-1,0 1-13,0 2 0,-2 1 1,-1-1-69,-2-2 1,-1-1 15,1 2 0,4-2-41,-4-3-86,3-4 1,4 6-1,1-9 1,3-1-19,2-2 1,-3-1 0,5 3 52,1-2 0,2-5 0,0 4 0,-2-1 58,-2 1 0,-4 1 206,5 5 171,-1-6-363,6 4 1,-6 1-1,-1 7-46,-1 2 0,-3-3-142,-4 4 1,2 1-73,3 4 1,-4-4 240,4 0 0,10-7 0,1 3 0</inkml:trace>
  <inkml:trace contextRef="#ctx0" brushRef="#br1" timeOffset="493">25652 15194 8440,'-8'-6'-94,"0"4"0,4-4-959,0-1 1105,-1 6 1,5-7-14,0 3 1,0 2-1,1-5-54,4 1 1,-2 2-1,5 4 1,0-2-66,0-2 1,0-2 0,4 4-20,-3-2 1,-1-6 0,3 3 21,-1 0 1,-7 0 67,2 3 0,-5 4 99,-5-4 0,-3 5 1,-6 3-1,1 4 84,3 1 1,-2 1 0,4 6 0,-2-3-119,0-2 0,6 3 0,-4-4 0,1 4-30,4 2 1,1-1 0,2 0-49,0 1 1,5-6 0,2 1 0,1 0-247,3-2 0,3 3 1,4-7-1,1 0-282,-2-3 550,6-1 0,31-25 0,15-7 0</inkml:trace>
  <inkml:trace contextRef="#ctx0" brushRef="#br1" timeOffset="494">25925 15122 7798,'-14'0'-394,"-1"0"1,1 0 0,1 2 544,3 2 0,-2-2 0,4 4 1,-2-1 13,0 0 0,6 6 0,-4-1-114,1 3 0,1-4 0,3 1-59,-2 1 1,0-3-20,5 2 1,2-7 0,2 2-31,6-4 0,-2-1 0,2 0-113,1 0 0,2-6 0,1-4 35,0-3 0,-4 4 0,0-1 52,1-1 1,-3 3 86,1-2 81,1 1 0,-1 1 150,1 3 1,-7 5-183,2 5 1,-3-2 0,-4 7-64,-3 1 1,4 2-1,-4 1-70,3 0 0,2-4 0,0 0-598,0 1 678,0 2 0,13-18 0,3-5 0</inkml:trace>
  <inkml:trace contextRef="#ctx0" brushRef="#br1" timeOffset="495">26026 15151 8437,'8'-15'-1211,"-2"6"932,-6-1 652,0 7-270,0-3 1,0 7 0,0 4-54,0 5 1,0-2-1,0 1 1,-2 1-43,-2-2 1,2 5-88,-3-4 0,2 2 31,-2-1 1,4-2-96,-4-3 1,5-5 53,5 0 1,3-2 0,6-7-17,0-3 1,1 4 0,1-1-1,1-1 51,3 2 1,-1-3-1,-5 5 1,0-1 85,1 1 0,-1 1-17,1 5 1,-3 2 17,-2 2 0,-4 0 1,-6 5-44,0 2 0,0 2-232,0 2 1,-4-1 241,-1 0 0,-6 7 0,3 2 0</inkml:trace>
  <inkml:trace contextRef="#ctx0" brushRef="#br1" timeOffset="496">26414 15064 8437,'-5'-14'-217,"0"0"0,-6 4 307,2 1 1,1 5-47,-2 0 1,2 8-1,-1 6 21,4 3 0,3-4 1,2 1-1,0 1-130,0 2 1,0 1-1,0 1 13,0-1 0,2 0 0,1 1 48,2-1 1,1-1 0,-3-2 49,2-1 0,0-5 0,-5 4 34,0 2 0,-2-3-107,-3 2 0,-2-2 1,-8 3-1,1-3-156,-1-2 0,3 1 0,0-4 0,3 2 183,-2-2 0,11-21 0,1-5 0</inkml:trace>
  <inkml:trace contextRef="#ctx0" brushRef="#br1" timeOffset="497">26903 15007 8165,'0'-14'-925,"0"4"1,2 2 920,3 2 1,-4-6 264,4 3 0,-3 1 89,-2-2-15,0 7-106,0-3 0,0 7 0,0 4-118,0 5 1,0 2 0,0 3 0,0-1-85,0 1 1,0-1-1,0 0 1,0 1-48,0-1 0,0 0 0,0 1 7,0-1 0,6-1 0,4-3-107,2-6 0,-2-2 1,0-2-1,1 0 40,2 0 1,1-2 0,0-1 0,1-3-19,-1-2 1,0-2-1,1-4 1,-1 1 56,1 3 0,-3-2 1,0 4-1,-4-2 71,-2 1 0,0 4 232,-1-5-147,-3 7 1,4 3-1,-6 10-61,0 2 1,0 3 0,0-1 0,0 0-14,0 1 0,-5-1 0,1 1 1,-1-1 7,-2 0 0,6 6 0,-6-1 1,1-2-11,-4-1 1,2 0 0,-1 2 0,-2 1-7,-2-1 1,-2-2 0,1-4 0,0 0-28,-1-3 1,1-1 0,1 3 0,2-3-72,1-1 1,1-1 0,-6-3-244,1 2 1,4 0-294,1-5 0,7 0-159,2 0 760,7 0 0,45-26 0,11-6 0</inkml:trace>
  <inkml:trace contextRef="#ctx0" brushRef="#br1" timeOffset="498">27436 15208 7968,'-10'-4'-758,"0"-1"1027,7 0 0,-8 7 1,6 2-92,2 6 0,-3 3 0,1 1 0,0 2-156,-1 3 1,2-1-1,-4 4 1,0 1 6,0-1 0,4-3 0,-4 5 0,0 0-62,0-1 1,0 4 0,-4-5-1,4 2-67,2 0 1,-5-6 0,1 1-1,-1-3-128,1-2 0,-2-1 0,4-2 0,-2-3-738,1-1 966,5 4 0,-2-10 0,19-26 0,3-15 0</inkml:trace>
  <inkml:trace contextRef="#ctx0" brushRef="#br1" timeOffset="499">27320 15410 8463,'7'-15'-145,"1"1"1,1 1-290,1 4 1,-5-4 0,4 5 0,1-2 605,-2 1 1,5 5 0,-4-2-58,4 0 0,2 4 0,-1-3-78,0 4 1,1 1 0,-3 1 0,0 2-32,-3 2 0,-4 5 1,3-4-1,-2 2 2,-2 3 1,-3-3 0,-1 2 4,0 1 1,-1 2 0,-4 1-8,-5 1 0,-3-1 0,-1-1 0,0-2-17,-1-1 1,1-2 0,0 3-1,-1-1 0,1-2 1,-1 1-277,1-4 1,4 1-87,1-1 0,7-2 373,2-8 0,23-22 0,12-11 0,4-5 0,0 0 0</inkml:trace>
  <inkml:trace contextRef="#ctx0" brushRef="#br1" timeOffset="500">27551 15323 8463,'9'-1'-462,"1"-4"1,-5 3 0,3-4 567,-2 0 0,0 4 13,-1-3 1,2 5-92,2 5 0,2-2 1,-6 7-83,-2 1 0,-1 2 0,-2 1-10,0 1 0,0-6-53,0 1 84,0-1-31,0-1 0,2-3-3,2-10 1,-2 2-1,4-6 12,1-3 0,-1 0 1,5-1 34,-1 3 0,-7 2 1,3 5 32,1-2 1,-6-1 97,4 1 0,-2 3 340,2-2-117,-3 2-248,4 2 1,-4 0 24,3 0-203,-4 0 62,12 0 0,-5 0-23,6 0 1,-4 0-7,0 0 0,-6 0 18,6 0 1,-5 0 6,4 0 140,-5 0 0,4-5 155,-4 0-150,-2 1 46,4 4-101,-12 0 0,0 1 0,-6 2-16,3 2 1,6 2 0,-4-4-16,1 2 0,3 6-34,-7-2 1,7-1 0,-2 2-10,3 1 1,2-3-1,0 2-70,0 1 1,0-3 0,0 2-98,0 1 1,2 0 0,1 0-148,2-1 0,5-5 0,-4 3-331,2-2 663,2-1 0,23-18 0,6-3 0</inkml:trace>
  <inkml:trace contextRef="#ctx0" brushRef="#br1" timeOffset="501">27982 15352 8463,'-8'-6'-356,"-5"4"376,4-3 1,1 4 0,0 2 94,1 4 1,-2-2 0,2 7-101,-1 1 1,5 2 0,-2 1 30,4 1 0,1-1-121,0 1 0,0-6 1,1-1 35,4-1 0,-2-3 0,7-4 0,0-1-44,-2-4 1,4 2 0,-2-7 0,3-1-38,1-2 1,-1-1 0,-2-1 0,-1-1 8,1-3 0,0 3 0,0-5 0,-1 1 49,1-4 1,-3 1-1,0-1 1,0-1 41,0-2 0,-5-2 0,2 0 0,-3 0 53,-2 0 1,0 7-1,0 3 1,0 3 177,0 2 1,-2 6-110,-3 3 1,4 11 0,-6 7-1,3 6 68,-1 3 1,-2 2-1,4 5 1,-2 0-112,2 0 1,3 0 0,3-1 0,4 3-270,1 2 0,-3-2 0,4 2 0,4-1 210,4 2 0,16-10 0,8 1 0,5 5 0,1-1 0</inkml:trace>
  <inkml:trace contextRef="#ctx0" brushRef="#br1" timeOffset="502">28773 15093 7766,'10'-14'-463,"0"-1"0,-6 1 0,4 0 607,-1-1 0,-1 6 1,-3-1 238,2-1 0,0 3 1,-3 0 60,2 2-312,-2 1 0,4 11 0,-7 4 0,-2 3-125,-2 1 0,-6 5 1,3 0-1,-2 0 1,0 2 1,6-5-1,-6 5 1,0-2-122,3 0 1,-5 1-1,6-6 5,-2 0 0,5 1 0,-4-2-220,1-4 243,4-2 1,-4-9-1,8-3 1,1-4-23,2-4 1,6-2-1,-2 1 1,4 0-17,1-1 0,-4-1 1,0-1-1,1-3 29,2 3 0,1 1 0,0 1 94,1 1 1,-6 4 0,1 2 96,1 2 0,-3-3-2,2 4 0,-7 6 0,2 9 91,-4 3 1,-1 1-1,-1 2-108,-4 3 0,3-6 0,-2 5-57,2-1 1,2 1-1,0-4-71,0 1 1,0-1 10,0 0 42,0-6 1,6-1 0,4-7-5,3 0 0,-4-5 0,1-1 0,0-2-74,-2-4 1,4 4-1,-2-1 1,1-2 24,-1-2 0,2 0 1,-4 2 31,0 1 0,5 1 115,-3-6 189,-4 7-193,1 2 1,-7 12 0,0 4-90,0 3 0,0 1 0,0 0-4,0 1 1,0-1-1,0 1-212,0-1 1,0 0-1,0 1-894,0-1 1106,0 1 0,25-20 0,7-5 0</inkml:trace>
  <inkml:trace contextRef="#ctx0" brushRef="#br1" timeOffset="503">29263 15165 8487,'0'-14'0,"4"4"0,1 1-619,-2-3 1,-1 4 637,-2-1 1,0 4 163,0-5 1,-2 7 0,-2 0-40,-6 6 0,-3 4 0,0 4 0,2-2-5,2 3 1,-1 0 0,-4 3-1,1-1-84,3 1 1,-1-1-1,5 0-151,-2 1 1,5-6 0,-2 1-89,3 1 90,2-4 1,2-1 0,3-6 21,4 0 0,4-5 0,0-1 0,-2-2-82,-1-3 0,-1-1 0,5 1 0,-1 2 31,-3-3 1,3 4-1,-4-1 53,4-2 0,-3 4 0,-2 1 73,-2-1 1,0 6 27,-1-4 1,-3 10 0,3 4 10,-4 4 1,-1 2 0,0-1-121,0 0 0,0 1 1,-1-1-1,-3 1-493,0-1 571,-1 0 0,18-6 0,3-1 0</inkml:trace>
  <inkml:trace contextRef="#ctx0" brushRef="#br1" timeOffset="504">29493 14935 8461,'0'-14'-1935,"0"4"2858,0 0-723,0 7 0,-5 8 0,0 9-136,2 2 0,1 2 0,2 0 1,0 2-26,0 3 1,0-4 0,0 3-1,0-1-110,0-3 0,-4 2 0,-1 1 0,2 0-40,1 0 0,2 0 0,-2-4 1,-1 2-148,-2-1 0,1-2 0,2-2 0,-1 1-404,-2-1 662,-6 0 0,-10-18 0,-9-6 0</inkml:trace>
  <inkml:trace contextRef="#ctx0" brushRef="#br1" timeOffset="505">29363 15223 8461,'2'-15'-299,"3"1"1,-4 4-1,6 2 51,-1 2 0,2-4 0,7 4 227,-1-2 0,0 5 1,1-2-1,-1 3-106,0 2 0,1 0 0,-1 0 0,1 0 127,-1 0 0,13 20 0,4 4 0</inkml:trace>
  <inkml:trace contextRef="#ctx0" brushRef="#br1" timeOffset="506">29651 15180 7683,'0'-10'223,"0"0"-101,0 7 0,-5-2-40,1 10 0,-6 3 1,5 7-120,2-1 0,1 0 1,2 1-1,0-1-40,0 1 0,0-6 1,0 1-170,0 1 1,7-5-1,2-1-61,4-3 0,1-2 0,1 0 307,-1 0 0,26-39 0,7-9 0</inkml:trace>
  <inkml:trace contextRef="#ctx0" brushRef="#br1" timeOffset="507">29881 14906 8461,'8'-14'-716,"-3"-1"218,-3 1 1,-2 4 934,0 1 0,-2 7 1,-1 2-312,-2 8 1,0 10 0,4 3-1,-3-1-112,0 1 1,-3 5 0,4-2 0,-2 3 17,2 2 0,-3-1 1,-1 1-1,1 0-72,0 0 1,-1 0 0,2-1 0,-3 1-132,0 0 1,-3-7-1,5-1-128,-2 0 287,5-5 1,-4-3 0,9-13-1,1-8-18,2-5 1,4-2-1,-2 1 1,1 0-12,3-1 1,-3 1 0,0 0-1,0 1-5,0 3 1,-3-3 121,4 4 0,-1-4 28,2-1 1,-2 6-42,-3 3 0,-4 5 1,4 5-39,-3 4 1,-2-1-1,0 2-92,0 1 0,0 2 1,0 1-124,0 1 1,0-1 0,1 0-159,4 1 1,-3-1 347,2 0 0,30-18 0,6-6 0</inkml:trace>
  <inkml:trace contextRef="#ctx0" brushRef="#br1" timeOffset="508">29982 15237 8461,'-14'0'-18,"4"0"1,0 0 131,-1 0-146,5 0 78,-1 0 0,9 0-76,3 0 1,-2 0 0,7 0-19,1 0 1,-3 0 0,1 0 0,1-1-133,-2-4 1,5 2 1,-4-7 1,3 5 100,-3-4 190,4 5-4,-11-2 0,2 6 0,-7 2 0,-3 1-40,-2 2 1,3 6 0,-3-2-1,0 3-149,0-3 1,3 4 0,-3-4 0,2 4-176,3 2 0,1-1 0,2 0-693,0 1 948,0-1 0,38-12 0,10-4 0</inkml:trace>
  <inkml:trace contextRef="#ctx0" brushRef="#br1" timeOffset="509">30169 15237 8461,'-14'0'-784,"4"0"763,0 0 0,6 0 0,-4 2 0,0 1 418,0 2 1,4 6-257,0-2 0,-3-1-37,2 2 0,2-2-78,8 2 0,-2-4 0,7-6-108,1 0 0,-3-5 0,0-1 0,0-2-114,0-3 1,2-2-1,4-3 39,0-3 1,-4 3 0,-2-3 0,-2 1 24,-2-1 0,2 1 0,-1-6 1,-2-1 82,-1-3 1,-2 4 0,0 1-1,0-5 29,0-4 0,0 2 1,0-4-1,0 6 33,0 4 0,1-2 1,2 7-1,2 1 53,-2 2 135,-1 8 0,-2 20 0,0 10-76,0 2 1,0 5 0,0-5 0,0 4-93,0 6 1,5-4 0,0 6 0,-1-3-97,3 1 0,-6 4 1,6-3-1,-2 0-135,-1 1 1,6 2 0,-4-5 0,2 1-709,3 1 906,-4-4 0,25-9 0,0-9 0</inkml:trace>
  <inkml:trace contextRef="#ctx0" brushRef="#br1" timeOffset="510">30701 15064 8458,'0'-14'-4,"0"0"1,0-1 696,0 1-493,0 6 0,0 3-186,0 10 1,0 3-1,2 5 1,1-2 25,2-2 0,1 1 0,-2 4 74,0 1 1,7-1-114,-1 1 1,3-3 0,1-2-92,1-5 1,-1-4 0,0-1-187,1 0 0,-1 0 0,1 0 78,-1 0 1,-4-4 0,-1-3 90,2-1 1,-3 0 0,0-3 17,-1 1 0,-1 6 180,-1-6 1,-3 8 0,1 1 45,-6 4 1,-1 8 0,-4 0 0,2 5-84,3 4 0,-4 0 1,1 0-1,0 4-39,-1 3 0,1 3 0,3 2 1,-4 3-36,-1 2 1,3-5-1,-4 2 1,-1-6-13,2-4 1,-3-1 0,5-6 0,-2 1-24,-4-5 0,0-1 1,-3-7 14,1-2 0,-1-3 0,1-4 22,0-6 1,4-3-1,2-1 1,0 0-9,0-1 1,5 1 0,-3-1 0,1 1-28,0 0 1,0-1-93,5 1 0,0-1-228,0 1 1,2 6 113,3 3 0,3 4 0,6 1 259,0 0 0,26 19 0,7 5 0</inkml:trace>
  <inkml:trace contextRef="#ctx0" brushRef="#br1" timeOffset="511">31003 15410 8200,'5'-15'-727,"0"1"0,0 0 1215,-5-1 0,0 1 23,0-1-313,6 7 0,-4 4-92,3 8 1,-4 4-1,-1 7 1,0-1-64,0 1 1,0-1 0,0 0 0,0 1-55,0-1 0,0 5 1,-1 1-1,-3-3-17,0-1 0,-3-2 0,4 2 0,-2 2-20,2 1 1,0 0-1,0-4-147,-2-1 0,0 1 14,5-1 1,6-6-1,4-3-24,3-4 1,-4-1 0,1 0-1,1-1 7,2-4 1,0 2-1,-2-7 1,-1 1 27,1 1 0,-3-4 1,0 6 169,-2-2 0,1 0 0,-4-3 0,2 1 0,-39-12 0,-14-9 0</inkml:trace>
  <inkml:trace contextRef="#ctx0" brushRef="#br1" timeOffset="512">30946 15510 8076,'8'-6'-405,"3"3"0,-5-5 420,2 2 0,2-1 0,4 4 0,1-2-65,-1 2 1,1 0 0,-1 0 0,0-2-218,1 2 0,4 1 267,0 2 0,-6-6 0,-7-2 0</inkml:trace>
  <inkml:trace contextRef="#ctx0" brushRef="#br1" timeOffset="513">31248 15439 8388,'2'-10'-255,"2"0"1,0 2 244,5-1 0,1 2 88,4 7 0,-1 2 0,-2 1 1,-3 4-31,-1 1 0,-1-4 1,-3 6-120,2 1 0,0 2 1,-5 1-20,0 1 0,-2-1 0,-1 0 4,-2 1 0,-4-6 1,2-1 7,-1-1 1,3 2 1,-4-4 68,6 0 0,-4-11 0,7-4-14,0-3 0,7-1 0,1 0 0,1-1-47,1 1 1,-2 4 0,3 1 0,-1-3-72,1 0 0,-3 2 0,1 2-87,2 2 0,-3-4 227,2 5 0,0 0 0,-2 5 0,-2 0 0</inkml:trace>
  <inkml:trace contextRef="#ctx0" brushRef="#br1" timeOffset="514">31435 15510 8363,'8'-1'-918,"-2"-2"485,1-2 0,-4-1 584,7 1 0,-2 2 247,1-7 0,-1 5 184,-3-4-104,-3 5-291,4-2 0,-6 12-149,0 4 1,0 3-1,0 1-79,0 0 1,0-4-34,0 0 23,0-1 1,2-1-1,2-3 4,6-3 1,-2-2 0,2 0-1,1 0-89,2 0 0,-4-2 0,1-1 0,1-4 0,2-1 1,1 0 0,0-3-1,1 3 24,-1 2 1,1-5 147,-1 1 1,-1 2 0,-2 0 144,-1 2-109,-7 1 1,8 7-8,-6 2 0,0 4-128,-5 7 0,0-1 1,1-1-136,4-4 1,-3 4 0,4-3-150,0 3 1,-4-4-1,4 1 347,1 1 0,14 8 0,9 4 0</inkml:trace>
  <inkml:trace contextRef="#ctx0" brushRef="#br1" timeOffset="515">31824 15554 8363,'-7'-8'-1185,"6"0"607,-4 3 1245,3 3-424,2-11 1,2 12-33,3-4 1,-2 3-118,6 2 1,1 0-1,4 0-71,1 0 0,-1-1 0,0-2-26,1-2 0,-1-1 1,1 2-44,-1 0 1,0-1 0,-1 3-138,-3-3-47,3 4 120,-5-12 0,-7 11 0,-6-2 111,-6 2 0,-3 2 0,-1 0 0,1 2 72,0 2 1,-1 0-1,1 4 96,-1-2 1,3 5 0,0-3 33,3 0 0,6 5-134,-2-4 1,3 4-1,4 0 1,1-2-56,2-1 1,6-7 0,-1 3-1,4-1-43,5 0 0,-3 1 0,5-2 0,0 0 29,3 0 0,25-19 0,12-7 0,5-2 0,1 0 0</inkml:trace>
  <inkml:trace contextRef="#ctx0" brushRef="#br3" timeOffset="516">22170 14892 14819,'8'-16'-1100,"-2"-2"1,-1-1 583,0 1 1,1 4 0,-3 3 0,2 1 439,-2-1 1,-1 3 0,0 0 177,2 2 1,0-4 18,5 5 1,-6-1-1,4 3 78,-1-2 1,-3 0-15,7 5 0,-7-1-90,2-4 168,-3 3-281,-2-4 1,-2 6 0,-3 0 0,-4 0 178,-4 0 1,-3 0-1,-2 1 1,-2 4 18,-3 5 1,-1-1-1,-6 4 1,-4 5-102,-4 2 0,-5 4 0,-5 5 1,-7 2-88,-5 2 0,-1 4 0,-5 6 0,1 0-34,-1 0 0,6-1 0,-1-2 1,6-3 2,7-2 1,10-1 0,5-7 0,4-2 6,5-1 1,3-8 0,8 0 0,2-5 87,1 1 0,7 0-706,-2 3 1,4-6-79,1 1 1,1-2 663,4 2 0,10-4 0,7-6 0</inkml:trace>
  <inkml:trace contextRef="#ctx0" brushRef="#br3" timeOffset="517">21048 15338 12856,'-10'-15'-522,"1"1"1,4 4-1,-5 2-43,-1 2 644,5 1 1,-6 12 0,8 2-1,-1 4-115,-2 1 0,4 1 0,-6 1 0,-1 1-27,2 3 1,-3 4 0,4-4-1,-1 3-18,-3 2 0,5-2 1,-1-1-1,3-1 21,-1-4 0,-1-1 0,2-1 0,0-1-182,0 1 1,3-6 240,1 1 1,6-7 0,5 0 0,7-6-35,6-7 1,3-1-1,2 0 1,1 1-161,4-1 1,1-2-1,5-1 1,-2 1-492,2 4 689,2-4 1,27 5 0,6-7 0</inkml:trace>
  <inkml:trace contextRef="#ctx0" brushRef="#br3" timeOffset="518">17350 15798 12142,'8'-14'-1275,"4"-1"1,-6 1 1162,2 0 0,-5 4 1,3 1 247,1-3 0,-4 4 0,5-1 87,-2-2 1,1 4-106,-2 2 0,-4 5 0,2 5-39,-6 5 1,0 7 0,-7 4-1,-1 2-49,-2 2 1,1 2 0,1 2 0,1 0-59,-1 0 0,-2-1 0,-1 3 0,1 1-179,3 1 1,-3 1-1,5-5 1,-1-1-203,-1 1 1,2 0 0,-1 0 0,2-2 79,1-3 1,4-3 0,-3-7-1,4 0 324,1 1 0,13-26 1,3-7-1</inkml:trace>
  <inkml:trace contextRef="#ctx0" brushRef="#br3" timeOffset="519">17350 15971 8587,'0'-14'-1454,"0"-1"1615,0 1 1,0 4-1,2 2-34,3 2 1,-2 1-64,7 5 1,-1 0 0,5 0-39,1 0 1,-6 0 0,1 0 0,1 0-60,2 0 0,1 0 0,1-2-25,-1-2 0,1-3 0,-1-4 0,0 3-22,1 2 0,-2-6 0,-2 4 0,-3-1 33,-2-1 0,4 1 6,-6-6 64,1 1 1,-6 6 16,-4 3 0,-1 10 1,-6 4-1,3 4 16,-2 2 0,-2 4 0,-2 2 0,1 1-41,0 4 0,1-4 0,2 2 1,1 2-43,-1 1 0,-2 1 0,0 0 0,2-3-48,1-1 0,6 0 1,-4 3-1,1-3-228,4-4 1,1-4 0,4-4 81,3-2 1,-2-4 220,7-6 0,-1 0 0,6 0 0</inkml:trace>
  <inkml:trace contextRef="#ctx0" brushRef="#br3" timeOffset="520">17624 16014 8401,'0'-10'-586,"-2"1"-415,-3-2 1192,4 4 0,-7 1-110,3 6 1,3 6 0,-4 2-1,1 2-32,0-1 1,1 1 0,4 4-88,0 1 0,0-1 1,0 1 11,0-1 0,1-6 0,2-2 0,4-1 19,1 0 1,-4 0 0,6-5-16,1 0 1,-3 0 0,0-2 0,0-1-9,0-2 1,-3-6 0,3 1-3,-2-2 1,-1 2 0,-5 0-3,0-1 0,-1 5 0,-4-1 1,-5 3-15,-3-1 1,-1 0-1,0 5 1,-1 0-49,1 0 0,1 2 0,2 1 0,1 3-322,-1 2 418,-2-5 0,12 29 0,2 0 0</inkml:trace>
  <inkml:trace contextRef="#ctx0" brushRef="#br3" timeOffset="521">17811 15942 8412,'0'-9'-425,"0"-1"0,-5 8 1,0 2 542,2 8 0,1 5 0,2 2 0,-1-1-93,-4 0 1,3 1 0,-2-1 0,2 0-1,2 1 0,0-1 1,0 1-55,0-1 1,0 0-41,0 1 55,0-7 0,6-2 1,2-7-58,0-4 0,5 2 0,-5-7 0,2 0 39,-1 2 1,-1-4 0,3 2 0,-1-3-84,1-1 0,-3 4 0,2 1 47,1-3 0,0 0 0,0-1 95,-1 3 22,-7 4 0,4 8 13,-7 2 0,-2 3 0,-1 4 0,-2-2 45,2 3 0,-4 0 0,3 3-48,0-1 0,3-4 0,1-1-41,0 3 1,0-4-29,0 1 0,6-6 8,4 2 1,3-3 0,1-2-76,0 0 1,-4-5-1,-2-1 1,0-1-33,0 1 1,2-5 0,2 1 39,-2-3 1,-2 4-193,-3-1-161,-4 0 422,6-4 0,-1 0 0,2-1 0</inkml:trace>
  <inkml:trace contextRef="#ctx0" brushRef="#br3" timeOffset="522">18127 16014 7777,'-13'2'-960,"2"1"1421,2 2 0,5 1-357,0-1 1,2-2-70,2 7 0,2-7-45,2 2 1,0-4-1,5-1-66,2 0 0,2 0 1,2-1-12,-1-4 0,-4 3 0,-2-4 0,0 1 22,0 0 1,-5-1 0,3 3 0,-1-4-17,0-1 0,0 3 55,-5-4 0,0 4 55,0-4 0,-2 5 73,-3 0 1,2 2-56,-7 2 1,7 2 0,-2 2-14,4 6 0,1-2 0,0 1-33,0 3 0,0-4 0,0 1-85,0 2 1,1-3 0,3 2-105,0 1 1,6-3-1,-4 0-96,2-1 0,2 2 284,4-4 0,13-7 0,4-6 0</inkml:trace>
  <inkml:trace contextRef="#ctx0" brushRef="#br3" timeOffset="523">18314 15985 8412,'0'-9'-422,"2"-1"97,3-1 0,-4 3 336,4-2 83,-3 7 0,2-2 0,1 10-70,-2 5 1,-1 3 0,0 1 0,1 0-56,2 1 0,-1-1 0,-2 0 0,1 1-11,2-1 1,0 1-1,-4-1 46,4 0 0,-2-1 1,5-2-1,-1-1 0,4-7-19,-1 2 0,-2-5 0,1-5-16,2-4 0,-4-4 1,-1 0-1,-1 2 0,0 1 1,1 1 0,-3-6-1,2 1-34,-2-1 0,-1 6 0,-1 1 0,3 0-187,0 0 0,1 3-298,-5-4 550,0 5 0,0-2 0,7 19 0,1 3 0</inkml:trace>
  <inkml:trace contextRef="#ctx0" brushRef="#br3" timeOffset="524">18516 16000 8412,'9'4'-397,"1"1"1,-7 2 703,2-3-510,-4-2 1,-1 6 289,0-3 26,0-4-176,0 6 1,2-7-57,3 0 0,-4-2-8,4-3 0,-3 2 35,-2-6 73,0 5 1,0-4 66,0 4 80,0 2 0,0-3 3,0 10 1,-5 3-110,0 6 0,0 1 0,5-1 4,0 1 0,0-6 0,2 1-59,3 1 1,-2-5-1,5 1 1,0-2-218,0-1 1,-3 1-1,4-3-432,3 3 682,0-4 0,22-7 0,4-10 0</inkml:trace>
  <inkml:trace contextRef="#ctx0" brushRef="#br3" timeOffset="525">18703 16000 8412,'0'-15'-128,"0"1"-68,0 0 0,1 6 1,4 3 299,5 3 0,2 2 1,3 0-35,-1 0 0,-4 2 1,-2 3-1,0 4-61,0 4 0,-3-3 0,3-1 0,0 2-43,0 2 1,-5 1-1,2 1 1,-4 1-32,-1 3 0,0-6 0,0 4-3,0 1 1,0 0 0,-1-4 72,-4 0 0,2-6 23,-7-3 0,7-5 1,-2-5-35,3-4 1,4-4-1,1-1-30,2-1 0,5 1 0,-4-1 0,2 1-52,3 0 1,-3-2-1,2 0 1,-1 0-138,-1 3 0,5 2 0,-3-4-535,2 1 760,3 0 0,-7 6 0,-2 1 0</inkml:trace>
  <inkml:trace contextRef="#ctx0" brushRef="#br3" timeOffset="526">19077 16259 8412,'-10'0'-688,"1"0"550,-3 0 0,0 4 0,-1 3 0,2-1 186,1 1 0,0 4 1,-4-2-1,-2 4-233,-3 2 185,3 5 0,-30 22 0,-1 11 0</inkml:trace>
  <inkml:trace contextRef="#ctx0" brushRef="#br3" timeOffset="527">19623 15942 9331,'0'-14'-396,"0"-1"1,0 6 1075,0-1-481,0 7 1,2-3-13,3 6 1,3 0-163,6 0 0,1 0 0,-1 0-78,0 0 0,1 0 0,-2-2 1,-2-1-9,-2-2 0,-1-1 0,4 2 0,-4-2 13,-2-2 1,0 5 0,-2-4-92,0 1 121,1 4 0,-5-2 1,-2 8 46,-2 6 0,1 8 0,-5 1 0,1 0-40,4 2 0,-3-5 0,-1 5 0,1-2-1,-1 0 1,-2 5 0,2-5 0,1 0 10,0 2 0,-6-5 0,4 3 0,-1-3-18,-1-1 1,1-3-1,-6 0 1,1-3-11,-1 2 0,1-4 0,0-2-85,-1-4 1,1-1-88,0 0 1,4 0-1,2-1-173,2-4 1,1 2 328,5-7 1,5 5 69,-1-4 1,27-1 0,1-4-1</inkml:trace>
  <inkml:trace contextRef="#ctx0" brushRef="#br3" timeOffset="528">19940 16014 9904,'-8'-6'-637,"3"-4"1,4-3 619,1-1 1,0 0-1,1-1 34,4 1 0,-2 4 0,7 1 1,1-3 0,0 0 0,0-1 0,-1 2-41,1 1 0,0 0 0,0-2 1,-3 0-115,-1 3 1,2-1 101,-4-4 1,-2 6 55,-7 3 1,-4 5 0,-7 5-1,-1 4 126,-3 4 1,3 3-1,-3 2 1,1 3-21,-1 1 0,3 2 0,-3 5 0,3 0-118,2-1 1,-1 1 0,2 1 0,2 2-25,2 2 1,4 0-1,-3-6 1,2 1-48,2 0 1,-2-2-1,1-1 1,2-4-76,1-1 1,-2-2 0,-1-5 0,0 1-127,-1-1 0,2-1 0,-4-2-152,2-1 1,0-7 381,1 2 1,-3-23-1,-7-6 1</inkml:trace>
  <inkml:trace contextRef="#ctx0" brushRef="#br3" timeOffset="529">19739 16187 9904,'0'-15'-278,"1"6"1,2-1 33,2-1 0,6 3 1,-1 0 103,3 2 0,1 1 1,0 5-1,2 0 10,4 0 1,-3 0 0,7 0 130,2 0 0,39 6 0,12 2 0</inkml:trace>
  <inkml:trace contextRef="#ctx0" brushRef="#br3" timeOffset="530">20530 15885 8554,'-8'-15'-445,"0"7"483,3 3 0,-1 5 0,-6 5 43,3 5 0,6 7 0,-2 4 0,2 0-82,-2 0 0,3 3 0,-4-4 0,1 3-53,0 2 1,-1-2-1,3 1 1,-4 1-112,-1 3 1,4-4-1,-4-2 1,0 0-18,0 1 0,0-6 1,-2 2-1,4-4-266,-1-6 0,4 3 448,-7-8 0,-6-37 0,-6-15 0</inkml:trace>
  <inkml:trace contextRef="#ctx0" brushRef="#br3" timeOffset="531">20328 16043 8554,'0'-15'-188,"0"1"0,0 4-163,0 1 0,2 6 377,3-2 1,-2 3-1,7 2 1,1 0 49,2 0 0,-4 0 0,1 0 1,1 0-53,2 0 0,3 2 1,1 1-1,2 2-46,-1-2 0,-2-1 0,0-2 0,2 0-8,1 0 0,0 0 1,-5 0-1,1-2-27,-1-3 1,1 2 0,-1-5-1,0 0 10,1 0 1,-1 0 0,-1-3-1,-2 1 11,-1-1 1,-6 0-1,4 0 1,-1 1 41,-4-1 0,3-2 49,-1-1-54,0 6 0,-7 3 0,-2 10 32,-6 4 1,-1 4 0,0 2 0,3 1 10,1 3 1,-4-3 0,3 5 0,-2-2-36,1 0 1,4 5-1,-3-5 1,2-1-10,3-2 0,-4 3 0,2 0-5,2-1 0,2-2 25,1-2-11,0-6 0,6-3 0,4-8-62,2-2 1,-2-6-1,-1 1-10,3-3 1,0-1-1,1-1 1,-2 3 22,-1 2 1,0-3 0,4 4 20,0-4 1,-4 5 0,-2 1-1,0 3 44,0-1 1,-3 0 92,4 5 0,-1 2-63,2 2 1,-4 0 0,-6 5-45,0 2 1,0 2 0,0 2-1,0-1-41,0 0 1,0 1 0,0-1-111,0 1 1,0-1 0,0 2 0,0 2-120,0 1 0,0-5 0,-1-4 259,-4 1 0,-3 2 0,-6 1 0</inkml:trace>
  <inkml:trace contextRef="#ctx0" brushRef="#br3" timeOffset="532">20961 16187 10169,'0'-8'-2334,"5"0"2631,0 3 13,0 3-195,-5-4 1,1 1 89,4 0-75,-3 1 0,6 4-51,-3 0 1,-2 0-129,6 0 0,1-2 97,4-3 0,1 4-140,-1-4 1,1-2 24,-1 3 0,0-8-7,1 3 1,-7 1-4,-4-2 0,-2 5 24,-2-4 0,-6 6 0,-4-2 0,-3 3 56,-1 2 1,3 0-1,-2 0 1,-1 2 44,2 3 0,-2 1 0,4 5 0,-2-1 5,-3 1 1,6-3 0,1 2 0,0 1-25,0 2 1,4 1-1,0 0-75,2 1 1,4-2-1,2-2 1,6-3-92,3-2 1,3 4 0,1-5 0,4-1-119,2 3 0,-4-6 1,5 4 299,1-3 1,34-15-1,10-3 1</inkml:trace>
  <inkml:trace contextRef="#ctx0" brushRef="#br3" timeOffset="533">21681 15856 8529,'-7'-13'-149,"-2"3"1,1-1 0,0 5-138,1-2 1,1 5 391,1-2 1,4 5 0,-4 5 0,3 4-28,2 4 0,0 1 0,0 2 1,0 2-33,0 1 1,0 7 0,0-4 0,0 2-37,0 0 1,0 0-1,0 5 1,-1 1-44,-4 4 0,2-4 0,-5 5 0,0-1-122,0 0 1,3-1 0,-3-4 0,0 0 5,0-1 1,0-4 0,-3-1-1,3-2-553,1-4 501,-4-1 1,8-8 199,-7-3 0,7-29 0,-3-8 0</inkml:trace>
  <inkml:trace contextRef="#ctx0" brushRef="#br3" timeOffset="534">21594 16144 8529,'0'-15'-197,"0"1"1,2 1 0,1 2-215,2 1 1,5 5 0,-4-3 502,2 2 1,2 1-1,4 5 0,0 0 0,-4 5 0,-2 1 0,0 1-100,0-1 1,-3 4-1,3-4-11,-2 2 0,1 0 0,-4 3 7,2-1 0,-2 0 0,-8 2-49,-5-2 0,2 1 0,-1-4-25,-2 1 1,-2 0 0,-2 1 0,1-2-133,0-1 1,4-4 0,2 4 217,2 0 0,-6-10 0,4 2 0</inkml:trace>
  <inkml:trace contextRef="#ctx0" brushRef="#br3" timeOffset="535">21781 16086 8360,'0'-10'-155,"0"1"230,0 6 1,7-2 0,1 10-102,0 4 1,0-1 0,-3 2 0,3 1 25,0 2 1,3 1 0,-5 1 0,1-1-97,-1 0 1,4 1 0,-6-1-167,0 1 1,2-1 92,-1 0 173,0-6 1,-1-3-1,1-10-13,-2-4 0,1-4 1,-1-1-1,3-1-32,2 1 1,-3-1 0,3 1 0,0 0-63,0-1 0,-5 6 0,4-1-45,-1-1 1,-3 0 0,5-1-35,-2 3 1,1 6 0,-4-4 181,2 1 0,0 4 29,1 15 0,-3-8 0,5 11 111,-1-7 0,-1-7 389,-1 3-286,-4-4 0,6 1-87,-7 3 1,1-4-131,4 4 0,-2-3-51,7-2 0,-5 0-191,4 0 61,-5 0 77,8 0 1,-10-2 56,3-3 101,-4 4 0,-2-6 26,-4 7 0,-1 2-111,-4 3 1,-1 3-150,6 6 1,0-4-1,5-1-403,0 3 557,0-6 0,26 26 0,6 0 0</inkml:trace>
  <inkml:trace contextRef="#ctx0" brushRef="#br3" timeOffset="536">22256 16129 8529,'-14'0'-395,"-1"0"0,6 5 0,-1 0 0,-1 0 452,-2 1 1,4 0-1,1 6 1,1-3 38,4 2 0,-3-3 0,1 2 0,2 1 17,1 2 1,2-3-37,0-1 0,7-1 0,2 2-19,4-6 0,1-4 0,1-3 0,-1-3-61,0-2 0,6 0 1,-1-3-1,-2 1-141,-1-1 0,-1-2 0,-1-1 0,1-1-4,-1 1 1,0 0 0,-1-2 0,-2-2 30,-1-1 1,-2-2 0,1 3 0,-4-2 71,-3-3 0,-2-1 1,0-3-1,-2 2 79,-3 1 0,-1 0 1,-5-5-1,1 0 17,-1 0 0,0 0 1,0 2-1,1 3 30,-1 5 0,5 3 0,-1 3-26,1 4 0,3 2 0,-5 9-38,1 3 0,-2 8 1,4 7-1,2 1 15,1 0 1,2 4-1,0-1 1,0 2-22,0-2 0,0 3 1,0-3-1,0 3-21,0 2 0,0-2 0,0-1 0,2-2-61,2 1 1,-2 1 0,4 0 0,-1-4 1,0-1 1,5 0-1,-4-4 1,2 2-53,3-1 1,-3-7 0,2-3 0,1-1 13,2-4 0,1-2 0,1-1 0,-1 0 107,0 0 0,1 0 0,12-25 0,3-7 0</inkml:trace>
  <inkml:trace contextRef="#ctx0" brushRef="#br3" timeOffset="537">22515 16144 8517,'0'-15'-456,"0"1"1,0 4 0,-1 2 600,-4 2 0,3 3-73,-3 7 1,4 4-1,1 7-145,0-1 1,0 1 0,0-1 0,0 0-72,0 1 0,0-6 0,0 1 144,0 1 0,32-4 0,8-1 0</inkml:trace>
  <inkml:trace contextRef="#ctx0" brushRef="#br3" timeOffset="538">22630 16014 8119,'-9'-8'-2224,"-1"3"2224,1 4 0,1 26 0,1 7 0</inkml:trace>
  <inkml:trace contextRef="#ctx0" brushRef="#br3" timeOffset="539">22702 16100 7863,'-14'0'-388,"-1"0"1,1 5 0,0 2 474,-1 1 1,6 0 0,1 3-1,1-2-34,4 3 1,2 0-1,1 3 1,0-1-29,0 1 1,6-6-1,4-1 1,2 0-38,3 0 0,-1-5 1,0 2-1,1-3 7,-1-2 1,5 0-1,1 0 1,-1 0-187,2 0 0,-5 0 0,3 0 0,-3-2 191,-2-3 0,13-41 0,4-16 0</inkml:trace>
  <inkml:trace contextRef="#ctx0" brushRef="#br3" timeOffset="540">22932 15928 8517,'0'-15'-1582,"0"1"1619,0 0 0,-1 7 72,-4 7 0,3 7 1,-2 7-1,2 0-40,2 1 0,-5 6 0,0 1 1,2 2-82,2 0 0,1-2 0,0 4 0,-2-2-25,-3 1 0,4 1 0,-4 0 0,3-2-129,2 1 0,-5 1 1,1-2-1,-1-4-53,-2 1 1,6-5 0,-6 3 218,1-3 0,-8-33 0,-9-9 0</inkml:trace>
  <inkml:trace contextRef="#ctx0" brushRef="#br3" timeOffset="541">22817 16158 8517,'0'-14'-1040,"0"-1"1,2 7 1011,3 3 0,-2 4 1,7 2-46,1 4 0,0-2 0,0 5 73,-1-1 0,25 23 0,11 2 0</inkml:trace>
  <inkml:trace contextRef="#ctx0" brushRef="#br3" timeOffset="542">23019 16187 8517,'-10'0'-995,"1"0"337,-3 0 1254,6 0-443,0 0 0,7 0-179,4 0 1,3 0 0,6 0 4,1 0 0,-6 1 0,1 3-59,1 0 1,2 1 22,1-5 0,1 0 35,-1 0 1,-6-1 15,-3-4 23,-4 3 1,-7-4 0,-4 6 76,-2 0 1,2 0-1,2 1-78,2 4 1,-4-2-24,5 7 0,-4 0-257,4 4 1,2 0-152,8 1 1,3-1 414,6 0 0,51-12 0,14-4 0</inkml:trace>
  <inkml:trace contextRef="#ctx0" brushRef="#br3" timeOffset="543">23263 16216 8514,'-14'-8'-1558,"4"1"1520,1 7 0,4 0 0,-3 2 160,2 3 1,1-2-1,3 6-34,-3 3 1,4 0 0,-4 3-52,3-1 0,2-4 1,0-1 16,0 2 0,2-4 0,3-2-41,4-4 1,-1-1 0,2-1-108,1-4 0,-3 2 0,2-7 0,-1-1-49,-1-2 0,0-1 0,-4-1 0,0 1-13,0 0 0,2-1 0,-1 1 0,-2-2 89,-2-3 1,-1 1 0,0-4 0,0-1 74,0 1 1,0-2-1,0-5 1,0 2 13,0 3 1,0-3 0,0 4-1,0-1 157,0 0 0,0 7 171,0-2 1,-1 11-209,-4 8 1,2 12 0,-5 11 0,2 1-23,2 0 0,-2 5 0,1 4 0,2-1-96,1-2 1,2-1 0,2 0 0,3 0-131,4 0 0,9-1 0,4 1 0,4-2 106,4-3 0,41-13 0,18-7 0,-26-2 0,0 0 0,0 0 0</inkml:trace>
  <inkml:trace contextRef="#ctx0" brushRef="#br3" timeOffset="544">23868 16216 7921,'0'-15'-467,"-5"6"0,0-1 626,2-1 0,1-2-45,2-1 1,0-1-37,0 1 1,5-1 0,1 3 29,2 2 0,-4 2 0,2 5 85,0-2-177,-4 0 1,6 5 0,-5 2 14,2 3 0,0 3 0,-5 6 0,0 0-31,0 1 1,0 1 0,0 1 0,0 3-19,0-3 1,0-1 0,1-1 3,4-1 0,-2-1 1,7-2-85,1-2 1,2-5 0,1 0-87,1-2 1,-1-4 0,0-2 71,1-6 0,-2-3 0,-2-1 0,-3 0 94,-2-1 0,-1 1 0,-5-1 0,0 1-2,0 0 1,-2-1-1,-2 1 1,-6 1 51,-3 3 0,-1-1 0,-1 5 0,1-1-46,0 1 1,-6 1-1,1 5-91,2 0 0,1 0 0,1 2-95,1 3 0,6 3 0,3 6-55,4 0 255,1 1 0,44 6 0,12 1 0</inkml:trace>
  <inkml:trace contextRef="#ctx0" brushRef="#br3" timeOffset="545">24098 16115 8522,'0'-10'-1437,"0"1"1729,0 5 1,0 0-188,0 8 1,-5 4-1,0 7-41,2-1 0,1 1 0,2-1 0,0 0-89,0 1 1,0-1 8,0 1 0,5-1 1,2-1-62,1-4 0,-4-2 0,6-7-28,1 0 0,2-2 0,1-1 0,-1-4 23,-3 0 1,2-1 0,-2-4 0,1 3 37,-1-2 0,3-1 0,-4 1 0,2 2 6,-1-3 0,1 4 0,-4-1 40,1-2 0,-4-1 95,6 3-80,-7 2 1,4 9 0,-7 3 0,0 4 91,0 4 0,0 2 0,0-1-99,0 0 1,0 1 0,0-1-1,0 1-77,0-1 1,0-4 0,0-1-78,0 2 1,1 0 0,2 1 0,4-4-103,1-2 0,-3-1 0,4-5 246,2 0 0,15-26 0,4-6 0</inkml:trace>
  <inkml:trace contextRef="#ctx0" brushRef="#br3" timeOffset="546">24486 15957 8518,'8'-21'0,"0"3"0,-5-4 0,4 1-217,1 3 0,-5 7 68,2 2 1,-4 7 0,-1 2-1,0 8 249,0 5 0,-4 3 0,-3 3 0,1 3-54,-1 1 1,1 4-1,3-3 1,-2 3-20,2 2 0,0 0 1,-1-1-1,0 0-108,0-4 0,3 3 1,1-3-1,-2 3-50,-3 2 1,4-2 0,-4-3 0,3-3-146,2-1 1,0-4 0,0 4 275,0-4 0,-19-34 0,-5-8 0</inkml:trace>
  <inkml:trace contextRef="#ctx0" brushRef="#br3" timeOffset="547">24314 16172 8518,'14'-14'-390,"0"0"1,1 4 0,-1 2 0,1 2 316,-1 2 0,0 3 0,1 1 0,1 0 87,3 0 0,-3 0 0,3 0 1,-1 0-45,1 0 1,-3 0 0,3 0 29,-3 0 0,5 0 0,1 0 0</inkml:trace>
  <inkml:trace contextRef="#ctx0" brushRef="#br3" timeOffset="548">24688 15957 8518,'0'-15'-53,"0"1"1,0 4-1,0 1-848,0-3 954,0 6 1,0 6-1,0 10 1,0 4 53,0 5 1,0-1-1,-2 6 1,-1 1-66,-2 2 1,0 7 0,4 0 0,-3-1-40,0 2 1,-3-3 0,4 7 0,-2-1-121,2-1 1,-3 4-1,-1-4 1,1 0-35,-1-3 1,3-4-1,2-1 1,-1-2-143,-2-3 0,0-3-62,5-7 1,0-8 354,0-6 0,-12-38 0,-4-16 0</inkml:trace>
  <inkml:trace contextRef="#ctx0" brushRef="#br3" timeOffset="549">24587 16187 8518,'2'-15'0,"1"1"-606,2 0 0,6-1 0,-2 1 569,4-1 1,1 7-1,1 2 1,-1 1 98,1 0 1,4 1-1,0 4 1,-1 0-2,-2 0 1,-2 0-1,-1 1 1,-2 2 4,-1 2 1,-2 6-52,1-1 0,-3 3 0,-6 1-70,0 1 1,-6-3 0,-3 0 0,-4-3-34,-2 2 0,1 2 0,0 0 0,-1-2-220,1-1 1,-1-1 307,1 6 0,-7-1 0,-1 0 0</inkml:trace>
  <inkml:trace contextRef="#ctx0" brushRef="#br3" timeOffset="550">24903 16129 7172,'-9'0'218,"-1"0"0,7 7-192,-2 2 1,4 4-1,1 1-34,0 1 0,0-6 0,0 1 5,0 1 0,1-4-7,4-3 1,1 0-1,6-1 1,-3 2-46,2-2 0,-3-2 1,2-2-1,1-4 1,2 2 0,1-5 0,1 0-6,-1 0 0,-4 3 0,-1-3 0,3 0 3,0 0 1,-2 3 0,-1-3-35,3 2 74,0 1 0,-4 7 40,-3 2 0,-3 0 0,-2 5-92,0 2 1,0 2-110,0 2 1,0-1 177,0 0 0,19-18 0,5-6 0</inkml:trace>
  <inkml:trace contextRef="#ctx0" brushRef="#br3" timeOffset="551">25263 15913 8518,'-8'-1'-614,"2"-2"227,-1-2 1,4 2 0,-5 7 504,2 6 0,-1 3 1,4 1-1,-2 2-16,2 3 0,0-1 0,0 6 0,-2 1-99,2 3 0,1-1 0,2-2 0,0-1-39,0 2 1,0 0 0,0-1 0,0-3-21,0-1 0,0-2 1,0-4-1,0-1-194,0 1 1,0-1-349,0 0 598,0-6 0,-25-20 0,-7-12 0</inkml:trace>
  <inkml:trace contextRef="#ctx0" brushRef="#br3" timeOffset="552">25105 16144 8130,'14'-13'-436,"1"3"1,-1-1 0,0 5 0,2-1 366,4 1 0,-4-1 0,4 4 1,0-2 55,-1 2 0,5 2 0,-4 1 0,1 0 13,0 0 0,5 12 0,-4 4 0</inkml:trace>
  <inkml:trace contextRef="#ctx0" brushRef="#br3" timeOffset="553">25623 16158 8518,'0'-10'-698,"0"1"0,0 7 880,0 2 1,0 7 0,0 7-190,0 0 0,0 1 1,0-1-1,0 1-5,0-1 1,0 0 0,0 1 0,0-1-185,0 0 1,0 1-1,0-1 196,0 1 0,-13-14 0,-3-2 0</inkml:trace>
  <inkml:trace contextRef="#ctx0" brushRef="#br3" timeOffset="554">25652 16000 8518,'-10'0'-855,"2"1"-682,2 4 1537,-6 3 0,24 32 0,-3 6 0</inkml:trace>
  <inkml:trace contextRef="#ctx0" brushRef="#br3" timeOffset="555">25795 16187 8518,'0'-15'-281,"5"1"0,0 0-156,-2-1 1,-1 6 916,-2-1-362,6 7 0,-4-2-44,3 10 1,-4 3 0,-2 6-72,-4 1 0,3-1 0,-4 0 8,-1 1 1,6-1 0,-6 1-23,1-1 1,4 0 33,-2 1 1,2-1-29,2 0 1,0-4-45,0 0-32,-6-1 0,-2 4 1,-7-2-133,1-1 0,4-7 0,1 3 1,-3-1-196,0 0 1,2 1 407,1-1 0,-1-3 0,-4 4 0</inkml:trace>
  <inkml:trace contextRef="#ctx0" brushRef="#br3" timeOffset="556">26227 16158 8518,'-6'-8'-28,"2"-3"122,-5 6 0,6 2-114,-2 8 1,3 3-1,2 6 1,0 2 53,0 3 0,0-3 0,0 3 1,0-3-163,0-1 0,0 4 0,0 0 0,0-1-110,0-2 0,0-2 0,0 0-122,0 1 0,0-1 0,0 1 360,0-1 0,0 0 0</inkml:trace>
  <inkml:trace contextRef="#ctx0" brushRef="#br3" timeOffset="557">26285 15957 8518,'0'-10'0,"-2"2"-926,-3 2 693,4-6 1,-11 12 0,8 0 218,0 8 1,-2 7 0,1 2-1,2 3-18,1-3 0,2 5 0,0 1 0,-1 1 32,-4 0 0,4 16 0,0 8 0,-2 6 0,0 0 0</inkml:trace>
  <inkml:trace contextRef="#ctx0" brushRef="#br3" timeOffset="558">26357 16302 8518,'-2'-10'-546,"-3"1"0,4 4 689,-4-5 0,2 7 161,-2-2-361,3 4-74,-4 1 44,6 0 0,1 0 64,4 0 0,-2 0 0,5-2-17,-1-3 1,4 4 0,-3-6 0,1 3-21,1-1 1,-5-2 0,4 4 33,3-2 1,-4-4-1,1 4 79,2 2 0,-3 1 12,2 2 0,-7 2 0,2 3-26,-3 4 1,-2 4 0,0 1-51,0 1 0,0-1 1,0 0-1,0 1-148,0-1 0,0 1 1,0-1-125,0 0 0,0 1 1,1-1 282,4 1 0,22-14 0,12-2 0</inkml:trace>
  <inkml:trace contextRef="#ctx0" brushRef="#br3" timeOffset="559">26687 16244 8518,'0'-14'-886,"0"0"0,0-1 1287,0 1-303,0-1 0,-4 9 1,-3 6-1,1 8 4,-1 5 1,-4 1-1,3 1 1,-1-1-68,-1 0 1,5 1 0,-3-1 0,2 0-26,3 1 0,1-1 1,2 1-94,0-1 0,0 0 1,0 1-100,0-1 1,2-4 0,2-2-312,6-2 0,3 4 493,1-5 0,26-13 0,7-8 0</inkml:trace>
  <inkml:trace contextRef="#ctx0" brushRef="#br3" timeOffset="560">26817 16316 8495,'-5'-9'-647,"-1"1"98,-2 1 0,3 2 776,-5 5 0,6 0 0,-4 2-58,1 3 0,1 3-202,1 6 0,3 1 0,-2-1-6,2 0 1,2-4 34,0 0 1,2-2 0,2 1-31,6-4 1,-2-3-1,2-2-22,1 0 1,1-2 41,3-3 1,-2 2 0,-4-7 6,-4-1 0,1 3 0,-1-1 10,-2-3 0,-1 4-119,-2-1 1,-6 1-216,-4-2 1,2 4 330,-2 6 0,1 13 0,-6 3 0</inkml:trace>
  <inkml:trace contextRef="#ctx0" brushRef="#br3" timeOffset="561">27004 16230 8468,'0'-14'-313,"0"-1"0,0 9 0,2 4 391,2 5 0,-1 9 1,5-3-60,-1 4 1,2 1 0,-2 1-1,-1-1-44,1 0 0,-1-4 1,-3 0-1,2 1-3,-2 2 1,-1-4 0,-1 1-129,4 1 0,-3-3-54,3 2 203,-4-7 0,-6 2 26,1-10 1,-1-3 0,5-7-23,0 1 0,6 0 0,2-1 1,2 1-41,-1-1 0,1 3 1,4 0-1,1 3 27,-1-2 1,1 3 0,-1 0 0,0 1-31,1 4 0,-3 0 0,0 0 69,-3-2 0,-1 2 0,2 8 36,-5 4 0,-4-1 1,-1 2-1,0 1 30,0 2 0,-6 1 0,-4 0-79,-3 1 0,4-1 0,1 1 0,0-3-7,0-2 0,3 3-156,-4-4 167,5-2 1,0-1-18,8-6 0,0-1 0,4-4 0,0-3-12,0 0 0,-1-5 1,5 5-1,-3-2-29,2 1 1,2-1 0,0-4-49,-3-1 0,1 6 0,-5 1-462,2 1 554,2-4 0,4 16 0,1-3 0</inkml:trace>
  <inkml:trace contextRef="#ctx0" brushRef="#br3" timeOffset="562">27407 16287 8137,'-15'0'-456,"6"0"1,-1 0 448,-1 0 0,5 2 0,-1 1 675,1 2-446,4 0 0,-3-5-239,10 0 0,2 1 1,4 3-149,-2 0 1,1 1-9,4-5 1,-1-1-1,-2-3-275,-1 0 419,-7-1 1,4 3 107,-7-3 1,-2 4 75,-3-4 1,2 3-1,-5 4-76,2 3 0,-4 3-125,5 6 1,-4 1 0,4-1-156,2 0 0,1 1 1,2-1-480,0 1 680,0-7 0,45-2 0,11-6 0</inkml:trace>
  <inkml:trace contextRef="#ctx0" brushRef="#br3" timeOffset="563">27637 16259 8468,'0'-10'0,"-2"2"-314,-2 2 1,0-4 260,-5 5 0,4 2 0,-3 8 146,2 5 1,-4 2-1,4 3 1,-1-1-49,1 0 0,-1 1 0,4-1 1,-2 1-39,2-1 0,2 0 0,1 1 0,0-1-4,0 1 1,0-6 0,1-1 0,2 0-104,2 0 1,6-5 0,-1 2 0,3-3-45,1-2 1,1 0-1,-1 0 1,0 0-165,1 0 0,-1-2 0,0-1 0,1-3 308,-1-2 0,-6 4 0,11-47 0,-3-5 0</inkml:trace>
  <inkml:trace contextRef="#ctx0" brushRef="#br3" timeOffset="564">27867 16100 8468,'8'-14'-373,"3"0"1,-6-1-387,-2 1 987,5 6 1,-6 8 0,1 9 0,-5 4-59,-2 2 1,-3 4 0,4 0 0,-2 0-102,2 2 1,2-3 0,1 4 0,0-1-57,0-4 1,0 4 0,-2 0 0,-1 0-33,-2-1 1,0 0 0,5-4 0,0 1-145,0 2 1,0 1 0,0-6 0,0 0-391,0 1 0,0-1 553,0 1 0,-13-39 0,-3-10 0</inkml:trace>
  <inkml:trace contextRef="#ctx0" brushRef="#br3" timeOffset="565">27752 16302 8468,'-8'-15'-316,"3"1"1,-1 4 0,3 2 325,4 2 1,6 0 0,7 3 0,0-2-48,1 2 1,6 1-1,3 2 37,3 0 0,33 0 0,9 0 0</inkml:trace>
  <inkml:trace contextRef="#ctx0" brushRef="#br3" timeOffset="566">28428 16201 10641,'0'-14'-398,"2"1"0,1 2 267,2 1 1,6 2 0,-1-3 6,2 1 0,3 7 0,-1-3 0,1 1 117,-1 0 0,5-1 0,0 3 0,-1-4 12,-2-1 1,-2 3 0,1-3 0,-1 0-25,0 0 1,-4 0 0,-2-3 0,0 2-16,0-3 1,-5 4 0,2-1 7,-3-2 1,-9 4 0,-2 3 146,-4 2 1,-2 2 0,1 0 0,0 0-34,-1 0 0,6 2 1,-1 2-1,-1 6-34,-2 3 1,3 1 0,1 0 0,-1 2-101,2 4 1,-3-3-1,6 7 1,1 3-45,-3 5 1,4-1-1,-5 2 1,2-1-24,2 2 1,-2-2-1,1 6 1,2 1-53,1-3 0,-2 0 0,-1-9 0,2-2 20,1-1 1,2-6 0,0 1 0,-2-3-581,-2-2 678,2-6 0,-11-33 1,5-15-1</inkml:trace>
  <inkml:trace contextRef="#ctx0" brushRef="#br3" timeOffset="567">28327 16417 10352,'0'-14'-812,"0"-1"0,0 1-217,0-1 1,2 1 1078,3 0 1,4 4 0,9 2 77,1 2 1,2 1 0,-3 5 0,2 0-126,3 0 0,-1 0 0,4 0 0,-2 0-7,1 0 0,-2 0 1,1 0-1,0 0 49,-2 0 1,-1 0 0,-7 0-42,1 0 1,-7 1 73,-4 4 0,-4-3 0,-4 4 0,-6-1 14,-3 0 1,-1 4-1,-1-2 1,1 1-43,0 3 0,-1 0 0,1 0 0,1-1-49,3 1 1,-1-3 0,6 2-21,2 1 1,2 2-16,1 1 0,6-6 0,4-3 1,2-3-117,3-2 1,4 0 0,0 0 0,0-2-29,2-3 0,-5 2 1,3-5-1,-3 0 92,-1 0 0,-6-2 0,-1-4 44,-1 0 0,-3-1 1,-4 1 109,0-1 0,0 1 0,0 0 1,0-1 95,0 1 1,0 4 0,0 1-87,0-3 0,2 6 1,3 0-83,4-1 1,-1 6 0,2-4-1,0 5 10,-2 5 0,4-2 1,-4 6-1,2 3-26,0 0 1,-6 1 0,4-2-1,-1-1-3,-4 1 1,-1 2-1,-2 1 1,0 1-31,0-1 0,0-4 1,-2-1-7,-3 3 0,2-4 41,-7 1 0,1-6 33,-6 2 1,7-10 48,4-4 1,2-4-118,2-1 1,2 1 0,2 2-100,6 1 0,3 2 0,1-2 1,1 4-213,-1 0 364,0 4 0,39-17 0,9 3 0</inkml:trace>
  <inkml:trace contextRef="#ctx0" brushRef="#br3" timeOffset="568">29421 16345 8565,'0'-14'-1811,"0"-1"1945,0 1 0,1 1 0,4 3-40,5 6 1,3 0 0,1 1-1,0-2-109,1 2 1,-1 2 0,1-1-1,-1-1 7,0-2 1,-1-1-1,-2 3 1,-1-2-8,1 2 1,-4-1-111,-3 0 1,-4-3 101,-4-2 1,-6 2 0,-8 7-1,-1 0 61,2 0 1,-4 0 0,0 2 0,0 1 48,0 2 0,2 6 0,5-3 1,0 2-27,-1-1 1,2 1 0,2 4 0,3 0-13,2 1 1,1-1-1,3 1 1,-1-1-60,-2 0 0,1 1 0,5-2 1,2-2-10,2-2 1,6-1 0,-1 4 0,3-4-99,1-2 0,-4 4 0,1-6 0,3 1-56,4 2 0,1-6 1,-5 4-1,1-3-588,-1-2 761,1 0 0,12-20 0,3-4 0</inkml:trace>
  <inkml:trace contextRef="#ctx0" brushRef="#br3" timeOffset="569">29608 16431 8558,'0'-9'-535,"0"-1"0,0 5 876,0-4 0,0 4-303,0-5-761,0 7-64,0-3 787,0 6 0,26 19 0,5 5 0</inkml:trace>
  <inkml:trace contextRef="#ctx0" brushRef="#br3" timeOffset="570">29881 16287 8509,'0'-14'-101,"-1"0"0,-3-1 0,0 1 0,-6 4 0,4 2-15,-2 2 0,-2 1 0,-4 7 117,-1 3 0,6-2 1,1 6-1,0 3-30,0 0 0,3 3 0,-3-1-23,2 0 1,1 1 0,5-1 52,0 1 0,0-1-5,0 0 0,0-4 185,0 0-90,0-7-76,6 3 1,1-4-1,4 3 4,-2 4 1,-5-1-1,0 2-12,-2 1 1,3 2 0,0 1 0,-2 1-12,-2-1 1,-1 2-1,0 1 1,-1 3 0,-4-3 0,2 1 1,-7-1-1,-1 3 0,-2-3 1,-3-1 0,-1-3 0,-4-2-1,-2-1 0,4-5 1,-3 3-1,0 0-58,-1 0 1,4-5 0,-3 2 0,1-4-160,3-1 0,7 0-115,1 0 0,9 0 335,1 0 0,6 0 0</inkml:trace>
  <inkml:trace contextRef="#ctx0" brushRef="#br3" timeOffset="571">29982 16546 8399,'2'-12'-18,"2"2"1,-2-3 266,3 4 1,-2-3 181,2 3-431,-4 3 0,-1 25 0,-8 5 0</inkml:trace>
  <inkml:trace contextRef="#ctx0" brushRef="#br3" timeOffset="572">30514 16100 11829,'0'-14'-1066,"0"0"0,0-1 41,0 1 0,0 7 1131,0 7 0,0 12 0,0 8-70,0 3 1,-1 1 0,-2 5 0,-4-1-20,-1 1 0,0 0 0,-3 0 0,3-1-33,2 1 1,-4 0 0,4 0-1,-1-2-67,1-3 1,-4 2 0,5-6 0,1 1-302,-3 0 0,6-2 74,-4-5 329,-3-6 0,0-33 0,-7-15 1</inkml:trace>
  <inkml:trace contextRef="#ctx0" brushRef="#br3" timeOffset="573">30298 16345 9992,'0'-14'-740,"0"-1"0,0 1 0,0-1 492,0 1 1,7 1 383,2 4 1,4 2 0,2 7-64,-1 0 1,5 2 0,0 1 0,-1 2-60,-2-2 0,3 3 0,2-1 1,0-2 8,0-1 1,2-2-1,-3 0 1,-1 0-18,2 0 0,-5 0 0,3 0 0,-3-2-72,-2-2 0,1 0 0,-1-4 0,-1 0-23,-4 1 0,3 2 0,-8-5 22,0-1 1,2-2 33,-1-1 1,-1 4 0,-5 2 33,-4 2 1,-3 1 0,-6 7 19,-1 2 0,1 4 1,0 7-1,-1-1 11,1 1 1,4-1 0,1 2 0,-3 3-48,0 5 1,2-2 0,0 1 0,1-2-22,1-4 1,0 4 0,5 0 0,-2 0-14,2-1 0,1-5 0,2-6 91,0 2 0,6-4 0,4-2 0,3-5 17,1-5 0,-3 2 0,1-7 0,2 1-39,2 1 1,-6-5-1,7 3 1,1-3-8,-2-1 0,0 1 0,-2 2-21,0 1 1,1 2 0,-1-1 36,1 4 0,-6 3 53,1 2 1,-7 2-1,2 3-26,-4 4 1,-1-1 0,-1 2 0,-2 1-37,-2 2 1,0-3 0,5-1 0,0 2-55,0 2 1,0-3-1,0-1-246,0 2 1,0 2-33,0 2 0,2-6 1,2-1 34,6-1 1,-2-3 0,2-4 274,1 0 1,14-25-1,6-7 1</inkml:trace>
  <inkml:trace contextRef="#ctx0" brushRef="#br3" timeOffset="574">30932 16446 8982,'-2'-8'-931,"-1"1"418,-2 1 630,0 4 0,4-4 0,-3 4 346,0-2-367,-1 2-138,5-4 0,1 6 0,4 0-19,5 0 0,-2 0 1,1 0-23,3 0 1,-5-2-13,3-3 0,0 4 1,2-6-33,-2 1 1,-4 3 105,-6-7 0,0 5 66,0-4 1,-6 5-6,-4 0 0,-2 2 0,-1 4 0,2 1-1,1 2 0,5 6 0,-3-2-81,2 4 1,1 2 0,5-1-89,0 0 1,2 1 0,1-1 0,3-1-79,2-3 0,4 2 0,5-4 207,2 0 0,39 5 0,4-5 0</inkml:trace>
  <inkml:trace contextRef="#ctx0" brushRef="#br3" timeOffset="575">31378 16388 8984,'-10'0'0,"0"0"0,-1 0-171,5-6 109,-1 4 1,9-4 47,3 6 1,3 0 0,6 0-69,1 0 1,-1 0-1,0 0 1,1 0-98,-1 0 1,-4 0 0,-1 0 41,2 0 1,2-5 0,0-1 11,-3-2 0,-2 3 0,-5-5 90,2-1 1,-1 3 0,-5-2 57,-4-1 1,2 3-1,-7 0 55,-1 2 0,-2 1-15,-1 5 1,-1 0 0,3 2-11,2 2 1,4 0 0,6 5 0,0 2-1,0 2 0,0 2 1,0-1-54,0 0 0,1 1 1,2-1-1,4 1-30,1-1 0,-3 0 0,4 1-25,2-1 1,-3-1 0,0-2 0,-1-1-154,-4 1 0,3-3 0,1 0-416,1-2 619,-5 5 0,10-9 0,-5 4 0</inkml:trace>
  <inkml:trace contextRef="#ctx0" brushRef="#br3" timeOffset="576">31579 16359 8385,'6'-8'-192,"-4"2"1,11 6 258,-4 0 0,4 2 0,1 1-76,1 2 0,-6 1 1,1-3-1,0 4-92,-2 1 0,4-4 0,-2 6-208,3 1 1,-4-4 0,-1-1-600,-1 0 908,4 2 0,-16 0 0,4-1 0</inkml:trace>
  <inkml:trace contextRef="#ctx0" brushRef="#br3" timeOffset="577">31737 16417 7660,'-5'-10'-488,"1"1"1,-1 4 0,3-5 775,-3-1 1,4 3-159,-4-1 0,-3 5-29,-2 0 0,2 4 0,0 4-72,2 6 1,-4-2-1,4 2 1,0 1-66,-1 2 1,-4 3 0,3 1 0,-2 2-54,1-1 0,-1 3 1,-4-2-1,0 0-491,-1 2 580,7-12 0,15-2 0,9-15 0</inkml:trace>
  <inkml:trace contextRef="#ctx0" brushRef="#br3" timeOffset="578">31910 16129 8497,'0'-9'3,"0"-1"0,-5 13 0,-1 2 0,-1 8 98,1 6 0,-4-1 0,4 6 0,-2 3-1,-3 5 1,3-2-1,-2 5 1,1-1-146,1-1 0,-5 7 0,3-1 1,-3 1-163,-1-2 0,0 2 0,-1-5 0,1 0-30,-1 1 0,1-3 0,0-4 0,-1 0-42,1-1 0,4-5 0,2-4-21,2-3 0,1-10 300,5-6 0,6-32 0,2-14 0</inkml:trace>
  <inkml:trace contextRef="#ctx0" brushRef="#br3" timeOffset="579">31737 16431 8497,'13'-14'-646,"-3"0"1,-2 4 0,-4 2 569,6 2 1,-2-4 281,2 5 1,-2 2-1,3 6-163,-2 2 1,-5 6-1,2-3 1,-1 2-39,-1-1 1,1-4 0,-5 5 3,0 1 1,0-3-1,0 2-66,0 1 1,0-3 0,-1 0-87,-4-2 0,2 0 1,-7-2-50,-1 0 0,-2 6 0,-1-5 192,-1-2 0,20-14 0,5-5 0</inkml:trace>
  <inkml:trace contextRef="#ctx0" brushRef="#br3" timeOffset="580">31982 16460 7678,'8'0'9,"-2"0"1,1 0 12,2 0 0,-1 0 0,0-1-12,-1-4 1,2 2-1,-2-5-94,0 1 1,-3 1-2,0 1 0,-2 2 66,-2-7 1,-2 7 60,-2-2 0,-4 5 76,-7 5 0,1 3-62,0 6 0,6 1 1,3-1-60,3 1 1,2-6 0,0 1-89,0 1 1,2-3 0,3 1-82,4 3 1,4-4 0,1 0 0,1-2-107,-1-3 1,0-1 0,1-2 194,-1 0 0,1 0 0,-1-2 89,0-3 1,-4-1-1,-2-5 1,-2 1 43,-2-1 0,2 3 0,-1-2 0,-2-1 33,-1-1 0,-1 2 0,2 0 0,2-1 71,-2-2 0,1 4 0,-1-1-35,2-1 0,-1-2 0,-2 0 68,3 4-117,-4 2 1,6 9 0,-9 1-1,-1 4 9,-2 1 0,0 1 1,4 6-1,-2-1-59,-2 0 1,0 1-1,5-1 1,0 1-80,0-1 0,0-5 1,0 1-1,0 1-66,0 2 0,0-3 0,0-1-119,0 2 0,6-4 0,4-2-470,3-4 714,1-1 0,20-38 0,4-10 0</inkml:trace>
  <inkml:trace contextRef="#ctx0" brushRef="#br3" timeOffset="581">32428 16316 8497,'5'-16'0,"1"0"-228,2 2 0,-5-4 0,4 9-1052,-1-4 1337,-4 5 0,4 3 0,-6 10 0,0 5 21,0 2 0,0 3 0,0-1 0,-2 2-10,-2 3 0,2-1 0,-4 4 0,1 1-72,0-1 1,-1-4 0,2 2 0,0 0-42,0-1 1,-2 5 0,0-5 0,-1 0-119,1 2 0,-5-5 1,3 3-1,-2-3 163,0-2 0,-25-25 0,-11-6 0</inkml:trace>
  <inkml:trace contextRef="#ctx0" brushRef="#br3" timeOffset="582">32241 16532 7542,'0'-14'-291,"0"-1"1,0 1 0,0 0 419,0-1 1,1 6 0,4-1 46,5-1 1,-2 4 0,1 3 0,2 2-163,2 2 1,2 0 0,1 0 0,1 0-218,2 0 0,1 0 0,-4 2 0,1 1 203,2 2 0,26 12 0,1-1 0</inkml:trace>
  <inkml:trace contextRef="#ctx0" brushRef="#br3" timeOffset="583">32500 16503 8497,'-15'0'0,"1"0"-30,0 0 1,4 0-56,0 0 1,9 0 141,1 0 0,6 0 0,9 0-46,-1 0 0,0 5 0,1 0 0,1-2-34,3-1 1,-3-2 0,3 0 0,-3 0-88,-2 0 0,1 0 0,-1 0-49,1 0 1,-3-2 0,0-1-70,-3-2 0,-1-1 153,2 1 1,-5 3 0,-10-4 53,-5 0 1,2 4 0,-1-3 0,-3 4 134,0 1 0,-3 0 1,1 0-1,-1 0 12,1 0 0,0 4 1,1 3-108,3 1 1,-1-4-1,6 6-103,2 1 1,1-3 0,2 2-140,0 1 1,2 0 0,3 0 0,4-1 90,4 1 0,-2-4 1,2-3-1,3-2 132,0-2 0,0 0 0,-1 0 0,-1 0 0,0 0 0,1 0 0,-1 0 0,0-2 0,1-2 0,-1-4 0,-1-7-70,-3 1 0,1 4 0,-5 1 311,2-3 1,-5 4 61,2-1 0,-5 1-148,-5-2 1,-3 5-1,-6 10-39,0 5 1,1-2 0,2 1 0,3 3 44,1 0 0,-2 3-42,4-1 1,0 1 100,5-1 1,2-1-185,2-4 0,0-2 0,5-7-87,2 0 0,2-2 1,0-3-1,-2-3-52,-1 0 1,-2-4-1,3 2 1,-3-4-52,-2-6 1,1 4 0,-4-3 0,2 2 57,-2-2 1,-1 1 0,-2-6 0,0-2 35,0-1 1,0 3 0,0 0 0,0-1 11,0-3 1,0 0-1,0-1 1,1 0 27,4 0 1,-2 1-1,5 0 1,0 4 55,0 5 0,2 5-9,4 4 0,-6 7 1,-3 11-1,-3 8 176,-2 5 0,-2 4 0,-1 9 0,-2 3-24,2 0 1,1 2 0,2-3-1,0 0-58,0 4 0,2-3 1,3 0-1,6-2-117,6-3 1,1 3 0,6 0-1,3 1-234,5-1 0,-2-2 230,4-4 0,1-8 0,5 0 0,2 1 0,1 0 0</inkml:trace>
  <inkml:trace contextRef="#ctx0" brushRef="#br3" timeOffset="584">16947 16777 8531,'-9'0'0,"-1"1"-477,-1 4 1,3-3 0,0 4-1,0 0 408,0 4 0,3 3 0,-3 1 176,2 1 1,1-1 0,5 0 0,0 1-100,0-1 1,0 1 0,2-1-5,3 0 0,-2-1 0,6-3-6,3-6 1,0-2 0,3-2-17,-1 0 0,0 0 1,-1-2-1,-2-1 4,-1-1 1,-5-6-1,3 4 1,0-1-1,0 1 1,-3-4 0,3 4 0,-2-2 14,-3-3 1,4 3 52,-3-2 0,1 0 117,-5-4 1,0 4 1,0 1 83,0 6-62,0-4 0,0 18-157,0 4 0,0 2 0,0-2 0,0-1-24,0 1 1,2-1-1,1 0-29,2 1 0,6-1 1,-1 0-15,2 1 0,3-7 0,-1-3 0,1-4 20,-1-1 0,0 0 1,1 0-1,-1-1-39,0-4 1,-1 2 0,-2-7 0,-3-1-13,-1-2 1,-1-1 0,-3-1 41,2 1 0,0 0 1,-5-1-42,0 1 1,0-1-102,0 1 0,-2 6-248,-2 3 1,2 5 408,-3 5 0,4 35 0,1 14 0</inkml:trace>
  <inkml:trace contextRef="#ctx0" brushRef="#br3" timeOffset="585">17379 16964 8504,'-14'0'-400,"-1"0"1,1 0 321,0 0 0,4 0 0,2 1 0,0 3 263,0 0 1,5 7-205,-2-1 0,3-2 6,2 2 0,7-2 0,2 1 0,4-4-36,2-3 0,-1-2 0,0 0 1,1 0-29,-1 0 0,5-5 0,0-2 1,-1 1 8,-2 0 1,-6-1 0,-1 2 31,2-4 0,1-4 114,-3-1 1,-4-1 29,-10 1 0,-3 6 1,-6 3-1,-1 4-90,1 1 1,0 0 0,-1 0-1,1 0-28,-1 0 1,6 1 0,1 4-242,2 5 1,-4-2 0,5 1-444,2 2 694,1 2 0,53 1 0,13 1 0</inkml:trace>
  <inkml:trace contextRef="#ctx0" brushRef="#br3" timeOffset="586">17581 16935 8485,'8'-6'-274,"-4"-4"1,-2 2 79,-2-2 285,0 7 0,5-2 0,1 10-112,2 5 1,-3 3-1,3 1-65,-2 0 1,5 1-73,-1-1 1,3-1 65,1-4 1,-4-2 72,-1-7 0,-4-2 1,3-3 25,-1-4 0,2-4 0,-4-1 1,-2-1 1,-1 6-1,-1 1 1,3 0-228,0 0 1,1 3-572,-5-5 790,0 7 0,26 16 0,6 11 0</inkml:trace>
  <inkml:trace contextRef="#ctx0" brushRef="#br3" timeOffset="587">17897 16892 8485,'-10'0'-1300,"1"0"1300,-2 0 1,-2 1-1,0 4 172,3 5 0,-2 3 1,4 1-1,0 0-68,3 1 1,-1-6-1,1 1 1,2 1-99,1 2 0,2 1 0,2-1 49,2-3 1,0-4 0,5-6 0,2 0-78,2 0 1,1 0 0,1-2 0,-1-2-79,1-6 1,-1-3 0,0-1 0,-1-1-78,-3 1 1,1 0 0,-5-1 0,2-1 51,4-3 1,-6 3 0,-1-5 0,-4 2 40,-1 0 0,5-7 0,0 2 1,-2-1 54,-1 1 0,-7-3 1,0 3-1,2-3 64,1-2 1,-2 5 0,-1 0 0,2 0 20,1 1 0,-3 3 0,0 5 86,2 1 0,0 8 1,0 6 14,-2 7 1,-1 8-1,2 4 1,0 5-11,0 3 1,-2 2-1,1 0 1,2 0-111,1-1 1,2 6 0,0-1 0,2-1-94,3-1 1,3-2 0,6-1 0,2 0-816,3-4 871,4 3 0,21-20 0,11-5 0,3 5 0,1-1 0</inkml:trace>
  <inkml:trace contextRef="#ctx0" brushRef="#br3" timeOffset="588">18645 16575 8495,'0'-9'-664,"0"-1"-13,0-1 1,0 3 956,0-2-140,0 7 1,2-3-50,3 6 0,-4 6 0,4 4-67,-3 2 1,2 3 0,1-1-38,-2 1 0,4-1 0,-2 0 0,-1 1-188,3-1 1,-4 1 0,5-1-58,-2 0 258,5 1 0,-3-1 0,7 0 0</inkml:trace>
  <inkml:trace contextRef="#ctx0" brushRef="#br3" timeOffset="589">18875 16546 7800,'-8'2'-471,"4"3"0,2-2 1,2 7 476,0 1 0,5 2 0,1 1 0,1 0-234,-1 1 0,0-1 228,-1 1 0,-3-7 0,4-2 0</inkml:trace>
  <inkml:trace contextRef="#ctx0" brushRef="#br3" timeOffset="590">19134 16748 8475,'-14'-7'-253,"4"4"-1127,1-6 1810,6-1 0,-4 1-207,7-1 1,2 7 0,3-2-197,4 3 1,4 2 0,0-1 0,-2-2-25,-2-2 1,-4 0 0,5 5-78,1 0 1,-3 0 35,2 0 1,-7 6 0,2 4 54,-4 3 1,-1-4-1,0 3 1,0 2-1,0 3 0,0 7 0,0-3 0,0 2-14,0 2 1,0 2 0,0 2-1,0-2-20,0-3 0,-5 3 1,1-3-1,0 2-16,3-2 0,1-3 1,0-7 29,0 1 1,0-6 0,-2-1 21,-3-1 0,2-3 1,-6-4-1,-3 0-2,0 0 1,-3 0-1,1-1 1,0-2 9,-1-2 0,-4 0 1,0 3-1,1-1-26,2-2 0,2 1 0,-1 2 0,1-1-105,0-2 0,-1 0 0,2 4-246,4-4 1,2 2 66,7-7 1,7 7 282,2-2 0,-2-3 0,-1 0 0</inkml:trace>
  <inkml:trace contextRef="#ctx0" brushRef="#br3" timeOffset="591">19408 16618 8426,'-8'-14'-915,"-5"0"792,11 6 1,-4 3-1,7 8 78,4 2 1,-3 6 0,3-1-24,-4 2 1,-1 3 0,0-1-47,0 1 1,0-1 0,0 0-349,0 1 462,0-1 0,13-6 0,3-2 0</inkml:trace>
  <inkml:trace contextRef="#ctx0" brushRef="#br3" timeOffset="592">19552 16561 8025,'-13'1'-149,"3"4"1,-1-2-1,6 7 1,2 1 78,1 2 0,2 1 0,0 1 0,0-1 70,0 1 0,7 25 0,1 6 0</inkml:trace>
  <inkml:trace contextRef="#ctx0" brushRef="#br3" timeOffset="593">19983 16949 8809,'-8'-6'-1847,"2"4"1789,6-4 2,0 6 0,1 5-41,4 0 1,-2 4 0,5-2-32,-1 1 69,-2-5 0,-1 5 68,1-4 1,6-8-1,-3 2 1</inkml:trace>
  <inkml:trace contextRef="#ctx0" brushRef="#br3" timeOffset="594">20012 16978 9527,'0'-9'-892,"0"-1"0,0 0 614,0-4 0,1 4 687,4 1-296,-3-1 0,4 1 0,-4 1 55,3 1 0,-4 1 5,4 1 1,-3 2-45,-2-7 1,1 7-38,4-2 1,-3 2 154,2-2-200,-2 4-54,-2-6 1,0 9-13,0 3 0,0 3 1,-2 4-1,-1 0 17,-2-3 1,-4 2 0,2 7 0,1 1-3,0-1 1,-4-2-1,4-2 1,-1 2 8,1 3 1,-4-3-1,6 3 1,0-3-23,3-1 0,-4-6 0,0 1 0,2 1-31,1 2 0,2-3 0,0-1-95,0 2 1,2-4 94,3-2 1,3-4 0,5-2 0,-2-3-4,-2 0 1,1-6 0,4 4 0,-1-2-18,-3-4 0,2 4 0,-2-1 42,3-2 1,1-1 0,-1 1 57,-3 2 1,2 5 47,-2 0 59,-4 2-71,1 2 1,-7 2-1,0 2-63,0 6 1,0-2 0,1 0-79,4-2 1,-2-1 57,7-5 1,0 0 0,4 0-16,0 0 0,1-1 0,-1-3-25,0 0 1,1-8 0,-1 3 14,1-4 0,-1-1 1,-1-1-1,-4 1 13,-4-1 0,-2 3 1,1 1 8,0 1 0,0 2-73,-9-2 0,-3 4-54,-7 6 1,3 2 0,2 2-371,5 6 491,4 3 0,13 27 0,4 6 0</inkml:trace>
  <inkml:trace contextRef="#ctx0" brushRef="#br3" timeOffset="595">20458 17050 8545,'-10'-13'-356,"1"4"1,6 1 0,-4 4 649,1 0 1,3-6-68,-7 5-206,7 0 1,-8 7-1,4 1 38,-1 2 1,3 6 0,-3-1 0,0 3-33,0 1 0,5 0 0,-3 1 0,1-1-22,0 1 0,-4-1 0,4 0-37,2 1 0,-4-1-52,2 1 1,2-7-17,8-4 1,3-2-1,6-2 1,1-2 2,-1-2 0,1-3 0,-1-4 0,0 1 2,1-1 0,-2-2 0,-2-1 1,-2 0 40,2-1 1,2 6 0,2-1 87,-1-1 1,-4 0 113,-1 1-111,-6 4 1,2 7 0,-8 4-7,-2 5 1,0-2 0,4 1-23,-4 2 1,3 2 0,-4 2-145,0-1 1,4 0-56,-3 1 0,4-1 1,2-1 189,4-3 0,22-17 1,12-9-1</inkml:trace>
  <inkml:trace contextRef="#ctx0" brushRef="#br3" timeOffset="596">20702 17036 9527,'0'-15'-291,"0"1"70,0-1 1,-4 1 30,-1 0 1,0 4 244,5 1 1,0 7 6,0 2 1,0 6-97,0 9 0,2-1 0,1 0-25,2 1 1,4-1 0,-2 1 0,-1-1-11,0 0 0,4-4 0,-5 0 49,-2 1 0,0-3 1,0 1 23,2 3 0,0-4 0,-7 1 24,-2 2 1,0-4 0,-5-2 0,-2-2 2,-2 2 1,-2-4 0,1 4 0,0-3-149,-1-2 1,6 0-1,-1 0-319,-1 0 1,6 0 465,5 0 0,77-32 0,-26 12 0,0 0 0</inkml:trace>
  <inkml:trace contextRef="#ctx0" brushRef="#br3" timeOffset="597">21134 17007 9527,'0'-15'-2062,"0"1"2195,0 0 260,0 6-214,0 1 1,0 9-1,0 3-60,0 4 0,-5 4 0,0 1 1,1 1-86,-3-1 1,4-4-1,-5-1 1,2 3-93,3 0 1,-4 3-1,1-1-177,-2 1 0,3-1 0,-3 0-395,2 1 1,1-1-355,5 1 978,0-7 0,0-2 1,0-6-1</inkml:trace>
  <inkml:trace contextRef="#ctx0" brushRef="#br3" timeOffset="598">21177 16863 8485,'-1'-10'-83,"-3"1"-42,0-2 0,-6 3-118,5-2 1,-1 7 0,3 0 194,-2 6 1,0 0 0,5 7-1,0 1 4,0 2 1,0 1 0,0 0 0,0 2-13,0 4 56,0-4 0,19 36 0,5 3 0</inkml:trace>
  <inkml:trace contextRef="#ctx0" brushRef="#br3" timeOffset="599">21307 17021 8485,'-8'-6'-175,"0"4"1,5-4-394,-2-1 726,0 6 1,5-4-66,0 10 1,-2 3 0,-1 6-124,-2 1 1,1-1-1,4 0-27,0 1 0,0-6 0,0 1 213,0 1-89,0-4 1,1-1-58,4-6 0,-2 0 0,5-2-38,-1-2 1,-1 0 0,-3-5 0,4-1-136,1 2 0,1-5 2,5 4 1,-4-2 94,0 1 66,-1-3 1,1 12 0,-2-3 27,-2 8 1,-1 4 0,-5 6-39,0 0 1,0 1 0,0-1-102,0 1 1,2-3 0,1 0-1,2-3-190,-2 2 0,3-3 0,1 0 301,1-1 0,14-9 0,8-6 0</inkml:trace>
  <inkml:trace contextRef="#ctx0" brushRef="#br3" timeOffset="600">21580 17021 8485,'0'-14'-136,"0"-1"1,0 1-665,0 0 1,0-1 1098,0 1 0,0 4-57,0 1 0,0 7-153,0 2 1,-2 5-1,-1 6 1,-2-1-40,2 1 1,2 2-1,1 1 1,-2 0-72,-3 1 1,4-1 0,-4 1-17,3-1 1,2 0-1,0 1 7,0-1 0,2-4 0,1-1 3,2 3 1,0-4 2,-5 1 1,-2 1 14,-3 4 0,-3-4 0,-6-2 0,0-2-34,-1-3 1,1-1-1,1 0 1,2 1-162,1 2 0,1-1-590,-6-4 266,7 0 528,2 0 0,29-20 0,18-11 0,-1-1 0,0 0 0</inkml:trace>
  <inkml:trace contextRef="#ctx0" brushRef="#br3" timeOffset="601">21839 16820 8485,'-5'-10'-267,"-1"2"254,-2 2 1,3 1 45,-5 5 1,7 2 0,-2 2-1,4 6 49,1 3 1,0 3 0,0 1 0,0 3-126,0-3 0,0 4 1,0 0-1,0 0-29,0-1 0,0 4 0,0-3 0,0 1 0,0 4 0,0-4 0,0 2 1,0 0-106,0-1 0,-5-2 1,0-7-1,2 0 1,1 1 1,-2-1 0,-1 0-418,2 1 593,-5-7 0,0 5 0,-7-5 0</inkml:trace>
  <inkml:trace contextRef="#ctx0" brushRef="#br3" timeOffset="602">21724 17079 8421,'0'-10'-84,"-2"2"0,-1 0-860,-2 0 1035,1 5 0,10-8-43,4 6 1,2 0-1,3 5 1,-1 0-115,0 0 0,1 2 0,-1 1 0,1 2-163,-1-2 1,0 3-1,1-1 229,-1-2 0,26 5 0,7 0 0</inkml:trace>
  <inkml:trace contextRef="#ctx0" brushRef="#br3" timeOffset="603">21954 17079 8421,'-9'0'0,"-1"0"-793,-1 0 438,4 0 503,1 0 0,8 0 0,2 0-145,6 0 0,3 0 0,3 0-56,3 0 0,-3 0 0,3-2 20,-3-3 0,-2 4 0,1-4 0,-1 2-266,1-2 1,-6 2 229,1-7 1,-5 7-1,3-3 79,-2-1 0,-3 6 0,-8-4 0,-4 3 79,-4 2 1,3 0-1,1 0 1,-2 0 90,-2 0 1,-2 0 0,1 2-75,0 3 0,-1 1 0,2 5-102,4-1 0,1-2 1,5 3-1,-2-1-73,2 1 1,1-3 0,4 1-118,3 3 0,-2 0 0,6 1 0,2-2 1,2-1 0,-3-2 1,-1 3 184,3-1 0,39-20 0,11 1 0</inkml:trace>
  <inkml:trace contextRef="#ctx0" brushRef="#br3" timeOffset="604">22256 17122 8062,'0'-10'-897,"0"1"1,0 4 934,0-5 20,0 7-3,0-3 1,2 6 273,3 0-183,-4 0 1,7-2 83,-3-3-174,-3 4-144,4-6 57,-6 7 1,-6 0 44,-4 0 0,2 0 0,-2 0 34,-1 0 0,-2 2 41,-1 3 1,0 3 16,-1 6 0,3 1-112,2-1 1,4 0-37,6 1 0,0-6-28,0 1 1,6-7 0,4 2-4,2-3 0,-2-2 0,-1 0 0,1-2 41,-2-3 0,3 2 1,-4-7 28,1-1 1,-4 3 0,4-1 35,-1-3 1,-1 4 21,-1-1 0,-3 4 82,2-5-77,-2 7 1,-2 3-59,0 10 1,0-2-1,0 1-130,0 3 0,0 0 1,0 3-115,0-1 0,0 1 1,2-1 241,2 0 0,17 7 0,10 1 0</inkml:trace>
  <inkml:trace contextRef="#ctx0" brushRef="#br3" timeOffset="605">22515 17122 8421,'-8'-6'0,"0"2"-183,3-5 0,-1 4 1,-5-3 101,1 2 1,5 1 0,-3 6 105,2 4 0,-4-2 0,6 7 0,0 1 21,3 2 1,-4-3 0,0-1-132,2 2 1,2 2 82,1 2 1,1-3 51,4-2 0,3-4-36,6-6 1,1-1-1,-3-4 1,0-3 19,-3 0 1,-4-5 0,3 4 0,-2-6-75,-2-4 0,2 3 0,-1-3 0,-2 1-50,-1-1 1,-2 1 0,0-6-1,0 0 90,0 2 1,0-5 0,0 5-1,0-2 12,0 0 0,-2 1 0,-1-2 1,-2 2 62,2 2 0,1 7 1,2 4 25,0-1 0,0 6 0,0 5-3,0 8 0,0 12 0,0 2 0,0 2-53,0 0 0,0 0 1,0 5-1,2 1-90,3 4 0,-2-4 1,6 4-1,3-4-100,0-1 0,3 0 1,1-1 144,3 1 0,19-16 0,10-3 0,7 0 0,-1 0 0</inkml:trace>
  <inkml:trace contextRef="#ctx0" brushRef="#br3" timeOffset="606">23091 16863 8691,'0'-19'0,"0"0"-82,0 1 0,0 2 1,0 2-167,0-1 0,0 6 316,0-1 0,4 8 1,1 2 19,-2 8 0,1 5 1,-1 2-1,2 1-48,-2 3 1,-2 0 0,-1 8 0,0 4-51,0-1 0,-1 0 0,-2-1 0,-4 1-40,-1 4 1,5-4 0,-3 4 0,1-4-58,0-1 1,-4 2 0,2 0 0,-1 3-55,-3-2 0,3-8 1,0-3-1,2-2-182,2 0 1,3-4 343,1-6 1,19-63-1,5-12 1</inkml:trace>
  <inkml:trace contextRef="#ctx0" brushRef="#br3" timeOffset="607">23148 16992 8939,'0'-14'-490,"5"0"1,1-1-63,2 1 1,2 1 0,4 2 680,1 1 0,-1 7 0,1-2 147,-1 4 0,0 2 0,1 4-241,-1 5 1,-4 3 0,-2 1-53,-2 0 0,-1-4 1,-5 0-1,0 1 19,0 1 1,-2-2 0,-3 0-51,-4 1 1,-4 0 0,-1 0 31,-1-1 1,1-5 0,0 3-80,-1-2 0,6 4-198,-1-6 1,2 3 292,-2-2 1,55-36-1,19-2 1</inkml:trace>
  <inkml:trace contextRef="#ctx0" brushRef="#br3" timeOffset="608">23450 16992 8939,'0'-8'-840,"0"2"0,0 17 855,0 4 1,0 2-1,0-2-16,0-1 0,0 0-121,0 1 52,0-1 66,0-6 0,7-3 4,2-10 0,-1-1 0,0-5 0,0 1-7,0-1 0,-3 0 1,5-1-1,-1 3-16,-1-2 0,3 3 0,-4 0 1,-1 0-85,1 0 1,4 3 64,-2-5 313,4 7-203,2-3 0,-7 7 0,-2 3 54,0 0 1,-4 3 0,4-4-16,1 2 0,-4-1-91,7-4 1,-6 0-31,6 0 0,0 0 0,4 0 1,-4 0 0,-1 0-49,2 0 0,-3-4 18,2-1 24,-7-6 0,2 4 29,-10-2 1,2 2-1,-7 7 44,-1 0 0,3 2 0,-1 1 55,-3 2 1,6 6-86,1-1 0,4 2-94,1 3 1,0-1 0,0 1-185,0-1 0,6-4 0,4-1 53,2 2 1,3 1 0,-1-3 201,0-4 0,20-3 0,4-2 0</inkml:trace>
  <inkml:trace contextRef="#ctx0" brushRef="#br3" timeOffset="609">23896 17036 8532,'0'-15'-330,"0"1"1,-1 1 166,-4 3 1,2 4 211,-7 6 1,5 5-1,-4 1 1,-1 2 12,2 3 1,0 2-1,5 2-30,-2-1 0,0 0 0,5 1 6,0-1 1,0-4 58,0-1 0,2-5-117,3 0 1,3-2 0,5-4-26,-4-2 1,4-4 0,-5-7-18,0 1 1,3-1-1,-4 1 1,-1 0-80,0-1 1,1-1 0,-4-1 0,2-4 44,-2-1 1,-1-1 0,-1-2-1,2 1 58,2-2 1,0-1-1,-5-2 1,0 0 15,0 0 0,0 1 0,0-1 0,0 0 12,0 0 0,5 2 0,-1 2 0,0 2 82,-3 2 1,-1 7-20,0 4 1,0 9 0,0 1 0,0 9 13,0 9 0,-1 0 0,-3 6 1,0 1-41,0 2 1,3 2 0,-1 0 0,-1 0-17,-2-1 0,1 1 1,4 0-1,0 1-26,0 4 0,0-4 1,0 4-1,0-4-84,0-1 0,1 0 1,4-2-1,3-3-28,0-5 1,5-4 0,-4-4-1,4-3 19,1-2 1,1-1-1,-1-5 1,1 0 107,-1 0 0,0-6 0,1-28 0,-1-12 0</inkml:trace>
  <inkml:trace contextRef="#ctx0" brushRef="#br3" timeOffset="610">24127 17021 8167,'-15'0'-440,"2"2"0,4 3 418,4 4 1,-1-1-1,1 2-30,2 1 1,1 2 0,2 1-167,0 1 0,0-6 218,0 1 0,13-13 0,3 1 0</inkml:trace>
  <inkml:trace contextRef="#ctx0" brushRef="#br3" timeOffset="611">24170 16892 8532,'-2'13'0,"-1"-2"0,-2-2 0,0 39 0,5 15 0</inkml:trace>
  <inkml:trace contextRef="#ctx0" brushRef="#br3" timeOffset="612">24328 17036 7768,'-6'-8'248,"-4"3"1,2 5-1,-2 5-263,-1 4 1,5 4 0,-1 1-1,1 1 1,4-1 0,-2 1-1,2-1-11,2 0 0,0-4 0,2 0 1,2-1-72,6-1 1,-2 0 0,2-5-1,2 2-197,6-2 1,-2-1 0,3-2-1,-3 0-543,-1 0 837,5-6 0,15-47 0,-12 18 0,-1-1 0</inkml:trace>
  <inkml:trace contextRef="#ctx0" brushRef="#br3" timeOffset="613">24544 16805 8505,'0'-14'-312,"1"1"1,3 2-952,0 1 1375,1 7 0,-5 3 0,-1 10 0,-3 3 62,0 1 0,-1 5 0,3 2 0,-1 1-148,-2 4 1,0-4-1,5 2 1,-1 2-59,-4 1 1,3-3 0,-2 0-1,2 2-15,2 1 0,-5 2 0,0-1 1,2 0-219,2-4 1,1 1 0,0-6 0,0-1 264,0-2 0,0-40 0,0-10 0</inkml:trace>
  <inkml:trace contextRef="#ctx0" brushRef="#br3" timeOffset="614">24486 17064 8505,'7'-8'-1434,"-6"-4"1447,4 2 1,3 2 0,2 0-109,2 2 1,3 1-1,-1 5 79,1 0 1,-1 5 15,0-1 0,20 20 0,4 0 0</inkml:trace>
  <inkml:trace contextRef="#ctx0" brushRef="#br3" timeOffset="615">24673 17108 8505,'-13'-2'-124,"4"-3"1,-2 2-378,6-7 581,0 7 1,7-3-1,2 6-82,6 0 1,3 0 0,1 0-36,1 0 0,-6-2 0,1-1 38,1-2 1,2-1-94,1 1 0,-6 2 0,-1-5 102,-1 1 0,-4 1 0,1 3 52,-6-2 0,-1 0 1,-5 5-9,-2 0 1,-2 0 0,0 2-24,3 3 1,-1-2 0,5 6-60,-2 3 1,5 0-1,-2 3-142,3-1 0,2 1 0,0-1 0,0 0-74,0 1 0,2-6 0,1 1 1,3 0 243,2-2 0,-4 4 0,47-23 0,5 2 0</inkml:trace>
  <inkml:trace contextRef="#ctx0" brushRef="#br3" timeOffset="616">24875 17122 7778,'0'-14'-468,"0"-1"1,0 6 0,0-1 564,0-1 1,0 3 125,0-2 1,-2 7-101,-3-2 1,-1 10 0,-5 3-1,3 2-29,1-1 0,-2 1 0,4 4-32,2 1 0,-4-1 0,3 0 22,0 1 0,3-6-14,1 1 1,1-7-81,4 2 0,3-3-39,6-2 1,1-5-1,-2-2 1,-2-1-107,-2-3 0,-1-2 0,4-1 0,-4 0 20,-2-1 1,4-1-1,-6-1 1,1-4 36,2-2 1,-6 1-1,4-3 1,-3 1 66,-2-2 0,0-6 1,0-2-1,0 2 38,0 2 1,0 0 0,0-2-1,0-2 19,0 2 1,0-1 0,0 2 0,0 6 60,0 2 0,0 4 24,0 5 0,-5 12 0,0 7 0,0 8 62,-1 6 0,3 3 1,-5 7-1,1 0-14,4 0 0,-3 1 1,1 2-1,2 1-185,1-1 1,2 4-1,0-1 1,0 0-45,0 0 0,2 4 1,1-4-1,3 0-199,2 0 1,2 3-1,6-6 1,1-3-507,3-3 775,5-9 0,49-28 0,-28-2 0,0 1 0</inkml:trace>
  <inkml:trace contextRef="#ctx0" brushRef="#br3" timeOffset="617">25580 17079 8505,'-13'-15'-97,"3"1"1,2 0-404,3-1 0,4 1 666,-4-1 1,-1 6-1,-1 1-60,-1 2 1,3 1 0,-4 5-107,-2 0 0,3 1 0,-2 3 0,-1 2 56,-2 2 0,-1 0 0,-1 3 0,1-1-5,0 1 0,4 2 0,0 1 0,1 0-57,1 1 1,-3-6 0,4 1 0,1 1 0,-1 2 0,3-3 1,2-2-1,-1 0-12,-2 0 0,2-5-44,8 2 1,3-4-1,6-1 4,0 0 1,1-1-1,-1-3 1,1-2-17,-1-2 1,0 0 0,1-3 0,-1 1-10,1-1 0,-3 3 1,-1 0-1,-1 0 2,1 0 0,-3 5 0,0-4 131,-1 1-17,4 4 1,-10 2-51,4 10 0,-3 3 0,-2 1-128,0 1 0,0-1 0,0 0-2,0 1 1,0-1 0,0 1-1,1-3 146,4-2 0,-3 3 0,43-24 0,3 1 0</inkml:trace>
  <inkml:trace contextRef="#ctx0" brushRef="#br3" timeOffset="618">25738 17064 8500,'0'-14'-268,"0"0"0,0-1 1,0 1 160,0-1 0,-2 6 423,-3-1-216,4 7 1,-6-2 0,7 10-23,0 5 1,2 2 0,1 3-1,2-1-55,-2 1 0,4-1 1,-3 0 22,0 1 1,2-1 0,-1 1 26,-2-1 1,-1 0 0,-2 1-58,0-1 1,-2 1 0,-3-1-178,-4 0 0,-6 1 0,-2-1 161,-2 0 0,-45 7 0,-7 2 0</inkml:trace>
  <inkml:trace contextRef="#ctx0" brushRef="#br3" timeOffset="619">26213 16748 11339,'-7'8'-780,"6"5"-555,-4-4 1,3 4 790,2 1 551,7-6 1,20-1 0,11-7 0</inkml:trace>
  <inkml:trace contextRef="#ctx0" brushRef="#br3" timeOffset="620">26371 16676 8205,'-2'-10'-1679,"-3"1"1888,4-1 1,-5-4 35,6-1 0,-2 7 27,-3 4-242,4 2 0,-11 4-37,8 2 0,-6 0 0,5 5 1,2 2-24,1 2 0,1 2 1,-2-1-1,-2 0-40,2 1 1,1-1-1,2 0 1,0 2-57,0 4 0,0-4 1,0 3-1,0-3-189,0-2 315,0 7 1,19 1 0,5 7 0</inkml:trace>
  <inkml:trace contextRef="#ctx0" brushRef="#br3" timeOffset="621">26472 16690 8897,'0'-8'-870,"-2"2"0,-1 8 975,-2 2 0,0 4 0,5 7 1,0-1-48,0 0 1,0 2 0,0 2-1,2 1-173,3-1 0,-4 3 110,4-2 0,3 0 1,0-5-1</inkml:trace>
  <inkml:trace contextRef="#ctx0" brushRef="#br3" timeOffset="622">26702 16935 9653,'0'-14'-196,"1"1"0,3 2-369,0 1 1,3 0 353,-2-4 0,1 0 0,5 1 420,-1 3 1,-5-1 0,3 5-87,-2-2-51,5 4 1,-9 0 8,3 8 1,-4 6 0,-2 8-62,-4 1 0,-3 0 1,-7-3-1,1 2 2,0 1 0,-1 5 0,1-3 0,-2-1-21,-3 1 0,3 0 0,-4-2 0,3 3-21,-2 1 0,3-2 0,-3-7 1,4 0 1,6 1 0,-4-1-35,3 1 32,4-7 0,6-2 0,9-6 0,4 0 9,2 0 1,4 0 0,0-2 0,-2-1-37,-1-2 1,4 1 0,-1 4 0,-2 0-58,-1 0 1,-1 0-1,-1 0-35,1 0 0,-1 0 0,0 0-8,1 0 1,-1 0 0,0 0 42,1 0 1,-6 0 0,1-2 152,1-3-33,2 4 1,14-31 0,4 0 0</inkml:trace>
  <inkml:trace contextRef="#ctx0" brushRef="#br3" timeOffset="623">27004 17021 9653,'-2'-8'-652,"-2"3"1,0 4 746,-5 1 0,1 1 1,-2 4-1,4 3-121,-1 0 1,6 5-1,-4-3 1,2 2 71,-2 3 1,3-6 0,-2 1 0,2 1-153,2 2 0,-2-3 1,-1-1-453,-2 2 1,1-3 559,4 2 0,19-45 0,5-7 1</inkml:trace>
  <inkml:trace contextRef="#ctx0" brushRef="#br3" timeOffset="624">27061 16805 8725,'-1'-12'0,"-2"0"-714,-2 3 0,-2 4 567,3-5 0,-4 9 179,-7 1 1,7 6 0,4 9-1,2-1-105,2 0 0,0 1 0,0 1 60,0 3 0,13 29 0,3 13 0</inkml:trace>
  <inkml:trace contextRef="#ctx0" brushRef="#br3" timeOffset="625">27248 16892 9399,'-6'-8'-840,"3"1"1,-5 9 950,2 3 1,-4 3-1,5 6 1,2 1-51,1-1 1,-2 5-1,-1 0 1,2 0-61,1 2 1,2-3-1,-2 4 1,-1-1 6,-2-3 0,-1 2 1,3 0-1,-2-3-19,2-1 0,0-3 0,-1-2 1,0-1-101,0 1 1,-2-3-188,1 1 1,-1-1-1,3 4 294,-2-3 1,6-25 0,7-1 0</inkml:trace>
  <inkml:trace contextRef="#ctx0" brushRef="#br3" timeOffset="626">27421 17007 8532,'0'-15'-715,"0"1"0,0 0 719,0-1 162,0 7 0,-5 8 1,-1 10-79,-2 3 0,-2 1 0,-2 0 1,0 1-104,3-1 1,-1 1-1,-4 1 1,-1 1 5,1 2 1,0-4-1,-1-6 1,1 3-7,-1 0 1,1 1-1,1-2-31,4-1 118,-4-7 1,11 2-1,-2-10-84,2-4 1,8-3-1,2 1 1,2 3-10,0 2 1,-1-4-1,5 4 1,1-1-50,-1 1 0,1 0 0,-1 2 21,0 0 1,-4-1 64,0 5 0,-2 1 1,3 3-9,-2 0 1,-5 8-1,0-3-15,-2 4 0,0 0 1,1-2-1,2-1-47,-2 1 1,3 2-1,1-1-63,1-2 0,-4 1 0,6-5 0,1 1-52,2-1 0,0 1 1,-2-4 169,-2 2 0,20-20 0,10-9 0</inkml:trace>
  <inkml:trace contextRef="#ctx0" brushRef="#br3" timeOffset="627">27551 17151 9115,'-8'-7'-2066,"-5"-1"2055,3-6 1,4 4 708,1 1-507,3 6-128,2-4 1,7 7 0,2 0-1,4 0 0,-3 0 0,-1 0-60,3 0 0,0 0 1,1-1-10,-3-4 1,3 3 35,-4-3 0,-1-1-24,2 1 0,-7-1-12,2 1 1,-5 3-1,-5-2 1,-5 2 41,-2 2 1,2 0 0,0 2 0,-1 1 35,-2 2 0,4 4 0,-1-2 0,1 1-41,1 3 0,1-3 0,7 1-35,0 3 0,0 0 1,0 3-1,0-1-56,0 1 0,7-6 1,2-1-1,4 0-85,1 0 1,2 0-1,2 2 1,1-4-289,-1 0 0,-2-4 0,0 3 446,3-4 0,10-13 1,7-4-1</inkml:trace>
  <inkml:trace contextRef="#ctx0" brushRef="#br3" timeOffset="628">27925 16820 9116,'4'-15'-738,"1"1"618,0 0 0,-5 7 0,-2 7 14,-2 8 0,2 5 0,-3 1 1,2 1 55,-2-1 0,4 1 0,-4-1 0,3 0-29,2 1 1,-5-1 0,1 1 0,0-1-562,3 0 633,-5-6 0,17 5 1,-2-5-1</inkml:trace>
  <inkml:trace contextRef="#ctx0" brushRef="#br3" timeOffset="629">28069 16834 8356,'0'-6'-716,"0"6"0,0 6 713,0 9 1,0 37-1,0 11 1</inkml:trace>
  <inkml:trace contextRef="#ctx0" brushRef="#br3" timeOffset="630">28773 16820 8559,'15'-15'-297,"-1"1"1,-4 0 0,-2-1 0,0 2 126,0 4 0,-3-2 0,3 4 615,-2-1-255,-1 5 1,-5-2 0,0 10-70,0 5 1,-5 2 0,-1 4-1,-1 2-64,1 1 0,-4 5 1,4-3-1,-2 1-54,-3 4 1,3 1 0,0 2-1,0 0-18,0-1 1,3 1 0,-5-2 0,1-1-103,1-2 1,-3-2 0,6 4 0,0-4-114,-1-1 0,4-2 0,-3-4 0,4-1-510,1 0 740,-7-6 0,12-40 0,-3-15 0</inkml:trace>
  <inkml:trace contextRef="#ctx0" brushRef="#br3" timeOffset="631">28543 16964 7949,'-9'-15'0,"1"1"-457,1 0 1,3 4 761,4 0 1,1 7-259,4-2 0,3 9 0,6 2 0,1 2-44,-1 3 0,0-3 1,2 0-1,2 0-19,1 0 0,5-3 0,-5 3 0,1-2 5,0-3 0,-2-1 1,6-2-1,0 0-29,-2 0 1,-1 0 0,-7 0 0,2-2-55,4-2 0,-4-4 0,3-7 66,-3 1 1,-8 0-1,-3-1 1,-4 1 20,-1-1 1,0 1 0,0 0 10,0-1 0,-1 1 8,-4-1 0,-3 7 0,-5 5-3,3 6 1,-1 5 0,5 7 0,-2-1 12,-3 1 1,4-1 0,1 2 0,1 2-22,0 1 1,-4 5 0,2-3 0,1 1-19,-1 3 0,-2-2 0,4-1 1,0 1-90,-1-1 1,4-4 0,-3 1 91,4-3 135,1-8 0,6-3-100,4-10 1,3-3 0,1-7-1,-1 1 0,-4 0 0,4 4 0,-3 0 0,3-1-34,1-2 1,0 4-1,1 1-4,-1 1 0,-1 1 1,-2 3 42,-1-2 1,-5 0-1,2 7 8,0 3 1,-2 3 0,-5 6-28,0 0 1,0 1 0,1-1-39,4 1 0,-3-6 1,2 1-152,-2 1 1,0-3-273,2 2 0,0-2 454,5 1 0,14-34 0,7-15 0</inkml:trace>
  <inkml:trace contextRef="#ctx0" brushRef="#br3" timeOffset="632">29090 17064 7920,'-8'-6'-1317,"-3"3"1352,6-7 1,-5 5 100,6-4 0,0 6-95,9-2 1,-2 3-1,7 2-51,1 0 1,2 0 0,0-1 0,-2-3-3,-1 0 1,-6-1-1,6 5 0,1 0 1,-4-2 152,-3-3-20,-2 4 1,-8-4 0,-4 8-34,-3 2 0,0 6 0,2-3 1,3 2-46,2-1 0,-4 1 1,4 4-62,-2 1 0,5-1 0,-2 1-140,3-1 0,2 0 0,2 1-125,3-1 1,3-1-1,6-3 1,0-4 282,1 0 0,-1-4 0,33-28 0,7-14 0</inkml:trace>
  <inkml:trace contextRef="#ctx0" brushRef="#br3" timeOffset="633">29263 17064 8548,'0'-9'-686,"0"-1"38,0-1 1,0-2 769,0-1-39,0 6 0,0 3 0,0 10-26,0 4 0,0 4 0,0 2-58,0-1 0,0-4 0,0-1 29,0 2 0,-2 1 0,-1-1 282,-2-2-200,0-5 1,7 2-69,3-6 1,-2 0-1,6-2-43,3-2 1,-4 0-1,1-4 1,2 0-64,2 0 1,2 0 0,-1-1-6,0 4 1,1 3 0,-1 2 38,1 0 1,-1 0 0,-1 2 0,-4 3 11,-4 4 1,1-1 0,-1 2 0,0 1-100,1 2 1,-2 1-1,4 2 1,-2 2-101,-3 1 0,4 0 0,-1-4 217,2-1 0,40-12 0,14-4 0</inkml:trace>
  <inkml:trace contextRef="#ctx0" brushRef="#br3" timeOffset="634">29996 16877 8548,'0'-14'-229,"0"0"0,0 4 235,0 0 0,0 14 1,-1 2 77,-4 10 1,3 0-1,-2 5 1,2 0-84,2 3 1,0-2 0,0 2-1,0 0-94,0-2 1,-2 5 0,-1-4 0,-2 1-47,2 0 1,-3-2-1,1 4 1,0-2 3,-1 1 0,-2-2 0,-7-1 0,1-1-79,0-4 1,4-1-1,0-3 1,-1-2 101,-1-1 1,-1-8 0,2-1 111,1-4 0,5-8 0,-3 0 0,2-7 0,-4-36 0,5-4 0,2 17 86,2 13 1,1 14-1,0 0 1,0-1 48,0 1 0,1 1 0,2 2 1,4 3-12,1 1 0,-3-2 0,4 4 1,2 2-21,2 1 1,2 2 0,0 0 0,3 0-50,1 0 0,2 0 1,-3 0-1,2-1-103,3-4 1,-4 3 0,3-3 0,-1 2 41,-3-2 0,-1 2 0,1-5 1,-1 0-9,-4 0 1,2 0 0,-7-3 0,1 2-1,1-3 1,-2 0 0,1-3 13,-4 1 1,-2-1-16,2 1 1,-5 1-45,0 4 0,-1 2 0,-7 9 0,0 1 67,0 2 1,-2 6 0,-4-1-1,-1 4 21,1 5 1,-1-3-1,1 5 1,0 0-18,-1 3 0,1-2 1,0 2-1,1 0-33,3-2 0,-3 6 1,4-6-1,-2 2-30,1 0 1,4-6-1,6 1 1,0-3 74,0-2 1,1-6 0,4-3 22,5-4 1,2-7 0,3-4 0,-1-2-18,1-3 0,-1 1 0,0 0 0,1-1-16,-1 1 1,0 4-1,1 1-27,-1-3 0,1 4-51,-1-1 40,0 6 1,-6-2 0,-3 10-27,-3 4 0,-2 4 0,0 1-26,0 1 1,0-1 0,1-1-1,3-2-131,0-1 1,3-1 0,-2 6-241,4-1 447,4-6 0,21-14 0,4-10 0</inkml:trace>
  <inkml:trace contextRef="#ctx0" brushRef="#br3" timeOffset="635">30313 17093 8503,'-15'-1'-41,"1"-4"0,5 3 0,1-4 0,0 1-146,0 0-71,4 0 219,-2 5 0,8 5 1,2 0 8,6-2 0,3 4 0,1-3-36,1 0 0,-6-3-121,1-1 102,-1 0 166,-1 0 77,-1 0 0,-14 5-85,-2 0 1,1 6-72,-2-1 1,7-2 0,-2 1-75,3 2 1,2-3 0,2 2-75,3 1 1,-4-3 0,6 0 0,-1 0-82,4 0 0,-2-3 0,1 3 227,3-2 0,13-7 0,6-7 0</inkml:trace>
  <inkml:trace contextRef="#ctx0" brushRef="#br3" timeOffset="636">30414 17122 8503,'0'-14'-409,"0"-1"1,1 2-1,2 2 1,4 3 266,1 2 1,-3-4-1,4 5 398,2 2 1,2 2 0,2 1-81,-1 0 0,0 1 1,1 4-125,-1 5 1,-6 2 0,-2 3-29,1-1 0,-6 1 1,4-1-1,-3 0-80,-2 1 1,0-6-1,0 1 26,0 1 1,-5-3 0,-1 0 6,-2-1 1,3 2-1,-5-4 106,-1-2 1,5-3-68,1-5 0,3-3 0,2-6-40,0 0 0,0 4 0,2 0-43,3-1 1,3 0-1,4 0 1,0 3-58,-3 1 0,1-2 0,4 2 0,1 1 78,-1 0 1,-4 1 0,-1 3-1,2-1 39,2-2 0,-3 0 353,-1 5-50,1 0 1,0 0 178,-1 0-443,-6 0 0,10-1-45,-3-4 1,-2 3-142,1-2 0,1-3 61,4 2 0,-4-4 1,-2 2 38,-2-1 1,-3 5 45,-7-2 1,0 4 0,-5 1 0,-2 0 34,-2 0 0,-2 5 1,1 1-1,0 2 50,-1 3 0,1 0 0,1 1 0,2-3-1,1 2 1,7 2 0,-2 2-67,4-1 1,2 0 0,3 1 0,4-1-117,4 1 0,0-3 1,8 0-1,0-3-101,-1 2 0,5-3 0,-4 0 207,3-1 0,26-9 0,12-6 0</inkml:trace>
  <inkml:trace contextRef="#ctx0" brushRef="#br3" timeOffset="637">31119 17079 8257,'0'-10'-919,"1"2"1217,4 2-120,-3 1 0,4 11 0,-6 4-17,0 3 0,-2 1 1,-1 1-228,-2-1 0,-1 0 0,3 1 1,-2-1-243,2 1 0,-4-1 1,1 0-17,-2 1 1,0-1 323,-2 0 0,-9-12 0,3-4 0</inkml:trace>
  <inkml:trace contextRef="#ctx0" brushRef="#br3" timeOffset="638">31119 16992 8503,'8'-19'-232,"-4"0"0,-2 0 0,-2 5-173,0-1 1,-2 7 328,-2 3 0,-3 5 1,-2 5-1,4 5-12,3 3 0,2 1 0,-1 0 0,-3 2 88,0 3 0,-1 17 0,5 8 0</inkml:trace>
  <inkml:trace contextRef="#ctx0" brushRef="#br3" timeOffset="639">31277 17151 8503,'0'-15'-451,"0"6"384,0-1 1,1 2 0,3-3 139,0 1 0,1 6 239,-5-6-356,0 7 1,0-2 41,0 10 1,-5-2 0,-1 7-19,-2 1 0,5-3 0,-2 1-11,3 3 0,2 0 0,0 3 0,0-1 21,0 1 1,0-6 0,0 1 0,0 1-59,0 2 1,0 1 0,0 0 27,0 1 0,0-6 0,0 1 43,0 1 0,0 2 0,-1 0 2,-4-4 0,2-2 0,-7-6 0,-1 3 10,-2 0 1,-1 1 0,-1-5-111,1 0 1,5 0-505,-1 0 599,7 0 0,33-17 0,23-11 0,3 0 0,0 0 0</inkml:trace>
  <inkml:trace contextRef="#ctx0" brushRef="#br3" timeOffset="640">31838 17180 8503,'-8'-15'-625,"0"6"0,5-1 342,-2-1 1,-5 3-1,4 0 423,-2 1 1,3 3 0,-4 4-7,-3 0 1,0 0 0,-3 0-1,1 1-54,-1 4 1,1 3 0,0 5 0,-1-2 12,1-1 0,-1-1 0,1 6 0,1-1-81,4 0 0,-2 1 0,4-1-11,-1 0 0,5 1-35,-2-1 1,5-1 19,5-3 0,3-4 0,6-6 0,1-2 8,-1-2 0,-1 0 1,-2-5-1,-1-1-14,1 2 0,2-5 1,1 4 5,0-4 1,1 0-1,-2 2 1,-2 2-20,-2-3 0,-1 4 0,4 0 60,-3 2 1,1-4 16,4 6 1,-4-1 0,-2 6-38,-2 4 1,4-2 0,-4 7 0,0 1-126,1 2 0,4 1 118,-1 1 0,41 18 0,11 6 0</inkml:trace>
  <inkml:trace contextRef="#ctx0" brushRef="#br3" timeOffset="641">16746 17626 8545,'0'-15'-322,"-2"7"0,-1 2-956,-2-1 1384,1 6 1,4-4 33,0 10 1,0 3 0,0 6-52,0 1 1,0-1 0,0 0-76,0 1 0,0-1 1,0 1-1,0-1-23,0 0 1,0-4 0,0-1 0,0 3-9,0 0 0,0-2 0,0 0-95,0 1 1,0 2 0,-2 1-257,-3 0 0,4-4 78,-4 0 1,-1-6 289,1 6 0,0-7 0,5 4 0</inkml:trace>
  <inkml:trace contextRef="#ctx0" brushRef="#br3" timeOffset="642">16804 17467 8415,'-5'-14'-106,"-2"0"56,-1-1 0,5 6-17,-2-1 0,4 8 0,1 2-6,0 8 1,0 5 0,0 3 0,1 2-16,4 1 1,-2 2 0,5-4 0,0 4-114,0 1 1,0 1-1,4 2 1,-4-2 200,-2-2 0,12 36 0,-2 5 0</inkml:trace>
  <inkml:trace contextRef="#ctx0" brushRef="#br3" timeOffset="643">16919 17769 7829,'-10'-12'-21,"1"2"1,5 2 116,0 3-95,2 4 1,2 1-99,0 9 0,0-1 68,0 2 0,0-5 0,2 3 99,2-2-40,-2-1 1,11-5-57,-4 0 0,-1-7-29,2-2 1,-1-4 0,6 0 13,-1 4 0,-4-3 1,-1 8 53,1-1 0,3 6-3,-4 4 0,-2-2 0,-6 7-73,4 1 0,-3 2 0,3 1 0,-2 1-122,2-1 0,-4-4 1,4-1-1,-2 3 185,2 0 0,9 3 0,9-1 0</inkml:trace>
  <inkml:trace contextRef="#ctx0" brushRef="#br3" timeOffset="644">17250 17698 8218,'-5'-15'-123,"0"1"0,-6 6 58,1 3 0,2 5 179,-1 5 0,5 3 0,-2 6-77,0 1 0,4-1 1,-3 0-1,4 1-79,1-1 0,0 0 1,0 1-1,0-1-3,0 1 1,0-6-1,1 1 1,2 1-45,2 2 1,2-4-1,-4 1-80,2 1 1,6 0 0,-3 1-110,0-3 0,5-4 0,-4 3 278,4-2 0,-5-1 0,30-37 0,2-8 0</inkml:trace>
  <inkml:trace contextRef="#ctx0" brushRef="#br3" timeOffset="645">17365 17813 8415,'-2'-13'0,"-1"2"-579,-2 1 0,-1 2 542,1-2 0,2-1 176,-7 6 0,5 7 1,-3 8-78,2 2 1,1-2 0,5 0 0,0 1-29,0 2 0,0 1 0,0 0-52,0 1 1,0-6 0,0 1-41,0 1 0,7-4-73,2-3 0,4-2 60,1-2 1,1 0 0,-2-2-15,-4-2 1,2 0-1,-4-5 1,-1-2 24,0-2 1,-1 3 0,-5 1 0,0-3 77,0 0 0,0 2 0,0 0 1,0-1 46,0-2 1,0 4 0,-1 1-1,-3 0-15,0 0 1,-1 3 0,3-3 0,-1 0 52,-2 0-107,0 5 0,5-5-11,0 3 1,7 4 21,2-4 0,-1 8 0,2 2 0,0 0 71,-2 1 1,4-3-24,-2 7 0,3-1-38,1 6 1,-1-1-1,-2-1-32,-1-4 0,-7-1 0,2-3-38,-4 5 1,4-2-1,0 1-61,-2 3 1,-1-4-16,-2 1 133,-7-6 0,4 4 0,-5-9 3,2-3 1,1 2-1,5-6-44,0-3 1,5 0 0,0-3 0,-1 1-12,3-1 1,-4 3-1,7 0 1,-1 3 25,-1-2 1,5-2 0,-5-1 0,1 1 17,1 3 1,-5-3 0,4 5 0,1-1 79,-2-1 1,5 7 102,-4-2 0,-1 2-81,2-2 1,-7 5 0,4-1 104,-1 4 1,-4 8-91,2-1 1,-2 2 0,-2 3-85,0-1 0,0 1 0,0-1-49,0 0 1,0 1 0,0-1-25,0 0 0,0-4 1,0 0-33,0 1 0,0 2 0,0 1-291,0 0 207,0-6 132,0-1 1,0-9 0,0-3-14,0-4 1,0-4 0,2-1 15,2-1 0,-2 1 0,4-1-46,1 1 0,-6 0 0,6-1 28,-1 1 1,1 0 0,4 1-52,-2 3 1,-4 2 0,5 5-25,1-2 0,-3 0 1,2 5 0,1 0 1,-3 0 116,1 0 0,-6 0 0,4 0 0</inkml:trace>
  <inkml:trace contextRef="#ctx0" brushRef="#br3" timeOffset="646">17897 17741 8448,'-8'0'-1087,"-3"1"1660,6 4-448,0-3 0,5 6-80,0-4 0,7-2-133,2 3 1,-1-4 0,2-1-173,1 0 0,2 0 48,1 0 1,-4-1 130,-1-4 0,-1-3 65,2-6 1,-4 4 218,-6 0-97,0 1 0,-6 1 1,-2 5-43,0 6 0,0 0 0,5 7 1,-4-1-37,-1-1 0,5 5 0,-2-3 0,4 2-70,1 3 1,0-1-1,0 1 1,0-1-191,0 0 1,0 1 0,0-1-1,1 1-394,4-1 626,-3-6 0,55-14 0,7-10 0</inkml:trace>
  <inkml:trace contextRef="#ctx0" brushRef="#br3" timeOffset="647">18156 17712 8448,'-14'0'-342,"-1"0"0,6 5 0,1 1 0,0 0 352,0 1 1,4 4-1,0-1 1,2 2 131,2 3 0,0-1 0,0 1 1,0-1-113,0 0 1,0-4 0,2 0 0,2 1-78,6 2 0,-2-4 1,2-1 14,1-1 0,2-1 0,1-3 0,0 2-92,1-2 1,-1-1 0,1-4 0,-1-1-276,0-2 0,1-1 399,-1 1 0,13-35 0,4-14 0</inkml:trace>
  <inkml:trace contextRef="#ctx0" brushRef="#br3" timeOffset="648">18415 17539 8448,'-6'-8'-360,"-4"3"0,2 10 0,0 5 0,0 3 728,0 1 0,5 2 0,-2 2 0,2 2-280,-2 3 0,3-4 1,-2 5-1,2 1-50,2 3 1,0-4-1,0 0 1,0 0-109,0-2 0,0 5 0,0-3 0,0 2-299,0-2 1,0-2 0,0-3-8,0 5 0,0-8 0,2-3 376,2-5 0,-2-22 0,4-10 0</inkml:trace>
  <inkml:trace contextRef="#ctx0" brushRef="#br3" timeOffset="649">18329 17741 8351,'0'-15'-825,"1"1"462,4 0 1,-2 6-1,7 3 1,1 2 362,2-2 0,1 3 0,39 2 0,9 8 0</inkml:trace>
  <inkml:trace contextRef="#ctx0" brushRef="#br3" timeOffset="650">18214 17741 8409,'1'-15'-264,"4"2"125,5 4 1,2 1-1,3 5 1,1-2 151,3 2 1,-2 1 0,7 1 0,2-3-63,1 0 0,2-1 0,0 5 0,0 1-357,-1 4 406,1-3 0,13 17 0,2-3 0</inkml:trace>
  <inkml:trace contextRef="#ctx0" brushRef="#br3" timeOffset="651">18947 17856 8314,'0'-15'-289,"0"1"0,0 4 0,0 1 347,0-2 1,0 3 0,0-2 162,0-1 1,0 3 77,0-2-269,0 7 1,-5-2-1,-1 10-15,-2 5 0,0 2 1,-1 4-1,2 2-19,1 1 1,4 2 0,-3-3-1,4 1-21,1-2 0,0-1 0,0-1 1,1-2 1,4-4 1,-2 4 0,7-5 0,1 0-81,2-3 1,1-4-1,1-1 1,-1 0 9,0 0 1,1-1 0,-1-3 0,1-2-13,-1-2 0,0-2 0,-1-4 1,-3 0 55,-5-1 0,-2 1 0,0 0 0,2-1 56,-2 1 0,-3 4 0,-3 1 0,-4-1 32,-1 2 0,-1-5 0,-6 5 0,1 0-24,0 3 1,-1 4-1,1 1-137,-1 0 0,1 1-84,0 4 1,6-2 0,3 7 205,3 1 0,47 8 0,11 4 0</inkml:trace>
  <inkml:trace contextRef="#ctx0" brushRef="#br3" timeOffset="652">19264 17827 8490,'-15'-6'-345,"7"4"1,-3-3 0,6 10 367,2 5 0,2-2 0,1 1 0,0 2-3,0 2 1,1 2 0,2-1 0,2 0-28,-2 1 0,4-1 0,-1 0 24,2 1 1,-3-6-7,5 1 1,-1-2 19,6 2 0,-6-4 1,1-6-35,1 0 0,-3-5 1,2-1-1,-1-2-63,-1-3 1,3-2 0,-4-2 12,1 1 0,-4 0 0,4-1-93,-1 1 0,2 0-33,-4-1 0,2 2-4,-3 4 206,-2 2 0,9 9 0,-6 3-30,-2 4 1,0 4 25,2 2 1,-3-1-1,4-1 1,-1-2-86,0-1 0,4-6 0,-2 4-159,1-1 1,-3 2 224,4-4 0,1 0 0,4-37 0,1-8 0</inkml:trace>
  <inkml:trace contextRef="#ctx0" brushRef="#br3" timeOffset="653">19638 17611 8490,'0'-14'-373,"0"6"0,0 3 1,-2 10-1,-1 4 545,-2 4 0,0 2 1,5 1-1,0 1-98,0 2 0,-1 7 0,-2-4 0,-2 2-36,2 0 0,1-5 1,2 5-1,0 2-67,0 1 0,0-3 1,0-1-1,0-3-95,0-2 1,0 3-1,0-2 1,0-2-321,0-1 0,5-1 136,0-1 0,-1-4 308,-4-1 0,-6-44 0,-2-6 0</inkml:trace>
  <inkml:trace contextRef="#ctx0" brushRef="#br3" timeOffset="654">19508 17827 8484,'8'-6'-565,"-3"-4"0,3 2 0,2-2 463,3-1 0,1 5 0,0 1 0,1 3 206,-1 2 0,0 0 0,1 0-97,-1 0 1,1 2 0,-1 1 0,0 2-62,1-2 1,-6 5 0,1 0-152,1 0 1,-3 5-153,2-3 357,-7-4 0,10-6 0,-5-8 0</inkml:trace>
  <inkml:trace contextRef="#ctx0" brushRef="#br3" timeOffset="655">19825 17712 8484,'8'-14'-376,"-3"-1"1,-4 6-1,-1-1 146,0-1 1,0 3 386,0-2 1,0 9-14,0 1 1,0 6 0,0 8-1,0 1-30,0-1 1,0 5 0,0 2 0,0 1-73,0 4 1,0 1 0,0 2 0,0 0-30,0 0 1,0-1 0,0 3-1,0 2-123,0 6 1,0-4-1,0 0 1,0-1-78,0-1 0,0 6 1,0-6-1,-1-3-145,-4-4 1,3 0-1,-4-7 332,-1-2 0,-7-52 0,-8-14 0</inkml:trace>
  <inkml:trace contextRef="#ctx0" brushRef="#br3" timeOffset="656">19825 17841 8163,'9'-9'-858,"1"-1"0,-5 7 1060,4-2 0,-1 5 88,2 5 1,-4 3-216,-6 6 1,0 1 0,-1-1-62,-4 1 0,-1-6 1,-6 1-1,3-1-109,-2-1 1,-1 5 0,1-5 0,3 2-15,2-1 0,-4-4 0,4 3 0,0 0-496,-1 0 605,2-5 0,37-9 0,8-10 0</inkml:trace>
  <inkml:trace contextRef="#ctx0" brushRef="#br3" timeOffset="657">20026 17870 8484,'-14'0'-2150,"4"0"2390,1 0 1,6 7 0,-2 2-99,3 4 0,2-3 1,0-1-1,2 2-87,3 2 1,-2 1-14,6 1 1,-4-2 0,3-2-1,0-3-11,0-2 0,-3-1 0,4-5-37,3 0 0,-4 0 0,1 0-73,2 0 1,-3-5 0,0-1 0,0-1-34,0 1 1,-4-5-1,2 1 27,0-3 1,-2-1 0,4 0-30,-2-1 0,4 1-61,-6 0 171,8-1 61,-11 7 0,6 8 0,-7 10 19,0 3 1,1 1 0,2 0-56,2 1 1,0-1 0,-3 0 0,1 1-145,2-1 1,1 1-1,-3-1-372,2 0 495,0-6 0,7-8 0,4-8 0</inkml:trace>
  <inkml:trace contextRef="#ctx0" brushRef="#br3" timeOffset="658">20386 17698 8484,'8'0'-1417,"-2"1"1646,-6 4 0,0 3 0,0 6 1,-1 2-123,-4 3 1,3-1-1,-2 6 1,2 2-73,2 1 1,-5 2 0,0-1-1,2 1-9,2 0 1,1 0-1,0-2 1,0-2-127,0-1 0,0-6 0,0 1 1,0-3-211,0-1 0,6-6-194,4 1 1,-4-9 308,-1-1 1,1-1-1,-1-9 195,-2-1 0,-8-21 0,-3-6 0</inkml:trace>
  <inkml:trace contextRef="#ctx0" brushRef="#br3" timeOffset="659">20228 17885 7689,'0'-15'-389,"1"7"1,4 2 450,5-1 0,-2 6 0,1-4 0,2 3-40,2 2 1,6 0 0,2 0 0,0 0-576,0 0 553,4 0 0,23-6 0,13-2 0</inkml:trace>
  <inkml:trace contextRef="#ctx0" brushRef="#br3" timeOffset="660">21005 17956 8021,'-5'-14'-786,"0"0"0,0 4 1384,5 1-56,7-1-506,1 2 94,0 2 1,-2 12-1,-6 4-64,0 2 1,-5 3 0,0-1-1,1 0-63,-3 1 0,6-1 0,-4 1 0,3-1 0,2 0 1,0 1 0,0-1-6,0 1 1,2-7-1,3-2 1,4-1-8,4 0 0,1-1 0,1-5 0,1-2-55,3-2 0,-3-6 0,3 1 0,-1-3-78,1-1 0,-5-1 0,2 1 0,-5 0 27,1-1 1,-6 1-1,-1-1 1,-4 1 96,-1 0 1,0 4-1,-1 1 1,-4-1 25,-5 2 1,-1-5-1,-2 5 59,-1 0 0,3-3 1,-8 5 155,3-2-182,8 4 0,3-2 1,10 6 17,4 0 0,6 2 1,2 1-23,2 2 0,1 4 0,-6-2 0,2 1-18,3 3 0,-3 2 0,3 1 0,-3 0-1,-1 1 0,-2-1 0,-2 0 0,-3 2-42,-2 4 1,4-4-1,-6 3 1,0-2-90,-3 3 1,-2-4 0,-4 3-1,-3-3-13,0-2 0,-5-6 133,4-3 1,2-5-1,2-5 66,4-4 1,1-4 0,0-2 0,0 1-39,0 0 1,5-1 0,1-1-1,2-1-66,3-3 0,3 1 0,4 5 0,1-2-25,-1-3 0,3 3 0,-1-3 1,3 3-129,2 1 1,-2 2 0,1 2-1,0 3 184,-2 2 0,12 1 0,-4 5 0</inkml:trace>
  <inkml:trace contextRef="#ctx0" brushRef="#br3" timeOffset="661">22069 17698 8484,'0'-23'0,"0"4"-499,0 3 280,0 2 0,0 7 1,0 7-1,0 8 490,0 5 1,0 3 0,0 3-1,0 4-138,0-1 1,0 7 0,0-2-1,0 5-124,0 0 0,0 0 0,0 0 0,0 3-22,0 2 1,5-4 0,0 4 0,-2 0-118,-1 0 0,-2-4 1,0 4-1,0-4-66,0-5 0,-2-1 1,-1-8-1,-2-1-232,2-2 0,0-4 92,-2-2 1,3-5 335,-3-10 0,-9-35 0,-2-14 0</inkml:trace>
  <inkml:trace contextRef="#ctx0" brushRef="#br3" timeOffset="662">21997 18043 8472,'0'-21'-599,"0"3"1,0-4-1,0 1 535,0 4 0,2 1 1,3 3-1,3 2 218,0 1 0,4 7 0,-2-2 1,3 4-48,1 1 1,1 0 0,-1 0-1,0 0-97,1 0 1,-6 0 0,1 1 0,1 4-31,2 5 1,-3-2-1,-2 1-8,-2 2 0,3 2 0,-4 1-2,-2 1 0,-1-6 1,-4-1 8,-2-1 1,-4 4-1,-7-3 20,1 0 0,0 0 1,-1-5-1,1 2-27,-1-2 0,6-1 1,-1-2-1,1 1-153,1 4-358,-5-3 539,5 4 0,45-38 0,12-8 0</inkml:trace>
  <inkml:trace contextRef="#ctx0" brushRef="#br3" timeOffset="663">22285 17928 8472,'0'-10'-1446,"0"1"1473,0 5 1,0 0 0,0 8 209,0 6 0,5 3 1,1 1-207,2 0 0,0 1 1,2-1-1,-5 1-61,-4-1 0,4 0 1,0 1-256,-2-1 0,0 1-18,2-1 294,-3-6 1,4-3 0,-6-10 24,0-5 0,0 2 0,0-1 1,2-2-3,2-2 0,-2-2 0,4 1 1,-1 0-67,0-1 0,5 1 0,-4-1 0,2 1-62,3 0 1,-3 4 0,2 2 0,-1 0-109,-1 0 0,5 5 222,-3-2 0,2 4 0,3 1 0,-1 0 0</inkml:trace>
  <inkml:trace contextRef="#ctx0" brushRef="#br3" timeOffset="664">22530 17942 8344,'-2'10'-1226,"-3"-1"2050,4-6-761,-6 4 0,9-7 0,3 0-33,4 0 0,-1 0 0,2 0-14,1 0 1,2-2 0,1-1-83,1-2 0,-6-4 1,-1 2-175,-1-1 0,2 4-417,-4-6 644,0 0 1,-7-2-1,-3 2 8,-4 5 1,-4 4 249,-1 1 1,-1 6-147,1 4 1,6 2 0,3 3-92,3-1 1,2-4 0,0-1-71,0 2 1,5 2 0,2 0 0,-1-2-119,0-1 1,4-1-1,-4 4 1,1-2-412,-1-1 591,5 0 0,4 4 0,7 0 0</inkml:trace>
  <inkml:trace contextRef="#ctx0" brushRef="#br3" timeOffset="665">22731 18014 8344,'0'-10'-910,"0"1"1,-2 1 1079,-2-2 1,0 5-36,-5 10 1,4 3-1,-3 7 1,2-1-75,2 0 1,3 1 0,1-1-39,0 1 0,0-1 106,0 0 1,1-1-103,4-3 1,3-4 0,7-6-15,-1 0 0,0-6 0,-1-4 0,-2-3-127,-1-1 1,0-2-1,4-2 1,0-2 1,1-3 1,-6 4 0,-1-5 0,0-1 22,0-3 0,-5 1 0,2 2 0,-3 1 54,-2-2 1,0-1 0,0-2 0,-2 0-23,-3 1 0,2-1 0,-5 0 0,0 0 7,0 0 0,4 2 1,-4 2-1,1 2 65,4 2 1,0 7 25,-2 5 1,2 7-1,-5 2 1,0 9 73,0 9 0,5 0 1,-2 6-1,2 1 1,-2 2 1,3 2 0,-3 0 0,4 1-69,1 4 0,0-4 1,1 4-1,3-4-47,0-1 1,3 5 0,-4 1 0,3 0-139,2 0 1,-3 0-1,3-3 1,0 3-1,0 2 1,-3-6 0,3-1 0,0-6-104,0-3 0,-3-2 240,4-5 0,1-6 0,4-1 0</inkml:trace>
  <inkml:trace contextRef="#ctx0" brushRef="#br3" timeOffset="666">23119 17985 8330,'-9'0'-339,"-1"0"0,2 2 1,-1 3 450,4 4 0,-1 6-97,1 4 0,0-2 0,5 6 0,0-2-240,0-4 1,0-1-1,0-1-593,0-1 818,0-6 0,13-27 0,3-13 0</inkml:trace>
  <inkml:trace contextRef="#ctx0" brushRef="#br3" timeOffset="667">23105 17856 8330,'0'-19'0,"0"-1"0,0 3-754,0 1 0,0 1 473,0 1 0,0 8 266,0 6 1,0 6-1,0 10-117,0 3 132,0-3 0,6 56 0,2 6 0</inkml:trace>
  <inkml:trace contextRef="#ctx0" brushRef="#br3" timeOffset="668">23292 18043 8330,'-5'-15'-193,"1"1"0,-3 1 0,4 2 0,-3 3 11,-2 2 1,3 1 373,-5 5 0,5 0 0,-3 1 0,2 4-111,3 5 1,1-2-1,2 1 1,0 3-63,0 0 1,0 3-1,0-1 1,2 1-51,3-1 1,1-4 0,5-1-1,-1 1-7,1-2 1,2 0-1,1-5 1,0 2-42,1-2 1,-1-1-1,1-2 1,-1 0-107,0 0 0,1 0 0,-1-2 0,1-1-285,-1-2 1,0-5 469,1 6 0,6-40 0,1-4 0</inkml:trace>
  <inkml:trace contextRef="#ctx0" brushRef="#br3" timeOffset="669">23551 17654 8330,'-10'0'0,"1"0"-419,-2 0 1,3 7 0,0 2-1,1 4 577,4 2 1,-3 0 0,1 3 0,2 3 18,1 1 0,2 4 1,0 6-1,0 3-168,0 2 1,0-4-1,0 6 1,0 1-67,0 1 1,0 1 0,0-2 0,0-3-97,0-2 1,0-7 0,2-4 0,1 0-104,2-1 1,1-7 0,-1-8 255,5-2 0,-4-1 0,7-50 0,-5-11 0</inkml:trace>
  <inkml:trace contextRef="#ctx0" brushRef="#br3" timeOffset="670">23407 18043 8330,'0'-15'-253,"0"1"1,0 0-1,2 1 1,1 2 142,2 1 1,6 5 0,-1-3-1,2 2 296,3 3 1,-1 1 0,1 1 0,-1-3-73,0 0 1,2-1 0,2 5 0,1 0-30,-1 0 1,2 1 0,0 3-8,-3 0 1,-1 8 0,-1-3-91,-1 4 0,-6 1 1,-3 1 0,-4-1 1,-1 0 0,0 1-1,-1-1-28,-4 1 0,-1-1 0,-6 0 1,3-1-243,-2-3 1,3 3-1,-2-4-883,-1 4 1164,4-5 0,14-27 0,9-13 0</inkml:trace>
  <inkml:trace contextRef="#ctx0" brushRef="#br3" timeOffset="671">23767 17784 8330,'-15'14'-629,"6"-4"0,1-1-451,2 3 1080,1 0 0,11 35 0,2 7 0</inkml:trace>
  <inkml:trace contextRef="#ctx0" brushRef="#br3" timeOffset="672">23882 18100 8330,'-14'-6'0,"-1"-2"-335,1 0 0,1 3 1,2 8 377,1 2 1,7 6 0,-2-1 207,4 3 1,1 1 0,1 1-212,4-1 0,-2-1 0,7-2 0,1-3-19,2-2 1,1-1 0,1-5-1,-1 0-65,0 0 0,1 0 1,-1 0-1,1-2-60,-1-2 1,-1 1-1,-2-7 1,-2 0 30,3 2 0,-4-4 1,0 2-1,-2-3 28,-3-1 0,-1-1 0,-2 1 0,0-2 28,0-3 1,-7 3-1,-2-3 1,-4 3 40,-1 1 0,-6 6 1,1 1-1,2 0-155,1 0 0,1 5 0,1-2-48,0 3 1,6 4 0,1 1-1,2 3-293,1 2 472,-1 2 0,24 43 0,5 9 0</inkml:trace>
  <inkml:trace contextRef="#ctx0" brushRef="#br3" timeOffset="673">24127 18043 8330,'0'-8'-1767,"0"3"2126,0 10 1,0 3-1,0 6-257,0 1 1,0-1-1,0 0 1,0 1-109,0-1 1,0 1 0,0-1 256,0 0-229,0-6 1,1-3-25,4-10 1,-2-1-1,5-7 1,0 0 8,0-3 1,2-1-1,4 1 1,0-2-14,1-1 1,-1 0 0,2 4 0,2 1-11,1 0 0,0 1 1,-4 3-1,-1 5 13,0 4 1,1 2 0,-2 4 42,-4 5 1,-1 9 0,-5 5 0,2 3-68,-2 2 0,-1 5 27,-2-1 0,-5 10 0,-3 5 0,0 3 0,0-1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3.306"/>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1712 806 17948,'-5'-10'-5786,"0"1"5056,2-3 1,1 4-1,2-1 615,0-2 1,0 3 0,0-2 67,0-1 1,0 3-1,2-2 110,3-1 1,-4 3 0,6-2 46,-1-1 0,-4 3 0,4-1 199,1-3 0,-6 4-435,4-1 0,-3 4 1,-1-3 610,4 2-92,-3-5 1,4 7 731,-6-5-1126,0 6 1,0 7 0,0 11-30,0 1 0,-2 1 1,-1 2-1,-2 4-45,2-1 1,-3 7 0,1-3 0,0 2-23,-1 0 0,4-1 0,-3 5 0,4 1-124,1-1 0,0-1 1,-2-3-1,-1 1 18,-2 0 0,0-5 0,5-2 0,0-1 241,0-3 0,-6-22 1,-2-5-1</inkml:trace>
  <inkml:trace contextRef="#ctx0" brushRef="#br0" timeOffset="1">1568 691 18598,'-13'-2'-3278,"4"-3"2236,-4 4 1199,11-6-570,-4 7 0,7 0 447,4 0 1,29 7 0,12 1 0</inkml:trace>
  <inkml:trace contextRef="#ctx0" brushRef="#br0" timeOffset="2">1582 647 15721,'-14'-6'-1009,"0"-4"1,1-2-1,3-3 664,5 1 1,4 4-1,1 1 1,1-2 200,4-2 0,2 3 0,5 1 264,3-3 1,1 0-1,8-1 1,-4 3 40,1 5 0,-3-1 1,4 0-1,1-1-56,-1 1 1,-3 1 0,5 5 0,0 0-44,-1 0 0,2 0 0,-6 0 1,-1 2-123,-2 2 0,-2 3 1,1 4-1,-3-1-3,-2 1 0,-4 2 1,-6 3-1,0 1 134,0 2 1,-1 2 0,-4-3 0,-6 2-11,-7 3 0,1 1 0,-7 3 0,-2-1-80,-1-2 0,-2-5 0,2 3 0,1-1-40,2-3 0,2-2 0,-2-4 0,5-2 101,3-5 1,6-4 13,1-1 0,5-1 1,1-4-150,6-5 1,1 2-1,5 0 1,2 0 311,2 0 0,2 4 0,-1-4-5,0 1 0,1 2 0,-1 5-130,1 0 0,-6-4 0,1-1 16,1 2 1,-3 3 0,2 3-205,1 2 0,-5 6 1,-1-2-1,-3 4-100,-2 2 0,4-1 0,1 0 0,-2 1 2,-1-1 1,-2 0 0,2 2-1,1 2 77,1 1 0,3 0 0,-4-4 0,3-1-187,2 1 0,-3-1 0,3 0 1,0-1 27,0-3 1,2 1-1,3-5 1,-2 1 199,-2-1 1,7-39 0,7-15 0</inkml:trace>
  <inkml:trace contextRef="#ctx0" brushRef="#br0" timeOffset="3">1985 978 14127,'0'-8'-2666,"0"-4"2222,0 10 1,2-9 454,3 6 1,-4-1 0,6 2 154,-1 0 1,-4-3 0,4 4-61,0-2 0,-2-1 0,4 1-19,-2-5 0,4 2-56,-6-1 0,3 1 0,-4-3-281,2 1 0,-1 5 384,-4-4 0,-1 6-35,-4-2 1,-1 5 115,-4 5 0,-1 3 0,6 6-351,2 0 0,1 1 0,2-1-106,0 0 0,7 1 1,2-1 32,4 1 0,-3-3 1,-1 0-1,4-3-587,5 2 909,-2-4 1,56-7 0,6-8 0</inkml:trace>
  <inkml:trace contextRef="#ctx0" brushRef="#br0" timeOffset="4">2316 849 16513,'0'8'-5847,"-2"0"5953,-2-3 0,2 3-162,-3 6 0,4-4 0,1-1-38,0 2 0,-5 2 0,0 2 70,2-1 1,1-4-65,2-1 1,0-4-14,0 5 0,2-9 69,3-1 0,-4-1 1,6-7-1,-1 0 145,4 0 1,-2 0 0,1-4 0,1 3-116,-2-2 0,5-2 0,-4 0 60,4 3 0,-3-1 0,-2 5 0,0-1 98,0 1 1,-4 1 0,4 4 198,-1-4 0,-1 3 61,-1-2 1,-3 8-432,2 6 0,-2 3 0,-2 1-311,0 0 1,0-4-118,0 0 207,0-1 1,6-1 91,4-3 1,-2-3 159,1-2 1,-4 0 0,5-2-72,1-3 1,-3 4 0,0-6-75,-2 1 1,4-2 0,-4-5 407,2 3 0,-3-1-20,5 6 0,-5-4 173,4 4-93,-6 0 1,5 5 0,-4 2-326,0 3 0,1 3-315,-5 6 1,5 0 0,0 1 11,-2-1 1,3-4-1,-1-1 1,0 1-601,1-2 794,-4 5 0,11-5 0,-5 6 0</inkml:trace>
  <inkml:trace contextRef="#ctx0" brushRef="#br0" timeOffset="5">2848 576 15560,'0'8'-1721,"13"17"0,3-1 0</inkml:trace>
  <inkml:trace contextRef="#ctx0" brushRef="#br0" timeOffset="6">2748 921 16513,'-10'0'-615,"2"-2"-276,2-3 0,-1 4 941,2-4-916,4 3 940,-5 2 0,7 0-20,4 0 0,-2 0 0,7 0 61,1 0 1,2 0-155,1 0 0,0 0 0,1 0-6,-1 0 1,-4 0 0,-1-1 157,3-4 0,-6 2 1,0-5-162,1 1 0,-6-4 46,4 2 0,-3 1-202,-2-2 1,-2 7 0,-3-2 209,-4 4 1,-4 1-1,-1 0 1,-1 1 141,1 4 1,4-2 0,1 7-203,-3 1 1,4 2-1,0 1-83,2 0 1,1 1 0,5-1-122,0 1 0,2-3 0,3 0 0,4-4 176,4-2 1,1 4-1,1-6 1,-1 1 19,1 2 1,-1-6 0,0 6-1,1-3 30,-1 1 1,1 0 0,-1-5 0,0 0 143,1 0-204,-7 0 1,17-32 0,-1-8-1</inkml:trace>
  <inkml:trace contextRef="#ctx0" brushRef="#br0" timeOffset="7">2992 935 16513,'0'-9'-5383,"0"-1"4923,0-1 0,0 3 0,0-2 302,0-1 0,0 3 55,0-2 1,0 6 116,0-6 0,0 9 19,0 1 0,0 6 1,0 8-55,0 1 0,0-6 0,0 1 1,0 1-198,0 2 1,0 1 0,0 1 193,0-1 1,0-4 0,0-1 133,0 2-83,0-4 1,2-1 110,3-6 1,-2-1 0,6-4 23,3-5 0,-4-3 0,1-1-109,2 0 1,-4-1 0,-1 2 0,-1 2 46,0 2 1,4 4 136,-4-5 0,2 2 239,-3-1-249,-2 2 0,9 9 0,-6 3-220,-2 4 0,-1-1 0,-2 2-141,0 1 1,0 2-34,0 1 1,0-4 0,0-1-196,0 3 137,6-6 0,2 5 61,6-6 1,-4 0 84,0-5 0,-1-7-2,6-2 0,-1-4 0,-1-1 173,-4-1 0,-2 6 0,-6 1 0,3 0 32,0 0 1,1 3 27,-5-5 0,2 7 280,3-2-117,-4 4 1,6 7 0,-7 4-412,0 2 0,0 3 0,1-1-122,4 1 1,-3-1-1,4 0 1,-1 1-384,0-1 1,4-4 589,-4-1 1,25 1 0,2 4 0</inkml:trace>
  <inkml:trace contextRef="#ctx0" brushRef="#br0" timeOffset="8">3525 475 16513,'-10'0'0,"0"0"-296,-1 0 0,5 1 1,-1 4-1,3 6-174,-1 7 0,0 3 0,3 4 0,-1-1 349,-2 2 1,1 3-1,2 3 1,-1 3-4,-2 2 1,0-4 0,5 4 0,-1-2 2,-4-3 1,3 0 0,-3-2 0,4 1 8,1-4 1,0-8-1,-2 0 1,-1-3-625,-2-1 95,0-1 456,5-6 0,0-3 1,0-10-1,0-4 174,0-4 0,5 3 0,0 1 0,0-3-12,1 0 0,-3-3 1,7 2-1,0 2 95,-2 2 1,4 1 0,-4-4 0,2 3 51,0-2 0,-1 4 1,4 1-1,-2 1 68,-1 0 0,-2-1 0,3 3 0,-1-2 215,1 2 0,-3 1-221,1 2 1,-1 6 0,2 4-220,-5 3 0,-5-4 1,-4 1-1,-2 1 128,-2 2 1,-2 0-1,-2-2 1,1-1-6,1 1 0,0 2 1,-4 1-172,0 0 1,4-1 0,2-2-238,2-1 1,1 0 314,5 4 1,57-51-1,-21 12 1,0 1 0</inkml:trace>
  <inkml:trace contextRef="#ctx0" brushRef="#br0" timeOffset="9">3740 950 15232,'-9'0'-1156,"-1"0"1597,7 0-301,-3 0 1,17 0-139,3 0 0,-1 0 0,-3 0-26,1 0 0,2 0 1,1 0-179,0 0 0,1-7-7,-1-2 0,-6 1 29,-3-2 0,-4 5-74,-1-4 0,-1 5 0,-4 0 120,-5 2 1,2-3 172,-1 0 1,1 2 0,-3 6 7,1 2 0,7 2 0,-2-3-224,4 6 0,1-2 0,1 2-147,4 1 1,-2-3-1,7 1 83,1 3 0,2-4 1,1 1-44,0 2 0,1-3 393,-1 2 1,1-7 0,-1 4 0</inkml:trace>
  <inkml:trace contextRef="#ctx0" brushRef="#br0" timeOffset="10">3999 878 11160,'5'-10'-833,"0"0"1,0 6 650,-5-6 0,1 7 282,4-2 1,-2 4 0,5 2-105,-1 4 0,2-2 1,-4 7-1,-2 1-112,-1 2 1,-1 1-1,3 0 1,0 1 42,0-1 1,-3 1-1,-1-1 1,0 0 15,0 1 0,0-6 0,0 1-293,0 1 290,0-4 0,2-3 68,3-8 0,-2-4 1,5-7-1,0 1-83,0-1 1,-3 1 0,4 0 0,1-1 38,-2 1 0,5-1 0,-4 1 17,4 0 0,1 1 106,1 3 0,-7-2 0,-2 4 0</inkml:trace>
  <inkml:trace contextRef="#ctx0" brushRef="#br0" timeOffset="11">4704 777 9382,'0'-14'-2342,"0"-1"1858,0 1 648,0 6 0,0 3-127,0 10 1,2-2-1,1 7 1,2 1-29,-2 2 0,-1 1 1,-1 0-1,2 1-3,2-1 0,0 1 1,-3-1-1,1 0-28,2 1 1,-1-1 0,-4 0 0,2-1-28,3-3 1,-2 3 0,7-4 63,1 4 1,-3-5 0,1-3 38,3-4 0,0-1 0,3 0-34,-1 0 0,1-1 0,-1-2 0,-1-4 16,-4-1 1,4-1-1,-5-6-3,0 1 0,3-1 0,-4 1 54,1 0 0,-5-1 16,2 1 1,-4 0 159,-1-1-233,0 7 0,0 3-44,0 10 1,0-2-1,0 7-20,0 1 1,0-3-1,0 2 1,2-1-4,3-1 1,-2 3 0,5-4-1,0-1 62,0 1 0,-3 2 0,3-2 0,0-1-21,0 0 1,1-1-1,6-5 1,-1 0 36,0 0 0,1 0 0,-1 0 0,0 0 18,1 0 1,-6-1 0,1-4-1,0-5-29,-2-3 1,3 4 0,-6-1 0,-1-1 28,3-2 1,-6-1-29,4 0 0,-5-1-244,-5 1 0,-3 6-34,-6 3 0,0 3 101,-1 2 0,7 7 94,3 2-7,4 4 0,26 8 0,7 1 0</inkml:trace>
  <inkml:trace contextRef="#ctx0" brushRef="#br0" timeOffset="12">5193 863 11108,'15'7'-1163,"-6"-4"315,1 6 1,-5-5 958,4 0 174,-5-2-117,2-2 0,-4 0-152,2 0 1,0 0 0,5-2-19,2-2 0,-3 2 0,0-4-47,-1-1 0,2 4 0,-2-5-38,1 2 1,-5-5 44,2 1 1,-4 2-18,-1-2 0,-6 7 1,-4-2 144,-2 4 1,2 1-1,0 1-12,-1 4 0,3-2 1,0 7-64,2 1 0,1-3 0,5 2-58,0 1 1,0 2 0,0 1-43,0 0 1,5-4-1,1 0 1,2-1-117,3-1 0,2 5 0,2-5-18,-1 0 0,0 5 0,1-5 302,-1 0 1,26-15-1,6-9 1</inkml:trace>
  <inkml:trace contextRef="#ctx0" brushRef="#br0" timeOffset="13">6157 878 10298,'0'-15'-1108,"2"1"0,1 0 994,2-1 1,0 1 0,-4 1 0,3 2 93,0 1 1,1 1-1,-5-6 229,0 1 1,5-1-139,0 1 0,-2 6 1,-8 3-18,-4 4 1,-4 2 0,-3 4-1,-2 5 9,-1 2 0,-2 4 0,4 2 0,-3 3-68,3 1 1,1-3 0,1 4 0,1-1 34,0 0 1,1-4 0,2 1 0,3-3-52,1-1 1,3-1 0,4 0-20,0 1 1,6-7-1,4-3 107,2-4 0,3-2 0,-1-3 0,2-2-41,3-2 0,-3-2 0,3-4 0,-3 0-51,-1-1 1,-2 1 0,-1-1 0,0 1-83,-1 0 0,5-1 0,-7 1 77,4 0 1,-5-1 0,-1 2 0,-3 2-136,1 2-6,0 5 250,-5-2 0,0 12 1,0 4-143,0 3 1,1 1 0,3 1-1,0-1-55,0 0 0,-1 1 0,0-1 29,2 0 0,4 1 0,-4-1 1,0 1-210,1-1 0,-4-4 255,3-1 0,-4-6 0,-1 4 1</inkml:trace>
  <inkml:trace contextRef="#ctx0" brushRef="#br0" timeOffset="14">6244 863 9062,'0'-14'0,"1"0"-323,4-1 1,-3 1 0,4 1 77,0 3 0,-2-1 0,5 6 476,2 2 1,2 2-1,2 1-139,-1 0 1,0 1-1,1 2 1,-1 4-111,1 1 0,-6 1 0,1 6-23,1-1 0,0 1 0,0-1 1,-3 0-6,-1 1 0,-3-1 0,-2 0 1,1 1 19,2-1 0,0-4 0,-5-1 8,0 3 1,0-4-1,-2 0 13,-3-2 0,2-3-39,-6-8 1,5 2 0,0-6 0,2-3-18,2 0 0,0-3 0,0 1 0,0-1 30,0 1 0,0 0 0,2 1 1,1 2 54,2 1 1,4 1 0,-2-6 37,1 1 1,1-1 7,6 1 1,-1 4 0,0 2 44,1 2 1,-6 1 0,1 5-54,1 0 1,2 2 0,1 1 0,1 2-12,-1-2 0,1-1 0,-1-1 34,0 4 1,1-3 0,-1 2-17,0-2 0,-4-2 1,0 0-87,1 0 0,-5-2-10,-1-2 1,-3 0 0,-4-4-24,-3 2 1,2 1 0,-7 5-1,-1 0 48,-2 0 1,-1 0-1,0 0 1,-1 0 57,1 0 1,0 0 0,-1 2 103,1 3 1,1 3-133,3 6 1,4 0-1,6 1-87,0-1 0,6 1 0,4-1 0,4-1 3,6-4 0,-3 4 0,7-3 0,2 2-165,1 3 0,2-1 0,-1 1 246,1-1 0,19 0 0,5 1 0</inkml:trace>
  <inkml:trace contextRef="#ctx0" brushRef="#br0" timeOffset="15">7323 835 11108,'-8'-2'-341,"3"-3"0,2 4-170,-2-4 1,3 5 289,-2 5 1,2 3-1,2 6 147,0 0 0,0 1 0,0-1 0,0 0-76,0 1 1,0-6 0,0 1 0,0 1-396,0 2 588,0-5 0,19-14 1,5-10-1</inkml:trace>
  <inkml:trace contextRef="#ctx0" brushRef="#br0" timeOffset="16">7308 777 10246,'-9'0'-1811,"1"2"1753,1 2 0,1 3 0,3 4-63,-2-1 0,32 31 1,13 13-1</inkml:trace>
  <inkml:trace contextRef="#ctx0" brushRef="#br0" timeOffset="17">7495 878 11108,'0'-10'-2114,"0"0"1744,0 7 1,0-1 525,0 8 0,0 4-254,0 7 1,0-6 60,0 1 1,2-2 91,3 1 0,-2-2 1,7-7 10,1 0 1,-3 0 0,1-2-112,2-3 0,2 4 1,2-6 66,-1 1 0,0 0 0,1-6 0,-1 4 34,1 2 1,-6 1 0,1 5-66,1 0 1,2 0 0,1 0 0,-1 2 27,-3 3 0,2 3-32,-2 6 1,-4 45 0,1 12 0</inkml:trace>
  <inkml:trace contextRef="#ctx0" brushRef="#br1" timeOffset="18">8430 561 10155,'-1'-13'0,"-2"2"-3098,-2 2 3659,0 5 0,5 0-397,0 8 0,0 4 0,0 7 0,0-1-15,0 1 0,0-1 0,0 0 0,0 1-95,0-1 1,0 5 0,0 0 0,0 1-30,0 0 1,0-2 0,0 4-1,-2 1 11,-2-1 1,2-4-1,-3 3 1,4-2 9,1 0 0,-5 5 0,0-5 0,0 0 69,-1 2 0,3-5 1,-5 3-1,0-3-152,0-1 1,3-1 0,-5 0 0,1 1 190,1-1 1,-3-4 130,6-1 0,-6-6 0,3 4 0</inkml:trace>
  <inkml:trace contextRef="#ctx0" brushRef="#br1" timeOffset="19">8258 878 13205,'-7'-8'-3197,"6"-5"2649,-4 3 1,3 2 0,4 0 760,3 2 1,3-4 0,6 6-1,1-1-13,-1-2 0,0 6 0,2-4 0,2 2-153,1-2 0,5 3 1,-5-2-1,0 2-94,2 2 1,-5 0 0,5 0-197,0 0 220,-5 0 1,5 6-1,-7 2 1</inkml:trace>
  <inkml:trace contextRef="#ctx0" brushRef="#br1" timeOffset="20">8546 863 13205,'0'-9'-1967,"0"-1"0,6 2 2181,4-1 0,-2 2 0,1 7-118,2 0 0,-3 2 0,2 3-179,1 4 0,2 4 1,0 1-1,-2 1-30,-2-1 0,-5 0 0,2 1 0,-1-1-19,0 1 0,-1-1 0,-4 0 57,0 1 0,0-1-321,0 1 396,0-7 0,0-4-91,0-8 1,0 0 0,0-5 0,0-2-33,0-2 0,0-2 1,0 1 119,0 0 0,0-1 0,0 1 0,0-1 100,0 1 0,2 0 0,3-1 22,4 1 0,-1 1 0,0 2-88,-1 1 0,4 7 1,-1-2 96,2 4-61,3 1 1,18 13-1,6 3 1</inkml:trace>
  <inkml:trace contextRef="#ctx0" brushRef="#br1" timeOffset="21">8992 835 13205,'-5'-10'-1517,"0"0"1,-1 6 813,1-6 1,-3 7 874,-7-2 1,1 5-1,1 5 1,2 4-70,1 4 0,2 2 0,-3-1 0,2 0-71,-3 1 1,4-1 0,0 0 0,2 1-50,3-1 0,0-4 0,0-1 0,-2 3-27,2 0 0,1-2 1,4-2-148,2-2 0,0-1 0,5-5 287,2 0 0,2 0 1,1 0-1,1-1-36,-1-4 0,1 2 1,-3-7-1,0-1-176,-3-2 0,1 3 0,4 1 128,1-2 1,-1-2-1,-1-2 9,-4 1 1,3 4-1,-6 2 230,2 2 71,-5-5-49,3 9 0,-7 2-299,-4 10 0,4 3 0,-6-1 0,2 0-84,1-3 0,-1 1 1,5 4-83,0 1 1,0-1-1,0 0-584,0 1 702,0-1 1,13-12 0,2-4 0</inkml:trace>
  <inkml:trace contextRef="#ctx0" brushRef="#br1" timeOffset="22">9179 849 12256,'0'-8'-844,"0"3"0,0 10 0,-2 5 874,-3 2 1,4-1 0,-4 4-107,3 6 0,-3-2 0,1 0 1,-1-3 22,-2-2 0,6 1 0,-4-1 0,3 1-110,2-1 1,0 0 0,0 1 0,0-1-200,0 1 448,0-8 1,20-26-1,4-13 1</inkml:trace>
  <inkml:trace contextRef="#ctx0" brushRef="#br1" timeOffset="23">9222 835 13228,'-5'-10'-2886,"-1"2"651,-2 2 2023,4-6 1,-2 12 385,6 0 0,0 7 1,0 7-320,0 1 1,0-1 84,0 0 1,6 1 0,2-1-1</inkml:trace>
  <inkml:trace contextRef="#ctx0" brushRef="#br1" timeOffset="24">9394 935 8394,'0'-9'-1543,"0"-1"1624,0 7 1,-1-4 22,-4 7 1,2 7-102,-7 2 0,5 4 1,-3 2-10,2-1 1,1 0 33,5 1 0,0-6 43,0 1-112,0-7 1,7 4-1,1-9 9,0-3 1,3 2 0,-5-5 0,1 0-20,-1 0 0,5 3 0,-1-4 50,3-3 1,-4 4 0,1 0-5,1 2 0,-3 1 41,2 5 0,-6 0 1,4 2-33,-1 3 1,-3-2 0,-4 6-1,2 1-49,3-2 1,-4 5-1,4-4 1,-3 4-23,-2 2 0,5-6 0,-1 1 1,0 1-39,-3 2 1,-1 1 0,0 1 88,0-1 1,0 7 0,0 1-1</inkml:trace>
  <inkml:trace contextRef="#ctx0" brushRef="#br1" timeOffset="25">9682 950 9178,'0'-8'-789,"0"1"0,0 18 702,0 4 1,0 2-1,0-2 1,0-1 1,0 1-1,0-1-30,0 0 0,0 1 1,0-1 106,0 1 1,7-14 0,1-2-1</inkml:trace>
  <inkml:trace contextRef="#ctx0" brushRef="#br1" timeOffset="26">9783 820 9514,'-15'0'-2271,"7"0"2211,2 0 1,12 32 0,2 8 0</inkml:trace>
  <inkml:trace contextRef="#ctx0" brushRef="#br1" timeOffset="27">9869 1007 9514,'-9'0'-776,"-1"0"21,-1 0 0,0 2 776,1 3 0,-1-2-23,6 6 0,0 1-13,5 4 1,2-6-1,3-3 18,4-3 1,4-2-1,1 0 4,1 0 0,-2-2 0,-2-1 1,-2-3-11,3-2 0,-1 3 1,0-5-1,-1 1-6,1 1 0,0-5 0,0 5 0,-3-2-1,-2 1 0,6 1 1,-4-4-20,0 3 1,0 6 103,-4-2-33,-2 3 0,4 9 0,-6 2-63,0 4 1,0 1 0,0 1-44,0-1 1,0 1 0,0-1-12,0 0 1,0 1-1,2-2 1,1-2-128,2-2 0,6-4 205,-1 5 1,22-14 0,6 3-1</inkml:trace>
  <inkml:trace contextRef="#ctx0" brushRef="#br1" timeOffset="28">10229 921 9119,'8'-7'-1796,"-2"4"1639,-6-6 157,0-1 1,-5 4 0,-1 4 95,-2 5 1,3 8 0,-3-1-99,2 3 1,-4 1 37,5 1 0,1-1-29,4 0 1,0-4 0,1-2-56,4-2 0,-2-1 0,7-5 25,1 0 0,-3 0 1,2-1 8,1-4 1,-3 3-1,0-4 78,-2-1-57,5 6 0,-7-6 1,4 9 15,-2 3 0,-1-2 1,-5 8-1,0 4-4,0 2 1,-5 7 0,-1-1 0,-1 2-15,1 5 0,-5 7 1,1-2-1,-3 2-2,-1 3 0,-1-3 0,1 0 0,0-2-24,-1-3 0,1-3 0,0-5 0,-1-7 43,1-6 1,4 1 0,1-8 0,-3 0 88,0-3 1,2-2 0,2-4 0,0-3-61,0 0 1,5-5-1,-4 3 1,3-2-71,-1-3 1,0 1-1,5-1 1,0 1-31,0 0 0,2-1 1,2 1-1,4-1-54,0 1 0,5 0 1,-3-1-1,3 1-300,1 0 0,0 1 418,1 3 1,31-9-1,8 3 1</inkml:trace>
  <inkml:trace contextRef="#ctx0" brushRef="#br1" timeOffset="29">10617 820 9514,'-6'-8'-665,"4"-5"1,-4 13-1,6 0 688,0 8 1,0 5-1,0 2 1,0 1 46,0 3 0,0 1 1,0 8-1,0-1-69,0 3 1,0 2-1,0-3 1,0 0-68,0 0 0,0 4 0,0 2 0,0 0-28,0 1 0,0-1 0,-2-3 0,-1 1-49,-2-1 1,-1-1-1,3-4 1,-4-2-40,-1-1 1,5-6 0,-3 0 194,-1-7 0,6-24 0,-6-11 0</inkml:trace>
  <inkml:trace contextRef="#ctx0" brushRef="#br1" timeOffset="30">10660 1065 9514,'7'-13'-362,"2"3"1,-1-1-1,2 5 50,1-2 0,-3 5 1,2-2 311,1 3 1,-3 2 0,0 2-24,-2 3 0,4 3 0,-5 6-19,-2 0 1,-1-4-1,-2 0 33,0 1 1,-5 2-1,-2-1 1,-1-1 17,-3-1 1,0-5 0,0 3 0,1-2-20,-1-3 1,-2 4 0,-1-2-95,-1-2 1,6-2-112,-1-1 201,7 0 1,35-57 0,-8 21 0,0 0 0</inkml:trace>
  <inkml:trace contextRef="#ctx0" brushRef="#br1" timeOffset="31">10991 647 9514,'8'-6'-232,"-3"-4"1,-2-1-102,2 2 1,-3 1 215,3 3 1,-2 3-1,0-1 1,2 6 78,-2 7 1,-2 4 0,-1 4 0,0 3 32,0 1 1,0-3 0,0 5 0,0 2-42,0 1 0,0 0 0,0-1 0,0-2 25,0 1 0,-4 1 0,-1-1 0,2-2-4,1-2 0,-3-1 0,1-2 0,0 1-30,3-1 0,1-7 27,0-1-16,0-7 0,1-8 12,4-9 0,-2 1 1,7 3-1,-1-1-33,-1-2 0,5-1 1,-3-1 28,3 1 0,-4 4 0,1 2 0,-1 0 28,-1 0 0,5 5 70,-3-2 1,3 4-46,1 1 0,-6 1 1,-3 4-1,-2 5-56,2 3 1,-4 1 0,4 0 0,-3 1-30,-2-1 0,1 1 0,3-1 63,0 0 1,27 7 0,1 2-1</inkml:trace>
  <inkml:trace contextRef="#ctx0" brushRef="#br1" timeOffset="32">11380 921 9514,'-15'0'-381,"1"0"1,0 0-87,-1 0 1,1 1 0,-1 4 513,1 5 1,0 1-1,1 0 1,2-1-41,1 1 1,5 2 0,-3 1 0,2 1-7,3-1 1,1 0 0,2 1-52,0-1 1,7-4 0,2-2 54,4-2 0,-3-1 0,-1-5-9,2 0 1,2 0 0,1 0-105,1 0 0,-1-7 30,1-2 1,-1-4 0,0-1 19,1-1 0,-6 6 0,1-1 21,1-1 1,-3 5 0,0-1 31,-1 1 0,-1 4 189,-1-3-154,-4 4 0,6 7-53,-7 4 1,0 3 0,0 1-13,0 0 0,0 1 0,0-1-101,0 1 0,0-1 131,0 0 0,13-19 0,2-4 0</inkml:trace>
  <inkml:trace contextRef="#ctx0" brushRef="#br1" timeOffset="33">11567 935 9514,'-2'-13'-714,"-1"2"-1341,-2 2 2066,0 5 72,5-2 1,0 12 0,0 4 8,0 3 0,2 1 0,3 1-59,4-1 0,3 0 0,-1-1 0,-3-2 1,-2-1 0,5 0 0,-3 4-81,0 0 0,4-4 0,-8 0 46,0 1 1,-3 2 31,-1 1 1,-1 0 0,-4-1 0,-5-2-11,-3-1 1,-1-5-1,-2 3 1,-2-2-25,-1-3 0,0 4 0,3-3-60,-3 0 0,3-3 0,-3-1-609,3 0 685,8 0 0,59-32 0,-15 12 0,0 0 0</inkml:trace>
  <inkml:trace contextRef="#ctx0" brushRef="#br1" timeOffset="34">11768 1036 7747,'-8'-10'-87,"3"1"194,4 6 0,1-5 0,1 4-83,4 0 0,-2-1 1,7 5 12,1 0 1,-3 0 0,2 0-71,1 0 0,-3-5-113,2 0 140,-1-6 2,-1 3 1,-3-2 0,-10 2 42,-4 2 1,-4 1-1,-2 5 106,1 0 1,0 5 0,-1 1-1,2 2 27,4 4 1,-4 0 0,5 3-170,0-1 0,2 1 0,6-1 0,0 0-140,0 1 0,6-6 1,5 1-1,5 1 130,3 2 0,52 8 1,7 1-1</inkml:trace>
  <inkml:trace contextRef="#ctx0" brushRef="#br1" timeOffset="35">12459 935 7171,'0'-14'-302,"5"4"1,1 2 307,2 2 0,-3-4 0,4 4 86,3-2 0,-4 5 0,1-2 23,2 3 1,-3 1 0,2-3 69,1 0 10,-5-1-76,7 5-32,-11 0 1,4 2-15,-6 2 1,-1-1 0,-3 7-14,0 1 1,-8 2 0,3 1-54,-4 1 0,4-1 0,1 1 1,1-1-42,4 0 0,-3 1 0,1-1 0,2 1-37,1-1 1,2 0 0,0 1 0,0-1-15,0 1 1,0-6-1,2-1 1,2-2 74,6-2 0,-2-3 0,2-1 0,1 0 4,2 0 0,2-1 0,3-4 1,1-5 21,-1-2 0,-2-3 1,-3 1-1,-2-1-7,-2 1 0,-1 0 0,4 1 0,-4 2 0,-2 1 1,-1 0-11,-5-4 1,-2 6 47,-3 3 1,-3 8 0,-4 4 0,0 1 7,3 3 1,1 2 0,-3 1-64,1 1 0,7-1 0,-2 0-40,3 1 1,2-6-1,2-1 1,3-1 37,4-4 1,4 0-1,2 0 1,-1 2 20,0-2 0,2-3 0,2-3 0,1-3-5,-1-2 1,2 0 0,0-3 0,-3 1 10,-1-1 1,-6 0-1,-1-1 1,1 3-52,-2-2 0,-2 3 0,-6-2-62,0-1 0,-1 4 1,-2 1-1,-4 1-133,-1 0 253,-1 1 1,-25-9-1,-4-3 1</inkml:trace>
  <inkml:trace contextRef="#ctx0" brushRef="#br1" timeOffset="36">13049 705 10421,'-10'-5'-424,"0"0"390,-1 2 1,3 3-1,0 5 1,0 5-226,0 2 1,4 4 0,-4 2-1,0 3 211,0 1 0,4-3 0,-2 4 0,1-1 44,0 0 0,-1 2 1,3 4-1,-2-3-106,2-1 1,1 0 0,2 3 0,0-1 2,0-2 1,0-7-1,0 3 1,2-6-40,3-4 1,-2 1 0,6-6 116,3-2 0,-4-2 0,1-2 21,2-4 1,1-3-1,-1-6 1,-3-1 16,-2 1 1,5 0 0,-3-1 0,2 1-7,-1-1 0,1 1 1,3 0-1,-2-2 11,-1-4 1,-1 6 0,4-2 0,-2 5 43,-1 0 0,-1-2-12,6-2 1,-1 7 0,1 4 31,-1 2 0,-4 4 1,-3 2-1,0 6-95,-4 3 1,3 1-1,-1 2 1,0 2-28,1 1 0,-4 0 0,3-3 0,-4 2 18,-1 1 0,5 2 0,0-4 0,-2 2-33,-1-1 1,-2-2-1,0-2 1,0 1-195,0-1 0,0 1 267,0-1 0,6-25 1,2-7-1</inkml:trace>
  <inkml:trace contextRef="#ctx0" brushRef="#br1" timeOffset="37">13437 1007 10421,'0'-9'-2769,"0"-1"2521,0 7 195,0 9 1,5 4 0,0 9-49,-2-3 0,-2-2 0,-1 1-102,0-1 0,0 1 208,0-1 1,-6 0-1,-2 1 1</inkml:trace>
  <inkml:trace contextRef="#ctx0" brushRef="#br1" timeOffset="38">13480 950 10421,'0'-15'-365,"0"1"0,0-1-307,0 1 1,0 4 0,0 1 277,0-2 0,-1 4 345,-4 3 1,3 8 0,-3 6 7,4 3 0,1 1 26,0 0 1,0-6 0,0-1 0</inkml:trace>
  <inkml:trace contextRef="#ctx0" brushRef="#br1" timeOffset="39">13696 978 6669,'-14'0'50,"4"0"1,0 2-20,-1 3 0,3-2 1,0 7-1,0-1 11,0-1 1,5 5 0,-2-3-37,4 2 0,1 3 0,1-1-10,4 1 0,3-6 1,7-1-1,1-2-62,3-2 0,-3-3 0,4-1 1,1 0-125,3 0 1,-1 0 189,1 0 0,12-38 0,9-10 0</inkml:trace>
  <inkml:trace contextRef="#ctx0" brushRef="#br1" timeOffset="40">13897 734 8572,'8'-16'-394,"-3"-2"1,-3-1-410,-2 1 1,1 4 804,4 4 1,-5 6 0,2 8 84,-5 6 0,-7 4 0,4 4 0,-1 3-54,1 1 0,1 2 0,5 5 0,0-2-29,0-3 1,-5 3 0,1-1-1,0 3-12,3-1 0,1 4 0,0-8 1,0 2 5,0-2 0,0 2 0,0-7 0,0-2 124,0-1 73,0-1-165,0-7 1,0-8 0,0-10 0,0-3-56,0-1 0,5 0 0,1-1-24,2 1 0,-3-1 1,3 1-1,0 0-36,0-1 1,-4 2-1,6 2 33,1 2 1,0 4 0,1-3-2,-3 1 0,1 4 30,4 8 1,-6 5 0,-1 7-20,-1 2 0,-4 1 0,2-6 0,-2 2-20,-2 3 1,5-1 61,0 6 0,12 25 0,-1 12 0</inkml:trace>
  <inkml:trace contextRef="#ctx0" brushRef="#br1" timeOffset="41">14545 993 6721,'0'14'-22,"0"1"0,0-1 1,0 0 66,0 1 0,-2-1 0,-1 1 0,-2-1-50,2 0 1,2 1 0,1-1 0,0 0 88,0 1 0,0-6 247,0 1-333,0-7 1,0 2 0,1-8-1,2-4-27,2-1 0,1-1 0,-1-6 1,3 1-22,0 0 0,3-1 0,-4 1 0,-1 0-36,1-1 1,2 1 0,-2 1 0,-1 2-31,0 1 0,6 2 5,-3-1 0,-1 2 91,2 7 1,-7 2 45,2 3 1,-4 3 0,-1 6 43,0 0 0,0 1 0,0-1-27,0 1 0,0-1 1,0 0 27,0 1 1,0-6 27,0 1 0,7-7-85,2 2 0,-1-4 1,0-2-30,-1-4 1,2 2 0,-2-7 4,1-1 0,0-2 1,3-1-1,-2 0-9,3-1 1,-6 6 0,0-1-3,1-1 1,-4 0 0,5-1-25,-2 3 0,1 6 19,-2-2 0,-4 5 25,4 5 1,-3 3 0,-2 6 7,0 0 1,0 1 0,0-1-14,0 1 1,0-1 0,0 0-50,0 1 1,0-1-1,1 0 1,2 1-86,2-1 0,5-4 0,-4-1 140,2 3 0,27-6 0,12 0 0</inkml:trace>
  <inkml:trace contextRef="#ctx0" brushRef="#br1" timeOffset="42">15020 1079 8572,'-8'-9'-93,"1"1"-305,1 1-270,4 2 723,-4 5 1,7-4 0,4-1-61,5 2 0,3 1 0,1 2-88,0 0 1,1 0 0,-2-2 60,-4-2 0,4 2 0,-5-4-102,0-1 0,5 4 117,-4-7 0,-2 6 5,-2-6 0,-5 7 0,-5-2 67,-5 3 1,-3 2 0,-1 0 7,0 0 0,-1 0 0,2 2 0,2 1-32,2 2 1,4 5 0,-3-4-1,1 2-35,4 3 0,2-3 0,1 2-7,0 1 0,0 2 1,0 1-75,0 1 0,1-3 1,4-2-1,3-4-37,0 1 1,5-4 0,-4 5 0,6-2-134,4-3 0,-3-1 255,3-2 0,29-13 0,6-3 0</inkml:trace>
  <inkml:trace contextRef="#ctx0" brushRef="#br1" timeOffset="43">15365 1022 8572,'-6'-15'-724,"2"2"577,-5 4 0,4 2 0,-5 7 84,-1 0 0,-2 2 0,-1 3 85,0 4 1,4 4 0,2 2 0,0-1-40,0 0 1,5 1 0,-4-1 0,3 1-20,-1-1 0,0-5 1,5 1 41,0 1 0,0 2-12,0 1 0,2-6 1,2-3-11,6-3 1,3-2 0,1 0-34,1 0 1,-6-5 0,-1-1 0,0-1 20,0 1 0,0-5 1,3 3-1,-3-2-13,-1 0 1,2 1 0,-2-4 30,1 4 1,-3-3 0,3 6-19,-2-2 1,0 5-1,-2-4 7,0 1 1,3 4 15,-3-2 1,-2 8 4,3 6 1,-2 3 0,0 1-70,2 1 1,0-6 0,-5 1-35,0 1 1,1 2 0,3 1 102,0 0 0,14-6 0,-2-1 0</inkml:trace>
  <inkml:trace contextRef="#ctx0" brushRef="#br1" timeOffset="44">15466 1079 7705,'0'-14'-433,"0"-1"0,0 6 0,1 1 0,2 0 504,2 0 0,0 3-7,-5-5 37,6 7 1,-4-2-1,3 10-51,-4 5 0,-1 3 0,0 1 0,0 0-31,0 1 1,0-1-1,0 1-6,0-1 0,0 0 1,0 1 44,0-1 0,0-4 132,0-1-149,0 1 0,2-4-52,3-6 1,-2-1-1,5-9 1,0 0 13,0 2 0,-3-4 0,4 2 0,3-3-65,0-1 1,-2 4-1,0 1 1,1-1-28,2 2 0,1-5 58,0 4 1,1 2 29,-1 3 0,-4 2 0,-2 4 1,-2 2 0,-1 0 0,-5 5 5,0 2 0,5 2 0,-1 2-83,0-1 1,-3-5 0,-1 1-101,0 1 1,2 2-1,1 1 178,2 1 0,12-7 0,-1-2 0</inkml:trace>
  <inkml:trace contextRef="#ctx0" brushRef="#br1" timeOffset="45">15940 993 8572,'0'-10'-1694,"0"1"1422,0-3 0,0 4 302,0-1 1,-6 6 85,-4-2 1,-2 10 0,-1 4-56,3 4 0,2 1 0,5 1 0,-2-1-19,2 1 0,1-1 0,2 0-12,0 1 1,0-1 0,2-1 0,1-2-25,2-1 1,5-1 0,-4 4-23,2-3 0,-3 1 1,4-5 23,3 2 1,-6-3 0,0 3 7,1-2 0,-6 1-22,4-2 1,-10-4 0,-4 4 0,-4-2-52,-1 2 1,-1-3 0,1 2 0,-1 0-47,1 0 1,-2 0 0,-1 4 0,-3 0-410,3 0 512,7-5 0,10 10 0,8-5 0</inkml:trace>
  <inkml:trace contextRef="#ctx0" brushRef="#br1" timeOffset="46">16573 950 8572,'0'-15'-1239,"0"1"0,0 4 1891,0 1-470,0 5 0,0 0-136,0 8 0,-1 4 0,-2 7 1,-2-1 9,2 1 0,-4 1 0,1 1 0,-1 2-18,1-1 1,0-2 0,2-2 0,-2 1-60,-2-1 0,5 1 0,-2-1 0,2 0-7,-2 1 0,4-1-17,-4 0 33,3 1 0,9-7 0,2-3-14,4-4 1,-4-7 0,1-2 0,1-2-68,2 1 1,-3 1 0,-1-4 0,2 3 30,2-2 0,2-1 0,-3 1 0,0 2 18,-3-2 1,-1 3-1,3 0 1,-1 1-13,1 4 1,-3-3 81,2 1 1,-5 0 82,4 5 0,-6 2 8,2 2 1,-3 0-1,-2 5 4,0 2 1,0 2-28,0 2 1,1-6-99,4 1 1,3-2-1,6 1-18,1-4 0,-1-3 0,1-2-10,-1 0 0,0 0 0,1 0 0,-1 0-6,1 0 0,-6-5 1,-1-2-1,0-1 24,0-3 0,-5 3 0,4-1 19,-1-2 1,-4-2-23,3-2 1,-4 1-134,-1 0 0,-1 4-598,-4 0 748,3 7 0,-4 10 0,6 9 0</inkml:trace>
  <inkml:trace contextRef="#ctx0" brushRef="#br1" timeOffset="47">17019 1050 6773,'-8'0'364,"2"0"0,12 5-353,4 0 0,1 1 0,0-2 0,-1 0-34,1 0 0,2-3 0,1-1 0,1 0 0,-1 0 0,1 0 1,-1 0-10,0 0 1,1 0-1,-1 0 1,0-1-31,1-4 0,-6 3 0,-1-4-20,-1-1 1,-2-1 50,-5-6 0,-2 1 1,-1 2 22,-2 1 1,-8 7-1,0-2 1,-4 4 16,-1 1 0,2 0 0,2 0 0,0 1 120,-1 4 1,-2-2 0,1 7 0,3 1-33,0 2 0,2-3 0,0-1 0,3 2 17,1 2 0,2 2 0,7-1-59,3 0 0,3-4 0,8-2 0,3-2-53,5-3 1,8 4-1,3-2 1,0-2-3,0-2 0,11-16 0,6-8 0,2-1 0,1 0 0</inkml:trace>
  <inkml:trace contextRef="#ctx0" brushRef="#br1" timeOffset="48">17652 748 20256,'2'-9'-5354,"1"-1"4183,2-1 0,0-2 677,-5-1 0,0 4 399,0 0 0,0 6-1,0-6 0,1 5 198,4-4 0,-2 5 0,5-2 158,-1 0 1,4 4 0,-3-4-340,0-1 1,3 4 0,-4-5-1,1 2 254,3 3 1,-3-4-1,0 1 1,0-2-26,0-3 1,0 3-1,3-2 261,-1-1 1,-6 3-25,6-2 0,-7 5 184,2-4-633,-4 6-170,-1-4 1,-4 14-1,-3 2 149,-1 4 1,4 1 0,-4 1-1,0-1-22,0 1 1,3 5 0,-5 4-1,1 3 23,1 2 0,-4 0 1,6 0-1,-2 1-43,-3 4 0,3 1 0,0 5 0,0-2-100,0 2 0,5 0 0,-4 0 0,2-3-104,1-2 0,-1-1 1,5-6-1,0 0-1004,0-4 1316,0 3 0,-7-24 1,-1 2-1</inkml:trace>
  <inkml:trace contextRef="#ctx0" brushRef="#br1" timeOffset="49">17523 1007 16432,'-6'-14'-2307,"2"-1"1,-4 1 383,2 0 1737,1 6 0,7 1 0,3 7 0,4 0 650,4 0 0,3-5 0,2 1 0,2 0-244,3 3 1,1-4 0,4 0 0,1 2-112,0 1 1,0 1 0,1-2 0,2-2-157,2 2 1,4 1 0,-6 2 0,-3 0-287,-4 0 0,-5 0 405,4 0 0,-26 19 0,-1 5 1</inkml:trace>
  <inkml:trace contextRef="#ctx0" brushRef="#br1" timeOffset="50">17839 1050 15739,'8'-14'-854,"0"4"0,-4 1 76,0-2 0,8 4 715,-3 2 0,4 4 92,1 1 0,-1 6 1,-2 2-1,-3 2-220,-1-1 0,-1 6 0,-3 4 0,2-1 7,-2-2 0,4-2 1,-2 0-1,-2 1 33,-2-1 0,-1 0 0,0 1-480,0-1 384,0 1 203,0-7 1,0-8 0,0-10-1,0-3-112,0-1 0,2-2 0,1-2 0,2-1 65,-2 1 0,4 3 0,-1 0 1,0 1 61,1-1 0,4 1 41,-2 0 1,4 1 50,2 3 1,-6 4 0,1 7-7,1 4 0,8 16 0,4 9 1</inkml:trace>
  <inkml:trace contextRef="#ctx0" brushRef="#br1" timeOffset="51">18285 1022 13039,'8'-2'-492,"-3"-3"0,-3-3-811,-2-6 1163,0 6 1,-7 1-1,-2 7 261,-4 0 0,0 7 0,2 2 1,2 3-152,-3-3 0,1 4 0,0-3 1,3 2-21,2 3 0,-4-6 0,4 1 2,-2 1 1,3 0-1,-3 0-69,1-1 0,4-2-117,8 2 0,-2-4 1,7-6 265,1 0 1,2-5 0,1-1 0,1-2 2,-1-3 0,-4-1 0,-1 1 0,1 2-108,-2-2 1,4-2-1,-4-2-9,0 1 0,4 4 206,-8 1 0,6 4-37,-5-5 0,0 9-10,-5 1 0,0 1 0,0 9-64,0 1 0,0 2 0,0 1-250,0 1 0,0-1 1,0 1 3,0-1 1,0 0 0,0 1 157,0-1 1,0-6 0,0-2 0</inkml:trace>
  <inkml:trace contextRef="#ctx0" brushRef="#br1" timeOffset="52">18401 1036 7457,'-8'0'-484,"-4"2"1,8 2 558,0 6 0,3-2 0,1 2-94,0 1 1,0 2-186,0 1 1,0 0 0,1-1 203,4-3 0,3-23 0,7-11 0</inkml:trace>
  <inkml:trace contextRef="#ctx0" brushRef="#br1" timeOffset="53">18429 935 8567,'0'-14'-340,"0"-1"1,0 1 0,0 0 137,0-1 1,0 6-113,0-1 242,0 7 0,0 8 0,0 9-9,0 2 1,2 0 0,1 0 0,2 2 80,-2 1 0,31 26 0,6 1 0</inkml:trace>
  <inkml:trace contextRef="#ctx0" brushRef="#br1" timeOffset="54">18645 1022 8567,'-9'-2'-154,"-1"-1"-313,-1-2 1,3 0 340,-2 5 1,7 2-1,-3 3 179,-1 4 0,6-1-32,-4 2 0,5-1-13,5 6 0,-2-7 1,6-3-12,3-4 1,0-1 0,3 0 0,-1 0-7,1 0 0,-1-5 0,0-1 0,1 0 2,-1-1 0,5-4 0,0 3 0,-1-2 7,-2 1 0,-2 1 0,1-3 1,-1 3-10,1 1 1,-6 1 0,1 3 5,1-2 1,-5 2 0,-1 7 0,-3 4 1,-2 7-1,0-1-62,0 1 1,0-1 0,0 2-1,0 2-35,0 1 1,0 1-1,0-2 1,1 1-298,4-1 396,-3 4 0,42-6 0,4 5 0</inkml:trace>
  <inkml:trace contextRef="#ctx0" brushRef="#br1" timeOffset="55">19595 734 8567,'0'-23'0,"0"4"-892,0 3 767,0 8 1,0 8-1,0 10 1,0 4 156,0 5 0,0-1 0,0 4 0,1 1-17,4-1 0,-3 1 0,2 2 1,-2-1-26,-2 2 1,0-1 0,0 1 0,0-4-3,0-1 1,5 3-1,0-5 1,-2-1-34,-2-2 1,-1-2 137,0 1-91,7-8 0,-1-7 1,5-9-1,-1-2-82,1 1 0,-3-3 1,2 4 69,1-4 0,0-1 0,0 1-21,-1 3 50,-7 4 1,5 6 2,-3 0 1,-3 1 0,1 3 0,-5 2-8,-3 2 0,-6 0 1,3 3-1,-1-1-23,-1 1 1,0 0 0,-4 0-1,1-1-34,4 1 1,-4 0 0,5 0 0,-2-3-136,1-1 1,4 2 0,-3-2-83,1 1 0,3-3 259,4 4 0,38-31 0,10-4 0</inkml:trace>
  <inkml:trace contextRef="#ctx0" brushRef="#br1" timeOffset="56">19940 1007 8567,'-14'2'3,"-1"3"0,1-4 1,-1 6-1,1-1-71,0 4 1,-1-2-1,1 1 1,-1 2-98,1 2 0,6 2 0,3-1 193,4 0 0,1 1-39,0-1 1,6-6 0,4-3 0,2-4-25,3-1 1,4 0-1,0 0 1,0-1-7,2-4 1,-5 2 0,3-7-1,-3-1-39,-1-2 0,-1 4 1,1-1-1,-3-1 31,-2-2 1,1-1 0,-5-1 0,1 1 54,-1 0 1,-1 4-1,-5 0 1,-2 1-2,-2 1 1,-6-3-1,-8 6 1,-1 0 12,2-1 0,-4 4 0,2-3 0,1 4-127,2 1 0,2 1 1,-1 2-1,3 4-252,2 1 1,-1-3 360,6 4 0,51-12 0,18 1 0</inkml:trace>
  <inkml:trace contextRef="#ctx0" brushRef="#br1" timeOffset="57">20300 791 8567,'0'-14'-1889,"0"0"1830,0 6 1,-5 8-1,0 9 1,0 4 274,-1 1 0,4 6 0,-3 0 1,2 3-110,-2 2 1,4-2-1,-4 1 1,3 1-132,2 2 0,-1 2 0,-2 0 0,-2 0-71,2 0 1,1 1 0,0 0 0,-1 1-62,-2-4 0,1-2 0,4 3 0,-2-3-426,-3-1 582,4-6 0,7-36 0,10-15 0</inkml:trace>
  <inkml:trace contextRef="#ctx0" brushRef="#br1" timeOffset="58">20156 950 8535,'-8'-21'-289,"-3"0"0,6-3 1,0 6-1141,-1 7 1808,4-1 0,-3 10-311,10-3 0,3 4 1,6 1-1,1 1-11,-1 4 1,5-3-1,1 2 1,-1-2-57,1-2 0,-4 0 0,5 0 1,-2 0 2,1 0 1,-1 0 0,-5 0 0,1 0-1,-1 0 0,-4 0 0,-1 0-33,2 0 1,1 2 15,-3 2 0,-2-1 15,-7 7 0,-2 0 0,-3 4 1,-4 0 4,-4 1 1,3 1-1,1 1 1,-3 3-26,0-3 1,-1 4 0,2 0-1,1 0-5,-1-1 1,3 4-1,0-5 1,1-1-30,4-2 0,3-2 51,5 1 1,3-7 0,6-3 0,2-5-1,4-5 1,-4 2 0,3-7 0,-2-1-8,3-2 0,-5-3 0,5-2 0,-4-1-17,-2 2 0,0 1 1,1 1-1,-1 3-11,1 2 1,-3-3 0,0 5 36,-3 0 0,-4-3 30,5 6 0,-7 2 0,2 8 20,-4 4 0,-1 4 1,0 2-40,0-1 1,0 0-1,0 1 1,2 1-52,3 3 0,-2-3 0,6 3 0,3-3-85,0-2 0,3 6 0,1-1 0,3-2-540,5-1 664,-3-1 0,17-7 0,8-2 0,1 1 0,1 1 0</inkml:trace>
  <inkml:trace contextRef="#ctx0" brushRef="#br1" timeOffset="59">21264 1007 8535,'-15'-6'-2463,"1"-4"2913,6 4-350,1-1 0,14 7 0,2 0-13,4 0 1,2 0 0,-1 0 0,0 0-81,1 0 0,-1 0 0,0 0-31,1 0 1,-1 0 0,1 0-107,-1 0 1,-4-1 70,-1-4 1,-6-3 68,2-6 0,-5 6 0,-5 3 0,-4 3 39,-4 2 0,-1 0 1,-1 0-1,1 0 61,-1 0 1,1 2-1,0 1 1,1 3 33,3 2 0,-1 2 0,6 4-152,2 1 0,2-1 1,1 1-1,0-1-41,0 0 0,1 1 0,4-1 0,5 1-92,2-1 1,3 0 0,1 1 0,1-3-74,2-2 0,2 3 0,-3-5 0,3 0 214,1-3 0,-4-4 0,1-1 0,-3 7 0,-2 1 0</inkml:trace>
  <inkml:trace contextRef="#ctx0" brushRef="#br1" timeOffset="60">21594 1094 8323,'5'-15'-794,"0"1"461,-2-1 0,-1 1 1,-2 0 481,0-1 1,0 1-80,0-1 0,0 6-26,0-1 0,0 9-21,0 1 0,0 6 0,0 8-40,0 1 0,0-1 0,0 1 0,0-1 15,0 0 0,0 1 1,0-1-5,0 1 0,0-1 25,0 0 0,0-4-4,0-1 1,1-5-24,4 0 1,-2-8 0,7-4 0,0-2-41,-2 0 0,3 1 0,-5-5 0,2-1 13,3 1 0,-3 4 1,0 1-1,0-1 19,0 2 0,-3-3 0,3 4 0,0 1 46,0 0 0,-3 1 1,4 5 1,-4 0 0,3 1-7,-1 4 0,-3-2 0,-2 7-21,3 1 1,1 2 0,5 1 0,-3 1-61,-1-1 1,4-4 0,-3-1-1,2 2-115,-1 2 0,1-3 0,4-1 0,1 1 171,-1-2 0,39-14 0,9-10 0</inkml:trace>
  <inkml:trace contextRef="#ctx0" brushRef="#br1" timeOffset="61">22084 1050 8323,'-5'-14'-674,"-2"0"466,-1-1 1,4 2-1,-4 2 1,0 3 379,0 2 1,3 1-77,-5 5 0,5 0 1,-3 2-1,2 2-28,3 6 0,1-2 1,2 2-1,0 1-71,0 2 0,0 1 0,0 0-45,0 1 0,2-1 0,3 1 0,3-1-8,0 0 0,3-4 0,-5-2 0,2 0-92,3 0 0,-3 0 1,2 3-1,1-3-89,2-2 1,1 1-1,1-4 237,-1 2 0,45-32 0,12-13 0</inkml:trace>
  <inkml:trace contextRef="#ctx0" brushRef="#br1" timeOffset="62">22271 1094 8072,'-13'-2'-492,"3"-3"1,-3 4-1,4-4 666,-4 3 1,-1 2-1,1 2-96,3 3 1,-1-2 0,6 6-9,2 2 0,2-3 0,2 2-78,4 1 0,-2-4 0,7-1 1,1-1-3,2 0 1,-4-1 0,1-4 0,1 0-17,2 0 1,1 0 0,1 0 0,-1 0 0,0 0 0,-4 0 1,-2-1-1,0-2 21,0-2 0,-5-2 0,4 4 0,-3-3-2,1-2 1,0 3-1,-7-3-26,-2 2 1,0 1 0,-5 5-1,-2 0-80,-2 0 1,-2 0 0,1 0-84,0 0 0,4 1 0,2 4 195,2 5 0,46 9 0,16 3 0</inkml:trace>
  <inkml:trace contextRef="#ctx0" brushRef="#br1" timeOffset="63">22544 1108 7782,'-14'-5'0,"-1"0"-283,1 2 1,-1 2-1,1 1 445,0 0 1,-1 6 0,2 3 0,2 3-111,2-3 1,6 4 0,-4-5 0,2 2 105,1-1 0,0 1-148,9 4 0,3-4 0,7-2 0,0-2-45,5-3 0,-4-1 1,4-2-1,1-2-13,3-2 1,-1-3-1,-1-4 1,0 1-85,1-1 0,-6-2 0,2-1 1,-3 0 76,-1-1 1,-1-1-1,-1-1 1,-2-4 8,-1-1 0,-7-1 0,3-2 0,-1 1 39,0-2 1,0-1-1,-5-2 1,-2 0 17,-3 1 1,4-1-1,-6 0 1,3 0 6,-1 0 1,-2 1 0,4 0-1,-2 4 56,2 5 0,0 10-75,-2 4 1,2 5 0,-5 5 0,2 6 26,2 6 0,3 1 0,1 6 0,0 2-22,0 1 0,0 2 0,0-1 1,0 1-54,0 0 0,1 4 0,3 1 0,2-2-16,2-2 1,-3 4 0,4 0-1,1-2-22,-2-2 0,6-1 0,-1-1 0,5 0-52,-1-4 0,4-4 0,0-5 139,1-1 0,41-38 0,-25 7 0,0 1 0</inkml:trace>
  <inkml:trace contextRef="#ctx0" brushRef="#br1" timeOffset="64">22976 1151 8347,'-8'-6'-213,"1"2"1,6-4-467,-4 2 728,3-5 0,-3 9 52,10-3 1,-2 4 0,7 1-118,1 0 1,2 0-1,1 0-24,1 0 0,-6 0 0,1 0-49,1 0 1,2-2 0,1-1-73,1-2 0,-6-1 103,1 1 0,-7 2 1,2-7 65,-4-1 0,-2 5 0,-4-1 108,-5 1 0,-2 4 0,-3-2-34,1 2 1,4 2 0,1 0 0,-1 2-24,2 2 1,0 0 0,5 5-43,-2 2 1,0 2 0,5 2-35,0-1 1,7-1 0,1-2 0,1-2-116,1 3 0,1 0 0,7 1 0,1-2-114,-2-1 1,1-5 0,0 4 245,1 3 0,38-19 0,6-2 0</inkml:trace>
  <inkml:trace contextRef="#ctx0" brushRef="#br1" timeOffset="65">23292 1065 8347,'0'-15'0,"2"1"-723,2 0 1,-2-1 763,3 1 1,1 4-1,1 2 101,1 2 1,-4 1 0,4 7-54,-1 2 1,2 4 0,-2 7-1,-1-1-82,1 1 1,2-1 0,-4 0 0,0 1-37,1-1 0,-4 1 0,3-1 0,-4 0-23,-1 1 1,0-1-1,0 0 1,0 1-33,0-1 1,0-4 149,0-1-48,0-5 0,0-9 1,2-10 3,3-1 1,-2-4 0,6 0 0,1 1-23,-2-2 1,5 6 0,-4-6 0,4 2-32,2-1 1,-3 1 0,-1 6 0,-1 2-93,1 2 1,2 4 0,1-3-242,1 1 0,-1 3 364,1 4 0,12 25 0,3 7 0</inkml:trace>
  <inkml:trace contextRef="#ctx0" brushRef="#br1" timeOffset="66">24270 1223 8347,'0'-14'-1199,"0"-1"1499,0 1 1,0 4-244,0 1 1,0 4 21,0-5 1,0 5 0,0-4-91,0-2 1,0 3-1,0-2 1,0-1-53,0-2 1,0-1-1,0-1 1,0 1 39,0 0 0,2-2 1,1-2-1,4-3-8,1-1 1,1 3 0,6-4 0,-1 2-20,0 4 1,6-4-1,-1 2 16,-2 1 0,-1 9 1,-1 4-74,-1 3 0,-6 4 1,-3 3 106,-4 4 0,-1 6 0,-1 2 0,-6 2 39,-7-1 1,-2 3 0,-8 0 0,-1 1-25,-3 4 0,0-4 0,-1 2 0,0 0 24,0-2 0,0-1 1,2-6-1,3-1 78,5 0 0,8-6 0,3-1 34,2-1 0,9-4 0,11 1 0,9-5-74,4-3 0,3-4 1,2 4-1,2 0-273,-2-1 1,-2 4 0,0-3 0,2 4-335,2 1 530,-7 0 0,7-13 0,-4-3 0</inkml:trace>
  <inkml:trace contextRef="#ctx0" brushRef="#br1" timeOffset="67">25220 1122 8404,'0'-22'-166,"5"1"0,0 7 73,-2-1 0,-2 1 161,-1 0 1,-1 4-1,-4 2-63,-5 2 0,-2 1 0,-4 5 0,-2 1 68,-1 4 0,-2-2 0,2 9 0,-4 2-219,1 4 0,-4 1 0,7-3 0,0 1 116,-2 2 1,5 5 0,-1-4 0,4-1 15,3 2 1,7-5-1,-2 3 53,4-3 0,2-8 0,6-3 0,6-4-16,4-1 0,9 0 0,-4-1 0,2-4-105,0-5 1,0-3-1,5-1 1,-2 0 6,-3-1 1,2-4-1,-6-2 1,1 0 37,0 1 0,-2-6 1,-5 2-1,1-3 13,-1-2 0,-6 0 1,-1-1-1,-3-2 44,1-2 1,0-1-1,-5 3 1,0-1 17,0 1 1,0-3 0,-2 1-1,-1 2 30,-2 2 0,-4 3 0,2 3 0,1 4 34,0 4 0,-1 8 0,4 5-109,-2 6 0,-4 7 0,2 9 0,1 5-19,0 3 0,-4 2 0,5 0 0,2 0-12,1-1 0,2 6 0,0 0 1,0-1-85,0 2 1,0 0 0,0 5 0,2-3-32,3-2 0,-2 5 1,7-1-1,-1 1 22,-1-2 1,5 2-1,-4-6 1,4-4 130,2-4 0,44-18 0,11-10 0</inkml:trace>
  <inkml:trace contextRef="#ctx0" brushRef="#br1" timeOffset="68">25508 1194 8404,'-5'-17'-346,"0"2"1,-1 4 0,2-3 0,0-1 341,1 1 1,1 4 15,2 1 1,0 4 34,0-5 0,6 7 1,4-2-9,3 4 1,-4 1 0,1 0-184,1 0 48,2 0 97,-5 0 1,-8 0 0,-10 0 0,-3 0 60,-1 0 0,0 1 0,-1 3 0,1 2 36,0 2 1,-1 0 0,1 3 0,-1-1-98,1 1 0,4-3 0,2 1-25,2 3 0,1 0 0,7 3-22,3-1 0,3-1 1,6-2-1,0-3-68,1-1 1,6 2 0,1-2 0,2-1-105,0 0 1,0-1-1,5-5 218,-1 0 0,27-6 0,5-2 0</inkml:trace>
  <inkml:trace contextRef="#ctx0" brushRef="#br1" timeOffset="69">25795 1108 8103,'0'-14'0,"-1"-1"-695,-4 1 1,2 1 807,-7 3 1,5-1-78,-4 6 0,1 7 1,-2 8 16,5 2 1,-1 3 0,1-1-1,2 1-46,1-1 0,2 0 0,0 1 1,2-1-74,3 0 1,-2 1 0,5-1 0,0 1-73,0-1 1,-3 0 0,4 1-157,3-1 1,0 1 293,3-1 0,31-12 0,9-4 0</inkml:trace>
  <inkml:trace contextRef="#ctx0" brushRef="#br1" timeOffset="70">25997 1209 8375,'-15'-7'-770,"1"4"1,0-5 763,-1 2 1,1 1 0,1 6 8,4 4 1,1-2 0,4 7 75,0 1 1,-1-3 0,6 2-63,4 1 0,3-5 0,7 1 1,-1-2-28,0-1 1,1 1 0,-1-5 0,0 0-8,1 0 1,-1 0 0,1 0 0,-1 0 0,-1-1 1,-2-3-1,-3-2 78,-2-2 0,4 3 0,-5-4 4,-2-3 1,-3 0 0,-5-3-31,-4 1 1,-4 6 0,-2 1 0,1 3-35,0-1 0,-1 0 0,1 5-204,-1 0 1,6 2-1,1 2-82,1 6 1,3-2 0,4 2 283,0 1 0,44 21 0,12 6 0</inkml:trace>
  <inkml:trace contextRef="#ctx0" brushRef="#br1" timeOffset="71">26342 1223 8375,'0'-14'0,"-6"4"-313,-4 0 1,-3 7 0,-1-2 236,0 4 1,4 2 0,0 3-1,-1 2 202,-2 2 1,4 2 0,1 4-81,1 0 0,3-4 0,4 0-17,0 1 0,1 0 0,4-1 0,5-4 14,2 0 1,0-4 0,2 3-63,7-4 0,-2-1 0,0-1 1,-3-2-41,-2-2 1,1-6-1,-1 3 1,1-2-4,-1 0 1,-1 1 0,-2-7 0,-3-2-45,-2-1 1,1-5 0,-4 3-1,2 0 36,-2 1 1,-1-6 0,-2 2-1,0-3 65,0-2 0,-5 0 1,0 1-1,0 0 57,-1 4 0,4-3 0,-3 3 0,4-1 28,1 1 0,0-2 0,0 7 65,0 1-121,6 9 1,-4 9 0,3 9-1,-4 6 29,-1 4 1,0-1-1,0 4 1,0 0-45,0 1 1,0 1-1,0 3 1,0-2-30,0-1 0,0 0 0,0 5 1,0 0-39,0 0 1,0 0 0,0-1 0,0 3-83,0 2 0,0-7 1,0 3-1,2-4-17,3-2 1,-2-1-1,5-4 1,0-1 156,0-4 0,53-37 0,-22 4 0,0 0 0</inkml:trace>
  <inkml:trace contextRef="#ctx0" brushRef="#br1" timeOffset="72">26673 1252 8375,'-2'-15'-104,"-2"1"1,2 0 102,-3-1 0,-1 6-153,1-1 1,2 7 222,8-2 0,3 3 0,6 2-98,0 0 0,1 0 1,-1 0-188,1 0 0,-1 0 58,0 0 1,-1-1 75,-3-4 70,-4 3 0,-7-9 0,-4 6 42,-5 2 1,-3 2 0,-1 1 23,0 0 0,-1 4 0,2 3-17,4 1 1,-2-3 0,4 3 0,1 0-5,-1 0 1,3 1 0,4 6-19,0-1 0,0 0 0,1 1-16,4-1 1,-2-4-1,7-2 1,1-2-20,2-3 0,1 4 0,1-2 0,-1-2-6,0-2 0,2-1 0,2 0 0,1 0 21,-1 0 0,-2 0 0,-2-1 0,0-2-22,1-2 0,-1-6 0,-1 1 0,-2-1-20,-1 1 1,-7-3 0,3 4 0,-1-4 43,0-1 0,0-1 0,-5 1 4,0-1 1,0 1 0,-2 1 0,-1 2 33,-2 1 1,-1 6 6,1-6 0,2 7-59,-7-2 12,7 4 0,3 2 3,10 4 0,2-4 1,3 6-1,-1-2-1,1-1 0,-6 1 0,1-5 1,1 0-14,2 0 1,1 0-1,0 0 1,1 0-1,-1 0 0,1 0 0,-1 0 4,0 0 0,1 0 30,-1 0 1,-4 0 0,-2 2 44,-2 3 1,-1-2 0,-5 6 9,0 3 0,0 0 1,-2 3-1,-1-1-259,-2 1 0,1 1 0,4 1 186,0 2 0,-13 33 0,-3 2 0</inkml:trace>
  <inkml:trace contextRef="#ctx0" brushRef="#br1" timeOffset="73">27752 863 8434,'-8'-22'-486,"3"3"1,2 3 0,0 1 774,-2 1-275,0 0 0,7 6 11,3 3 1,-2 10 0,5 4 0,-2 4 27,-3 1 1,-1 2 0,-2 4-1,0 4-47,0 3 0,0 1 1,0 1-1,0 0-30,0 0 0,0 1 0,0 2 1,0 2-37,0-2 0,0-2 1,0-1-1,0 0-117,0-1 1,-2-4-1,-1 0 1,-2 0-57,2-1 1,2-3 0,1-5 232,0-1 0,-13-19 0,-3-4 0</inkml:trace>
  <inkml:trace contextRef="#ctx0" brushRef="#br1" timeOffset="74">27579 1165 8434,'10'-22'0,"-2"3"-152,-2 3 0,6 2 1,-3-1-1,4 2-44,1 4 1,6-2 0,0 6-1,3 2 150,2 1 1,2 2-1,2 0 1,0 0 82,0 0 1,0 0-1,-1 0 1,1 0-63,0 0 0,0 5 0,-2 0 0,-2-1-15,-1 3 0,-6-4 1,0 7 50,-7 1 1,-5-3 0,-6 1 0,-2 1 48,-2-2 0,-4 3 0,-7-5 1,1 2 27,0 4 1,-6-4-1,1 1 1,2 1 10,1-2 0,1 3 1,1-5-1,-1 2-85,1 4 0,4-4-22,1 1 11,6 1 1,-2-2 0,10-3 0,6-4-29,6-1 0,1 0 0,4 0 0,1-1-116,-1-4 1,-3 2 0,4-7-1,-2 0 66,-4 2 1,2-4 0,-3 2 0,-5-3 38,-3-1 0,2 4 0,-5 1 1,-4-3 24,-4 0 0,0 2 1,-8 0-1,-4 1-10,-2 1 0,-4 2 0,2 4 0,-3-1-89,-1-2 0,2 0 1,7 5-1,0 2-182,-1 3 292,7-4 0,21 31 0,11 0 0</inkml:trace>
  <inkml:trace contextRef="#ctx0" brushRef="#br1" timeOffset="75">28342 1079 8434,'0'-22'-233,"0"3"0,-7 3 1,-2 1 166,-4 1 0,-1 6 0,-1 3 145,1 3 0,0 2 35,-1 0 1,6 2 0,1 3-43,1 4 1,7 4 0,7 2 0,1-1-184,3 0 0,6 1 1,3-1-1,-3 2 99,-1 3 0,3-3 0,0 5 0,-1-2-5,-2 0 1,-6 2 0,-1-3 0,1 3 4,-2 1 1,3 2-1,-6 3 1,-2-1 8,-1-2 1,-6 0-1,-4 4 1,-6 0 1,-2-4 1,-6-2 0,-4-4-1,-4 1 1,-4-2 0,-6-2 0,2-4 0,-4-3-3,-1-2 1,0-1-1,0-5 1,3 0-7,6 0 0,2-2 0,13-1 0,3-3-106,5-2 1,0 3-1,8-4-75,4-3 0,6 1 1,8 0-1,5 3 190,4 2 0,35-12 0,10 2 0</inkml:trace>
  <inkml:trace contextRef="#ctx0" brushRef="#br1" timeOffset="76">28500 1223 8434,'0'-14'-20,"0"-1"-88,0 1 0,0 4-427,0 1 553,0 5 1,2-2 0,3 6-46,4 0 1,-1 0-224,2 0 0,-5 0-2,4 0 0,-4 0 38,4 0 1,-7 0 203,-2 0 0,-6-2 0,-9-1 71,1-2 0,0 1 1,-1 2 153,1-3 0,-1 4 0,1-3-100,0 8 0,4-1 0,2 6-77,2 3 1,2 0 0,8 3-73,0-1 1,8 1 0,-3-3 0,6 0-33,4-3 0,-3-1 0,5 3 0,-2-3-70,0-1 1,6 2 0,-2-4-1,1-2-305,0-1 441,0-2 0,30-32 0,7-8 0</inkml:trace>
  <inkml:trace contextRef="#ctx0" brushRef="#br1" timeOffset="77">28889 849 7171,'-10'6'0,"2"4"-104,2 3 0,-1 3 0,4 3 0,-3 5 126,-2 3 1,-2 3 0,-4 4 0,1 4-78,3 4 1,-3-4 0,4 1-1,-2-1-52,1-1 0,-1-2 0,6-6 0,2-2 107,1-3 0,22-35 0,3-15 0</inkml:trace>
  <inkml:trace contextRef="#ctx0" brushRef="#br1" timeOffset="78">28687 1137 8434,'0'-21'-73,"0"5"0,0-3 0,0 3-539,0 1 0,2 3 622,3 2 1,-2-1-1,6 6 1,4 2 20,5 1 0,-1 2 0,7 0 1,2 0-11,1 0 1,2 0 0,0 0-1,-1 0-30,1 0 1,0 0-1,0 0 1,-2 0-28,-3 0 1,1 0 0,-5 0 0,-4-1-35,-5-4 1,0 2 0,-5-7 56,2-1 1,-4-2 0,0-1 0,-2-1 33,-2 1 1,-2-1-1,-1 1 1,-3 0 75,-2-1 0,3 6 0,-5 1-58,-1 1 1,3 3 0,-1 5-10,-3 4 1,0 3 0,-3 8-1,2 1-22,4 3 0,-4 0 0,3 0 1,-2 4-16,-3 3 1,3-3 0,0 0 0,4 0-9,2-2 1,-4 5 0,6-4-1,0-1 25,3-3 1,2-3 0,3-1-1,2-3 79,2-2 0,2-4 1,6-6-1,1 0-46,2 0 0,0-4 1,-4-3-1,-1-1-24,1-3 1,-1-2 0,0-1 0,-1-1-18,-3 1 1,3 4 0,-5 1-1,1-1-31,1 2 0,-5-3 0,3 5 0,0-1-86,0 1 0,-4 1 13,6 5 0,-5 2 57,4 3 1,-6 3-1,4 4 1,-2-1-52,-1-1 0,3 0 1,-2 4-54,4 0 1,-1 1-1,0-1 1,0-1-155,0-3 1,0 2 302,2-2 0,3-4 0,-5 1 0</inkml:trace>
  <inkml:trace contextRef="#ctx0" brushRef="#br1" timeOffset="79">29392 1180 8266,'-5'-10'0,"-1"1"-285,-2-3 0,3 1 0,-3 0 291,2 1 583,1 7-519,5-3 0,6 6 0,4 0-118,3 0 0,1 0 0,-1 1 0,-2 3-11,-1 0 0,-1 1 0,6-5-32,-1 0 0,0 0 0,1 0-94,-1 0 1,-4 0 87,-1 0 0,-4 0 0,3-1 65,-1-4 1,-3 2 0,-5-5 38,-4 1 0,2 3 1,-7 4 18,-1 0 0,3 0 0,-2 1-17,-1 4 1,3 1 0,0 5-1,0-1-1,0 1 1,5-3-1,-2 2 1,4 1-27,1 2 0,0-4 0,0 1-81,0 1 0,1 2 0,4 0 1,5-2-244,2-1 342,3-1 0,31-1 0,9-1 0</inkml:trace>
  <inkml:trace contextRef="#ctx0" brushRef="#br1" timeOffset="80">29709 1094 8296,'0'-10'-526,"0"0"1,0 6 831,0-6 1,0 5-225,0-4 0,1 5 0,2 1-88,2 6 1,5 1-1,-5 5 1,-1 2-51,3 2 1,-4 2 0,5-1 0,-2 2-21,-2 3 1,2-3 0,-1 5 0,0-2-14,1 0 0,-4 2 0,2-3 1,-2 1-14,-2-2 0,0-1 355,0-1-163,0-7 1,0-3-1,0-10 1,0-5-29,0-3 1,0-1 0,0 0 0,0-2-14,0-4 1,5 4 0,0-4 0,-1 0-66,3 1 0,1 0 0,5 3 1,-2 0-127,-2 2 1,6-4 0,4 10 0,-2-1-220,-1-1 1,-1 7 0,-1-2 360,1 3 0,37 34 0,11 8 0</inkml:trace>
  <inkml:trace contextRef="#ctx0" brushRef="#br1" timeOffset="81">30241 1352 8296,'0'-14'0,"0"0"0,0-1 0,0 1-361,0 0 1,0 4 27,0 0 0,0 9 333,0 1 0,6 6 0,2 9 0</inkml:trace>
  <inkml:trace contextRef="#ctx0" brushRef="#br1" timeOffset="82">1136 2216 23341,'7'-15'-1619,"1"1"0,6 0 1668,0-1 1,-1 1 0,-2 1 0,-1 2 28,1 1 1,-3 1-1,2-6-73,1 1 0,-5 4 0,1 1-111,-1-2 107,-4 4 0,4 2 0,-6 10 1,0 5-248,0 3 1,0 3 0,0 1 0,-1 4-135,-4 1 0,3 4 0,-3 6 1,2 1 192,-2-1 1,4 4 0,-4-3-1,3 1-125,2 1 1,-1-5-1,-2 4 1,-2-5 67,2-5 1,-4 1 0,1-6 0,-1 0 164,1 2 1,-5-10 0,1 4 0,-3-2 147,-1-1 1,0-2 0,-1-2-35,1-2 614,6-1 61,2-5 1,12-6-432,4-4 0,2 4 0,3-1 0</inkml:trace>
  <inkml:trace contextRef="#ctx0" brushRef="#br1" timeOffset="83">1438 2475 17001,'-6'8'-1222,"3"5"1,-5-4 1050,1 4 0,3-3 0,2-1-29,-3 2 0,4 2 0,-4 1 15,3 1 1,2-6-134,0 1 1,2-7 256,3 2 0,3-5 0,6-5 114,0-4 1,-4-4-1,0 0 1,1 2-89,2 1 0,-4 1 0,1-6 74,1 1 1,0 0 0,0 1-10,-1 3 1,-2 2 0,3 5 289,-1-2 1,-7 2 0,2 8-386,-4 4 0,1 4 1,1 2-1,2 1-186,-2 3 0,4-3 148,-3 3 1,33 22 0,3 6 0</inkml:trace>
  <inkml:trace contextRef="#ctx0" brushRef="#br1" timeOffset="84">2115 2619 14671,'-15'0'-648,"1"0"0,4 0 1,2 1 535,2 4 857,1-3-824,5 4 0,2-6 1,2 0-1,6-2 213,3-2 0,0 0 1,-2-5-1,-2-1-124,3 2 1,0-5 0,3 2 0,-1-5-24,1-3 0,-1 0 1,0 3-1,-1-2-98,-3-1 0,3-2 1,-5 4-1,1-2-14,1 1 0,-7-3 1,3 2-1,-1 1-111,0 3 0,0-5 0,-5 1-55,0 2 0,-7 2 234,-2 6 1,2 4-21,2 10 1,4-2-1,1 6 1,0 3-58,0 0 1,0 3 0,1 1 0,4 1-44,5 2 1,-2 1-1,1-6 1,3 2 66,0 3 0,1-6 0,-2 3 0,-1-2 43,1-2 0,2-1 1,0 3-1,-2-1 9,-1-3 1,-6 1-1,4-5 1,-1 2-11,-4 3 1,-3-3 253,-5 2 0,2-7 0,-7 2 0,-1-4-181,-2-1 0,1 2 0,0 1 149,3 2 437,-1 0-403,2-5 0,40-19 0,16-5 1</inkml:trace>
  <inkml:trace contextRef="#ctx0" brushRef="#br1" timeOffset="85">2676 2317 14338,'-15'-5'-922,"1"0"0,0 0 0,-1 5 1193,1 0 1,-1 7 0,3 2-213,2 4 1,-1 1 0,4 2-1,1 2-76,0 1 0,1 0 0,5-4 0,0-1-120,0 0 1,0 1-1,1-2 1,3-2-37,0-2 0,6 1 0,-4 3 0,2-2 32,4-1 1,2-6 0,4 4 0,1 0-96,-2 0 0,1-5 1,0 4 323,1-1 1,38-30-1,6-1 1</inkml:trace>
  <inkml:trace contextRef="#ctx0" brushRef="#br1" timeOffset="86">2834 2504 14315,'-14'0'-755,"-1"0"1,6-5-269,-1 0 773,7 0 1,-2 5 407,10 0 0,3 0 0,6 0-92,1 0 0,-6-1 1,1-3 25,1 0 1,2-6-1,0 4-63,-4-2 0,-1 3-81,-3-5 1,-3 1-49,2-6 1,-4 7 0,-4 3 214,-6 4 0,2 1 0,-2 0 68,-1 0 1,0 1 0,0 4-163,1 5 1,7 3 0,-2 1-150,4 0 1,1 1 0,0-1-105,0 1 1,6-1-1,4 0 1,1 1-74,-2-1 1,4 0 0,-3 1 0,3-1-250,1 1 1,0-3 571,1-2 1,25 9 0,6-3 0</inkml:trace>
  <inkml:trace contextRef="#ctx0" brushRef="#br1" timeOffset="87">3122 2518 11134,'0'-14'-911,"0"-1"0,0 1 0,1 1 726,4 3 1,-3-2 0,3 2 321,-4-3 1,-1 4 0,2 1 124,3 1 0,-4 1-184,4 1 0,-4 5 0,-1 0-110,0 8 1,0 5 0,0 1 0,0 1-2,0-1 1,0 2 0,0 2 0,0 1-85,0-2 1,0-1-1,0-1 105,0-1 1,0 0 43,0 1-66,0-7 0,5-3 0,2-10 46,1-5 1,-4-3 0,4-1 0,-1 0-28,-4-1 1,3 1-1,1 0 1,-1-1-32,1 1 1,2-1 0,-2 1-8,1 0 0,-4 1 1,6 3 188,1 5 1,-3-1-30,2 1 1,-5 7 0,3 7-102,-2 4 0,4 2 0,-4-1 0,0 0-29,1 1 1,4-1-1,-1 1-137,2-1 0,-2 0 1,-1 1-1,1-1 16,-2 0 0,5 1 1,-4-2 144,4-4 1,14-2 0,4-7 0</inkml:trace>
  <inkml:trace contextRef="#ctx0" brushRef="#br1" timeOffset="88">3654 2446 9472,'-5'-14'-1095,"0"-1"1,-6 1 1129,2-1 1,1 7-1,-2 4 132,-1 2 0,3 4 0,-2 2 0,1 6-53,1 3 0,-5 1 0,5 1 0,-2 1-99,1 3 1,6-3 0,-4 3 0,2-3-101,1-2 1,-1 1-1,5-1 26,0 0 1,6 1 0,4-2-1,3-4 0,1-2 0,0-7 0,1 0 28,-1 0 1,0-2-1,1-3 1,-1-3-38,1 0 0,-1-5 0,-1 4 0,-2-2-26,-1 1 1,-1-3 0,6 4 0,-3-4 51,-2-1 0,1 4 0,-6 0 1,0 1 50,1 1 1,-4 0 4,3 3 1,-2 3 25,2-2 0,-4 4 0,4 4-64,-3 6 1,-2 3-1,0 1-54,0 1 0,1-3 0,2 0 0,2-3-199,-2 2 248,-1-4 1,11 12 0,3-3 0</inkml:trace>
  <inkml:trace contextRef="#ctx0" brushRef="#br1" timeOffset="89">3884 2432 9514,'0'-15'-1854,"0"6"1795,0-1 161,0 7 1,5 3-1,1 9-81,2 4 0,-3-3 1,3-1-1,0 3-58,0 0 1,-3 3 0,3-1-11,-2 1 1,1 1-1,-4 1-26,2 2 0,0 0 1,-5-4 96,0-1 169,6 1-173,-4-7 0,6-8 0,-5-10 0,2-3-30,-2-1 0,3-1 1,1 1-1,-1 0 10,0-1 0,4 1 0,-4 0 1,1-1-6,-1 1 1,4 4 0,-4 1 13,2-3 1,0 4-1,3 0 27,-1 2 0,-5 1 0,3 7 26,-2 3 0,-1 3 1,-4 6 3,4 0 0,-3 1 0,3-1 0,-4 1-65,-1-1 0,0 0 1,0 1-1,0-1-24,0 0 0,0 1 0,0-1 0,0 1-456,0-1 1,0 0-207,0 1 694,0-1 0,19-38 1,5-9-1</inkml:trace>
  <inkml:trace contextRef="#ctx0" brushRef="#br1" timeOffset="90">4215 2417 9430,'-9'0'-1999,"1"2"1937,1 3 1,2-2 0,5 6 5,0 3 0,0 0 0,0 3 0,0-1 5,0 1 0,5-1 0,2 0 1,1-1 18,3-3 1,2 1 0,1-5 46,0 2 0,1-5 0,-1 2 0,0-3 44,1-2 1,-6 0-1,1 0 142,1 0 0,-3 0 160,2 0-114,-7 0-74,3 0-38,-6 6-180,0 2 0,2 0-39,3-3 1,-2-3 59,7-2 0,-2-7 65,1-2 1,2-4 0,-6-2-7,-2 1 1,-1 5 0,-4-1-16,-2-1 1,0 3 0,-5 0-111,-2 1 1,3 3 0,-2 4-130,-1 0 1,3 0 0,0 1-361,1 4 577,3 3 1,23 32-1,5 6 1</inkml:trace>
  <inkml:trace contextRef="#ctx0" brushRef="#br1" timeOffset="91">4906 2417 9760,'0'-19'-392,"0"0"1,1 1-1,2 7 1,2 1 294,-2-1 0,1 5 131,0 1 1,-2 5-16,3 5 0,-4 3 0,-1 6 0,0 1-19,0-1 0,0 0 1,-1 1-1,-2 1-2,-2 3 0,0-3 0,5 3 0,0-3-2,0-1 1,0-1 0,0 0 0,0 1-60,0-1 1,0-4-1,0-1 27,0 2 1,2-3-1,2 0-50,6-1 1,3-2 0,1-7-1,1-3-12,-1-4 0,0-4 0,2-2 0,2 1 50,1 0 1,0-1-1,-4 1 54,-1 0 1,-6 4 0,-2 2 119,1 2-2,-6-6 0,1 12 0,-8 0 1,-2 8 0,3 5 0,-3 2-74,2-1 1,1 0 0,5 1-56,0-1 1,1-6 0,3-2-1,2-1-9,2 0 1,1 0 0,7-5 0,2 0-23,1 0 1,0-5 0,-4-1 0,-1-2-2,1-3 0,-1 3 0,0-2 0,-1-1-2,-3-2 1,1 3 0,-6 1-1,0-2-31,1-2 0,-4 3 0,1 1-63,-6-3 1,-1 6-1,-5 0 5,-2-1 1,-2 6 143,-2-4 0,1-3 0,0 0 0</inkml:trace>
  <inkml:trace contextRef="#ctx0" brushRef="#br1" timeOffset="92">5438 2129 9566,'-14'-6'-152,"-1"6"0,7 3 0,3 10 0,4 3 158,1 0 0,-5 2 1,0-1-1,2 4-14,1 1 1,2-2 0,0 2-1,0 0-70,0 1 1,0-1 0,2 4-1,1-2 6,2 1 0,1-2 1,-2-1-1,0-1-83,0-4 1,4-2 0,0-4 75,0-1 1,4-7-1,-2 0-24,3-6 1,-4 0 0,1-5 0,0 0 10,-2 0 0,0 0 0,-5-4 0,3 3 51,2-2 1,-5 3-1,4 0 51,-1 1 87,-4-4 1,6 9 56,-4-2 1,-2 4 0,3 4-112,-4 6 0,4 3 0,0 1-44,-2 1 0,4-1 0,-3 0 1,0 1-95,-3-1 0,4-4 0,1-1 0,1 2-290,-1 2 383,5-5 0,10-1 0,10-7 0</inkml:trace>
  <inkml:trace contextRef="#ctx0" brushRef="#br1" timeOffset="93">5726 2532 7398,'0'-9'-295,"0"-1"0,1 7 327,4-2 1,-2-1-1,5-1-28,-1-1 0,-1 5 0,-3-3-18,2-1 0,0 4 24,-5-6 1,0 4 0,-2-3 129,-2 1 1,0 3 0,-5 4 10,-2 0 0,4 1 0,1 2 0,1 4-104,0 1 1,-4 1-1,4 6-1,2-1 1,1 1 0,2-1-121,0 0 1,0 1 0,2-2 0,1-2-78,2-2 0,6-1 0,-2 3 0,4-3-413,2-1 575,-1 4 0,39-22 0,9 1 0</inkml:trace>
  <inkml:trace contextRef="#ctx0" brushRef="#br1" timeOffset="94">5970 2446 9300,'0'-14'-878,"0"-1"0,2 7 940,3 3 1,-4 10 0,4 5-59,-3 3 1,-2 1 0,0 0 0,0 1-32,0-1 0,5 5 1,-1 1-1,-1-3 8,-1-1 1,-2-2 0,0 1 0,0-1-42,0 1 1,0-6 0,0 1 106,0 1 0,2-5-44,2-1 0,-2-5 1,4-5-1,-1-4-15,0-4 0,6-1 1,-3-2-1,2-2-23,-1-1 0,1-2 1,4 4-1,1-3-17,-1 3 1,1 1-1,-1 1 67,0 1 0,7-13 0,2-4 0</inkml:trace>
  <inkml:trace contextRef="#ctx0" brushRef="#br1" timeOffset="95">6287 2561 11687,'-7'-14'-1538,"6"6"1,-4-3 1535,10 6 0,-2 0 0,7 5 221,1 0 0,-3 0 0,1 0-153,3 0 0,0 0 0,3-2-14,-1-2 0,1 2 0,-1-4-42,0-1 1,-4 1 0,-2-5-78,-2 1 1,-1 5-14,-5-4 0,-2 5 1,-2 0-1,-6 2 185,-3 2 0,-1 0 0,0 0 1,-1 0 31,1 0 1,-1 2 0,1 1 0,0 3-78,-1 2 0,6 0 1,-1 3-1,0-1-85,2 1 1,2 2-1,6 1 1,0 1-74,0-1 0,0 0 0,2 1 0,2-1-39,6 1 1,9-3 0,5 0-1,5-3-461,5 2 654,2-4 1,25-11 0,11-5 0,6-3 0,-1 0 0</inkml:trace>
  <inkml:trace contextRef="#ctx0" brushRef="#br1" timeOffset="96">7351 2158 11941,'0'-14'-2966,"-1"-1"2846,-4 1 1,2 1 48,-7 4 1,7 4 0,-2 10-1,4 4 102,1 4 0,-2 1 0,-1 2 0,-2 4 12,2 4 1,-3-2 0,1 2 0,0 2-54,-1 1 0,4 2 1,-3-1-1,4 1-49,1 0 1,0 0-1,0-1 1,0 1-191,0 0 0,8-5 0,4-2 0,6-1 178,-1-3 0,4-2 0,0-4 0,1 0-133,4-3 288,-5-6 1,12-15-1,-2-12 1</inkml:trace>
  <inkml:trace contextRef="#ctx0" brushRef="#br1" timeOffset="97">7251 2446 11938,'8'-14'-175,"0"4"0,-5 0 1,3 1-287,2 1 1,-3-3 0,3 4-1,0 1 448,0-1 0,0 1 0,3 3 0,-1-2 229,1 2 1,2 1-1,1 2-188,1 0 0,-1 2 0,0 1 0,1 3-100,-1 2 0,1 2 0,-1 4 1,0 1 0,1-2 1,-1-2-1,0-2-63,1 3 1,-1-4 0,-1 1 0,-2 1-152,-1-2 1,-5 3-1,3-5 277,-2 2 0,-20 2 0,-10 4 0</inkml:trace>
  <inkml:trace contextRef="#ctx0" brushRef="#br1" timeOffset="98">7510 2288 8588,'0'-15'-684,"0"7"0,0 8 0,0 10 1,0 3 683,0 1 0,0 39 0,0 9 0</inkml:trace>
  <inkml:trace contextRef="#ctx0" brushRef="#br1" timeOffset="99">7668 2446 8578,'0'-14'0,"2"4"0,1 0-380,2-1 1,-1 3 64,-4-1 0,2 5 238,3 0 0,-4 8 109,4 6 1,-2 3-1,1 1-50,0 1 1,3-1-1,-4 0-33,2 1 1,0-6 0,-5 1 18,0 1 1,6-4 21,4-3 1,-3-2-6,3-2 0,0-2-34,4-2 1,-4-4-1,-1-7 2,2 1 0,-4-1 1,-1 1 25,1 0 1,-1-1 0,4 1 46,-6-1-2,4 7 20,-6 2 1,4 12 0,-6 4 19,0 3 1,0-4 0,0 1-35,0 1 1,0 2 0,0 1-12,0 1 1,0-6 14,0 1 0,2-7-34,3 2 0,3-3-15,6-2 0,-1-2 0,-2-1 0,-3-4-53,-1-1 0,2 4 1,-2-4-1,-1 0 11,0 0 0,4 3 1,-4-3 17,2 1 0,2-2 18,4 4 1,-4 0 101,-1 5-65,-5 0 0,4 5 0,-5 1 0,2 2-73,-2 4 0,0-4 0,0 1-40,2 2 0,1 1 0,-2-1 0,2-2 97,2 3 0,21 7 0,9 3 0</inkml:trace>
  <inkml:trace contextRef="#ctx0" brushRef="#br1" timeOffset="100">8200 2504 8578,'-9'-5'-838,"-1"0"0,7-1 343,-2 1 517,4 3 1,1-6 0,1 5 26,4-2 1,3 0 0,5 4-47,-4-4 0,4 3 0,-3-4-6,2 0 1,-2 4 0,-2-4-5,-2-1 0,4 4 17,-5-7 1,-2 7 82,-8-2 0,-3 4 1,-6 1-1,-1 0 36,1 0 1,1 1 0,2 3 0,3 2-71,2 2 1,-5-3 0,3 4 0,0 3-28,3 0 1,3-2 0,2 0-46,0 1 1,2 2 0,3 1-77,4 0 1,4-4-1,1-2 1,1 0-203,-1 0 1,0-5-1,1 3 1,-1-1 290,1 0 0,50-19 0,-26 2 0,0 0 0</inkml:trace>
  <inkml:trace contextRef="#ctx0" brushRef="#br1" timeOffset="101">8704 2374 8578,'0'-14'-311,"0"4"1,0 0-74,0-1 1,-2 0-1,-1 0 488,-2 1 0,-6 7 1,1-2-12,-2 4 1,-3 1 0,1 0-75,0 0 0,1 6 1,2 2-1,3 2 55,1-1 1,2 1-1,5 4-150,0 1 0,0-1 1,0 0-1,2-1 38,3-3 1,3 1 0,6-5 0,2 1 27,3-1 1,-3 4 0,3-5 0,-3-1 5,-1 3 0,-1-6 1,1 4-1,-1-2-1,0 2 0,-4-2 35,0 7 0,-9-7 0,-1 4 0,-8-3 24,-5 1 0,-7 5 0,-4-5 0,-4-1-36,0 3 1,4-4 0,0 5-1,0-2-6,1-2 1,-2-3 0,6-1-7,1 0 1,4-1-194,4-4 1,7 2-1,11-7 1,8-1 186,5-2 0,41-14 0,-24 12 0,1-1 0</inkml:trace>
  <inkml:trace contextRef="#ctx0" brushRef="#br1" timeOffset="102">8977 2187 6965,'-8'-6'13,"-3"6"0,6 0 30,2 8 1,1 0 0,2 1 0,0 4 46,0 5 1,0-2-1,0 3 1,2-2-94,3 3 1,-4-3 0,6 7 0,-2 0-45,-1-2 1,6 4 0,-5-5 0,0 0-75,1-1 1,-4 6-1,2-4 1,-2 1-60,-2-4 1,0 2-1,0-2 1,0-2 179,0-1 0,-38-27 0,-10-6 0</inkml:trace>
  <inkml:trace contextRef="#ctx0" brushRef="#br1" timeOffset="103">8833 2518 8512,'0'-21'-374,"0"5"1,0-3-5,0 3 1,0 2 0,2 1 0,3 3 472,4 5 0,4-1 1,1 1-18,1 2 1,-1-3-1,1 1 1,-1 2-90,0 1 1,1 7-1,-1 1 1,1 1-266,-1-1 1,0 4 275,1-6 0,-7 8 0,-2-4 0</inkml:trace>
  <inkml:trace contextRef="#ctx0" brushRef="#br1" timeOffset="104">9193 2460 7024,'0'-14'-967,"0"4"1014,0 1 1,0 4 0,2-3 6,2 2 0,0 1 0,4 3 0,0-1-49,0-2 1,-5-1-1,3 3 46,1-2-14,-6-6 1,6 7 0,-9-4 24,-3 2 0,-3 3 1,-8 6-1,-1 3 68,-3 2 0,1 2 0,5 3 0,-1-2-41,1-1 1,1-1 0,2 6 0,3-1-40,2 0 1,1-4 0,5 0-22,0 1 0,1 2 1,4-1-1,6-2-93,7-5 1,-2 1 0,5-1 0,-2-2-170,0-1 0,5-2 1,-3 0-1,1 0-509,4 0 742,1 0 0,27-32 0,7-8 0</inkml:trace>
  <inkml:trace contextRef="#ctx0" brushRef="#br1" timeOffset="105">9466 2245 8393,'0'-15'-280,"0"1"1,5 4-66,0 1 0,0 7 0,-5 2 420,0 8 1,0 5 0,0 1 0,0 2 40,0 3 1,0 2 0,0 5 0,0-2-78,0 1 1,0 2 0,0 4 0,0 1-67,0 1 1,0 6-1,-2-4 1,-1 2-57,-2 3 0,-4 6 0,2 0 1,1-2-59,-1-5 0,-2 0 0,4 2 0,0-2-47,-1-6 0,4-4 0,-3-5 188,4-5 0,1-60 0,0-17 0</inkml:trace>
  <inkml:trace contextRef="#ctx0" brushRef="#br1" timeOffset="106">9452 2475 8399,'10'-10'0,"-1"2"0,1 0-501,-2 0 0,4 5 0,-2-3 0,3 1 518,1 0 1,1 0 0,-1 5-1,0 0 66,1 0 1,-6 0 0,1 0 0,0 2-39,-2 3 0,3-2 0,-6 6-14,-2 3 0,-3 0 0,-5 3-30,-5-1 0,-7 1 0,-4-1 0,0 0-117,0 1 0,-4-1 1,2 0-1,1 1-37,3-1 0,-2 1 1,2-1-1,1-1 153,2-4 0,47-21 0,10-12 0</inkml:trace>
  <inkml:trace contextRef="#ctx0" brushRef="#br1" timeOffset="107">9898 2230 9702,'8'-14'-190,"0"-1"0,-5 1 0,4 1-883,1 4 1,-4-4 1185,6 3 0,-5-1 0,3 0 98,-2 1 0,0 7 31,-1-2-222,-3 4 1,3 7-1,-10 4 1,-5 2 60,-3 3 0,4 6 0,-1 3 0,-1 3-72,-2 2 0,-1-1 0,0 3 0,-1 1 21,1 1 0,4 1 0,2-5 0,2 1-29,3 4 0,1-4 0,2 4 0,0-6-69,0-4 0,5-1 0,1-7 0,4 0-153,6-4 0,-2-2 1,5 0-1,-1-6 84,1-2 1,-3-2-1,5 0 1,-2 0-223,0 0 367,0 0 1,2-32 0,2-8-1</inkml:trace>
  <inkml:trace contextRef="#ctx0" brushRef="#br1" timeOffset="108">10128 2417 9700,'0'-14'-273,"0"-1"1,0 1-1,2 0-147,3-1 0,-4 1 119,4 0 0,-2 1 318,2 3 0,-3 5 0,2 10 24,-2 5 0,3 3 0,-1 1 0,0 0-72,-3 1 0,1-1 0,1 0 0,2 1-2,-2-1 1,0 1 0,0-1 0,4 0-180,1 1 0,-5-1 1,3 1 207,1-1 1,1 7 0,6 1-1</inkml:trace>
  <inkml:trace contextRef="#ctx0" brushRef="#br1" timeOffset="109">10387 2201 9700,'5'-14'-275,"0"0"1,1 6-1,-1 3-77,4 3 0,4 2 0,2 2 338,-1 3 1,0 3 0,-1 6-1,-2 2 78,-1 3 1,-2-1 0,3 4-1,-3 1-4,-1-1 1,-3-3-1,-2 5 1,1 2-22,2 1 0,0 0 0,-7-1 0,-3-2-77,-4 1 0,-10 2 1,-5 4-1,-5 1-102,-5 1 0,-3 2 1,-6-3-1,0 2 156,0-2 1,-19-2 0,-5-1 0</inkml:trace>
  <inkml:trace contextRef="#ctx0" brushRef="#br1" timeOffset="110">11250 2201 8819,'0'-14'-950,"0"0"0,0-1 972,0 1 0,0 4 0,0 1 298,0-3 0,0 0-135,0-3 0,5 1-219,0 0 55,0 6 0,-5 3 0,0 10 0,0 4-21,0 4 0,0 6 1,-2 2-1,-1 1-54,-2 4 1,-4 1 0,2 3-1,-1 2 6,-3 2 0,0 4 0,0-3 0,1 1-51,-1-1 1,3 0 0,-2-3 0,1 2-16,1-2 0,-4-4 0,8-2 0,-1-4-13,-2-1 1,6-2 0,-4-4 143,3-1 1,-4-25 0,-2-7-1</inkml:trace>
  <inkml:trace contextRef="#ctx0" brushRef="#br1" timeOffset="111">11078 2504 9537,'0'-15'-585,"0"1"0,1-1 60,4 1 1,-3 0 0,2-1 515,-2 1 1,3-1-1,0 1 1,-1 1 47,3 4 0,-4-3 0,7 6 0,1 0 6,2-1 0,-4-2 0,1 2 0,1 1-31,2 0 1,1 1 0,1 5 0,-1 0 1,0 0 0,-4 0 0,-1 0-24,3 0 0,0 1 1,1 4 9,-3 5 1,1-2 0,-6 1-18,-2 2 1,-1-3 0,-2 2 7,0 1 1,0-3-1,0 2-3,0 1 1,-5-3-1,-2 2-45,-1 1 1,4-5 0,-4 1-146,1-1 1,-2-3 203,4 7 1,-6-13 0,3 1 0</inkml:trace>
  <inkml:trace contextRef="#ctx0" brushRef="#br1" timeOffset="112">11480 2317 9299,'0'-15'-741,"0"7"1,0 8 0,0 10 721,0 3 0,0 1 0,0 0 1,0 1-42,0-1 1,5 0 0,0 1-11,-2-1 1,4-4 0,-3-1 37,0 3 1,4-6 46,1-1 0,-1-4 27,2-1 1,-7-6-1,3-4 1,-1-2-28,0-3 1,1 6 0,-2-1 0,0-1 6,0-2 1,2-1 0,-1-1 0,0 2-24,1 4 0,-4-4-336,2 4 59,4 2 293,0 1 0,13 19 0,2 3 1</inkml:trace>
  <inkml:trace contextRef="#ctx0" brushRef="#br1" timeOffset="113">11696 2331 9299,'0'14'-2481,"0"-4"2577,0-1 0,2-5-43,3 0 0,-2-2 0,6-2-21,3 0 0,-4-5 0,0-1-62,-2-2 1,4 3-71,-6-5 108,8 1 0,-12-4 95,0 4 0,-2 2 1,-8 7-40,-1 0 0,0 2 0,0 1 0,1 3-34,-1 2 0,3-3 0,0 5 1,2 1-119,3 2 0,-1-4 0,1 1 1,-2 1-157,2 2 0,3 3 0,3 1 244,2 3 1,32-11 0,14-6-1,1 1 1,0-1 0</inkml:trace>
  <inkml:trace contextRef="#ctx0" brushRef="#br1" timeOffset="114">11998 2374 9299,'-14'0'-92,"0"0"0,-1 0-272,1 0 0,-1 0 1,1 2 298,0 2 0,4 4 0,2 7 148,2-1 0,1-4 0,5-1-63,0 3 1,2-4-1,2 0 1,6-2 1,-2-1 0,2-5 0,1 0-31,1 0 1,3-7-1,-1-2-52,1-4 0,-6 3 0,1 1 0,-1-2-25,-1-2 1,4-2 0,-8-1 0,0-1 39,-3-2 1,-1-2 0,0 3 0,0-2 19,0-3 0,0 4 0,0-5 0,-1-2 29,-4-1 1,-2-2 0,-4 1 0,2 1 9,-3 3 1,0-4 0,-3 4 0,2-3-16,4-2 0,-4 7 0,5 3 1,-1 3-36,-1 1 0,5 7-28,-4 4 0,5 8 1,0 8-1,2 4 24,2 3 1,0 6-1,0-2 1,0 1 44,0 0 0,2 1 0,1 6 0,3-1 5,2-3 0,-3-1 0,5 3 0,1 1-4,1 4 1,0-6 0,-1 3 0,2-6-42,-2 1 0,5-4 0,3 1 0,0-3-21,2-2 0,-5-2 0,5-3 0,-2-2-101,0-1 157,0-7 0,8-10 1,4-9-1</inkml:trace>
  <inkml:trace contextRef="#ctx0" brushRef="#br1" timeOffset="115">12257 2403 9031,'-8'1'-939,"4"4"0,0-2 891,0 7 1,2 0-72,-3 4 1,4 0 104,1 1 0,32 12 1,8 3-1</inkml:trace>
  <inkml:trace contextRef="#ctx0" brushRef="#br1" timeOffset="116">12344 2388 9299,'0'-14'-508,"-5"0"1,-1-1-254,-2 1 0,3 1 617,-5 4 1,5 4-179,-4 10 316,6 3 1,3 44 0,8 11 0</inkml:trace>
  <inkml:trace contextRef="#ctx0" brushRef="#br1" timeOffset="117">12502 2417 9299,'-14'-5'-391,"-1"1"1,6-1 0,-1 5 101,-1 0 0,0 6 0,1 4 336,5 3 1,4 1 0,1 0 48,0 1 1,0-1 0,1-1 0,4-2-93,5-1 0,4-5 0,4 3 0,1-2-60,-2-3 1,4-1 0,-2-2-1,1 0-61,0 0 1,-4 0 0,3 0 115,-3 0 0,5-19 1,2-5-1</inkml:trace>
  <inkml:trace contextRef="#ctx0" brushRef="#br1" timeOffset="118">12775 2029 8278,'-8'6'-551,"2"2"1,6 7 0,0-1 581,0 0 0,0 2 1,0 2-1,0 3 48,0 1 0,0 2 0,2 5 0,1 0-78,2-1 1,1 1 0,-3 0-1,2 0-4,-2-1 0,-1-4 0,-2-1 0,1-1-95,4 1 1,-3-6 0,2 2 0,-2-3 97,-2-1 0,6-20 0,2-5 0</inkml:trace>
  <inkml:trace contextRef="#ctx0" brushRef="#br1" timeOffset="119">12703 2331 8570,'5'-14'-1551,"2"-1"1308,1 1 1,-4 6-1,6 3 1,1 3 229,2 2 0,1 0 1,1 0-1,-1 0-195,0 0 208,1 0 0,31 20 0,9 4 0</inkml:trace>
  <inkml:trace contextRef="#ctx0" brushRef="#br1" timeOffset="120">13149 2288 7851,'0'-15'-1387,"-6"7"1438,-4 4 0,-2 2 0,-3 2 51,1 0 1,4 6 0,2 4-90,2 3 1,-4 1-1,5 1 1,2-1-40,2 0 0,1 1 0,1-1 7,4 0 0,3 1 0,6-1-15,1 1 0,-1-3 1,-1 0-1,-2-4-6,-1-2 1,-2 0-1,3-2 19,-1 0 0,-2 3 17,1-2 0,-4-4 0,-10 4 36,-4-3 0,-4-2 0,-2 0-14,1 0 0,0 0 0,-1 0-114,1 0 1,-1 0-208,1 0 303,6 0 0,59-20 0,21-4 0</inkml:trace>
  <inkml:trace contextRef="#ctx0" brushRef="#br1" timeOffset="121">13682 2288 8570,'-13'-2'-1436,"2"-1"1461,1-2 1,7 2 0,-2 8 0,2 3-9,-2 0 0,4 5 0,-4-4 0,3 4 57,2 1 0,0 2 0,2 2 0,1 1-83,2-1 0,0-2 0,-4-2 1,2 0-57,2 1 0,2-1 1,-4 1-1,1-1-76,0 0 0,-3-4 0,1-2 0,1 0-480,2 0 621,0-5 0,-25-28 0,-3-15 0</inkml:trace>
  <inkml:trace contextRef="#ctx0" brushRef="#br1" timeOffset="122">13595 2144 8570,'0'-15'-346,"0"1"0,0 0-149,0-1 0,2 7 1,1 5 453,2 6 0,0 0 0,-5 7 1,0 1 15,0 2 1,1 6-1,3 2 1,0 1-293,0 4 317,-3-5 0,12 57 0,-5-35 0,0 0 0</inkml:trace>
  <inkml:trace contextRef="#ctx0" brushRef="#br1" timeOffset="123">13840 2360 8570,'8'-7'-1070,"-3"-2"802,-4-4 0,-1 3 379,0 1 0,-6 6-8,-4-2 1,4 10-1,0 3 1,1 1-26,0 1 1,-1-1 0,2 6 0,0-1-107,0 0 0,1 1 0,0-1 1,-2 1 16,2-1 0,1-4 0,2-1 84,0 2 1,0-3-45,0 2 1,7-8-39,2-2 0,3-2 0,-1-6 1,-3 0-35,-2 0 0,5 3 0,-1-4 0,1-3-67,-1 0 0,2-1 0,-4 2 1,2 3 8,0 1 0,-6-2 0,6 2 39,1-1 0,2 5 55,1-2 1,-4 4-3,0 1 0,-2 6 0,1 4-37,-4 2 1,1-2-1,-1 0 1,0-1-68,1-1 1,-4 5 0,4-5-1,-1 2 113,0-1 0,32 1 0,3 4 0</inkml:trace>
  <inkml:trace contextRef="#ctx0" brushRef="#br1" timeOffset="124">14214 2345 8556,'-5'-14'-350,"0"0"1,1 1-253,-3 3 0,4-1 836,-7 6 0,1 0-125,-6 5 0,6 7 0,-1 2-59,-1 4 0,5 2 0,1-1 0,3 2-88,2 3 0,0-3 0,0 3 2,0-3 1,0-1 0,0-1 0,2 0-106,3 1 1,-2-1 0,6 1-3,3-1 0,-4 0 0,1 1 143,2-1 0,34-19 0,10-4 0</inkml:trace>
  <inkml:trace contextRef="#ctx0" brushRef="#br1" timeOffset="125">14473 2360 8556,'-10'-5'-159,"1"0"0,-1-5-5,-4 6 0,-1 5 0,3 9 204,2 3 0,-1 1 0,6 0 0,0 1-54,-1-1 1,4-4-1,-3-1 1,4 3-30,1 0 1,0-2 0,0 0-1,1-1 17,4-1 1,-2 3 0,7-6-51,1-2 1,2-1-1,1-2 1,1 0-37,-1 0 0,1 0 0,-1 0-2,0 0 0,1-6 1,-1-2 45,1 0 1,-8-5 0,-2 3 95,-3-3 0,-2-1 20,0 0 1,-2-1 0,-3 1 10,-4-1 1,1 6-34,-2-1 0,7 5-38,-2-4 0,5 6 8,5-2 0,-2 3 0,7 2 0,1 0-1,2 0 0,1 0 0,1 0 0,-1 0 6,0 0 0,1 0 1,-1 2-1,1 1 21,-1 2 0,-4 1 0,-1-3-9,2 2 1,1 6-1,-1-3 13,-2 0 0,-5 0 0,0-3-20,-2 5 0,-2 3-15,0 1 92,0 0 0,-2-1 104,-2-3-122,2-4 0,-4-12 0,6-4-31,0-3 0,1 1 0,2 0 0,4 3-53,1-2 1,1-2 0,6-2 0,-3 1-13,-2 0 1,3 1 0,-4 2 0,4 3 2,2 1 1,-1-2-1,0 2 1,1 1 7,-1 0 1,1 1-1,-1 5-1,0 0 1,-4 1 0,-2 4-2,-2 5 1,4 3-1,-5 1 20,-2 0 1,-2 1-1,-1-1 1,0 0-17,0 1 1,0-1-1,0 1-14,0-1 0,-4-4 259,-1-1-188,-6-6 0,9 2 1,-3-10-38,4-4 0,1 1 0,1-2 1,3-1 4,0-2 1,8-1 0,-5-1-15,1 1 0,5 1 0,-5 2 0,2 1-76,-1-1 0,-4 3 0,5-1-186,1-2 0,2 4-333,1 2 602,1 4 0,-7 7 0,-2 2 0</inkml:trace>
  <inkml:trace contextRef="#ctx0" brushRef="#br1" timeOffset="126">15135 2374 8009,'-15'0'-809,"7"0"939,2 0 1,8 0 0,2 0-198,6 0 1,-2 0 0,2 0 63,1 0 1,2 0 0,-1-2-250,-2-2 0,3 2 128,-4-3 0,-2 2 122,-3-2 0,-2 2 43,-2-7 6,0 7 1,-6-3 21,-4 6 0,4 1 1,-1 3-1,3 2-78,-1 2 1,0-3 0,5 4-56,0 3 0,0 0 0,0 3-215,0-1 1,2 1 278,2-1 0,30 13 0,12 4 0</inkml:trace>
  <inkml:trace contextRef="#ctx0" brushRef="#br1" timeOffset="127">15451 2273 8556,'-14'0'-448,"-1"0"1,7 2-1,2 1 1,1 4 537,1 1 1,-3 1-1,4 6 12,-2-1 1,0 0 0,5 1 0,0-1-63,0 0 1,0 1 0,2-2 0,1-2-19,2-2 0,6-1 0,-1 4-160,2-3 1,3-6 0,-1 2-145,1-3 1,-1-2 0,0 0 281,1 0 0,18-26 0,6-6 0</inkml:trace>
  <inkml:trace contextRef="#ctx0" brushRef="#br1" timeOffset="128">15696 2101 6384,'0'14'126,"0"0"0,0 1 1,0-1-38,0 1 1,0 5-1,-2 4 1,-1 4-50,-2 0 1,0 1-1,5 0 1,0 0-63,0-1 0,0 1 0,0 0 1,-1-2-91,-4-3 1,3 2 0,-4-5 0,1-1-103,0 1 0,-1-2 214,1-4 0,4-7 0,-6-2 0</inkml:trace>
  <inkml:trace contextRef="#ctx0" brushRef="#br1" timeOffset="129">15581 2360 8346,'0'-15'-338,"0"1"43,0 0 0,0 4 351,0 0 0,6 7 0,4-2 0,4 4-201,5 1 1,-1 0-1,6 0 145,1 0 0,47-19 0,-29 7 0,-1 0 0</inkml:trace>
  <inkml:trace contextRef="#ctx0" brushRef="#br1" timeOffset="130">16300 2360 11538,'8'-15'-759,"-3"1"1,-4 0 0,-1-1-1,2 2 391,3 4 1,-4-4 757,4 3-31,-3-2 0,-1 2-366,4 0 0,-3 9 0,3 1-38,-4 8 1,-1 5-1,0 3 8,0 3 0,0-3 1,0 5-1,0-2-75,0 0 1,0 2 0,0-4 0,0 4 84,0 1 0,0-4 1,0 1-1,0-1 3,0 1 0,0-3 0,0 3 0,0-3-3,0-2 1,5-4 0,1-2 51,2-2 1,2-1 0,4-5 34,1 0 0,-1-5 1,-1-1-1,-2-2-4,-1-3 0,-2-2 0,3-1 0,-3-1 24,-2 1 0,1 0 1,-4-1 2,2 1 1,0-1 19,-5 1-297,0 6 139,0 2 0,0 17-82,0 3 1,4 4-1,3-4 59,1 1 0,-4-6 1,6-1-1,1 0 78,2 0 0,3-5 1,2 2-1,1-3 0,-2-2 0,1 0 0,0 0 0,1 0 36,-2 0 1,-1-5 0,-1-1 0,-1-2-23,0-4 0,-1 0 0,-2-1 1,-3 2 78,-1 1 0,-2 0 1,-7-4-1,-1 0 7,-2-1 0,-6 2 1,0 2-1,-5 3 9,-4 2 0,0 1 1,2 5-1,-1 0-79,1 0 0,-2 0 0,0 2-229,3 2 0,2 0 1,4 5-451,2 2 613,5 2 1,62 14-1,-18-11 1,0-1-1</inkml:trace>
  <inkml:trace contextRef="#ctx0" brushRef="#br1" timeOffset="131">16919 2460 8611,'-16'0'-1526,"-3"0"1673,-5 0 1,3 0 0,2 2 0,3 3-196,1 4 1,6-1 0,1 2-1,0 1 58,0 2 1,4-3-1,0-1-17,2 2 0,4-3 0,2 0 0,6-1-27,3-4 1,1-2 0,1-1 0,1 0 4,3 0 0,-3 0 0,3 0 0,-3-1-32,-2-4 1,1 2 0,-1-5 0,0 0-89,1 0 1,-6 3-1,-1-4 153,-1-3 1,2 0 0,-4-3 77,-2 1 1,-1-1-1,-2 1-25,0 0 0,0 4 0,2 0-36,2-1 1,-2 3 0,4 0-41,1 2 1,1 1 5,6 5 1,1 6-1,-1 4 6,0 3 0,-4 0 0,0-2 0,-1-2 6,-1 3 0,3 0 1,-4 3-1,-1-1-17,1 1 1,-3-1-1,-4 0 1,0 1-21,0-1 0,0-4 0,0-1 40,0 2 0,-4-3 0,-3 0 93,-1-1 1,5-4 0,-3-6 0,1-4 1,0-1 0,0-1 1,5-6-82,0 1 1,0 0 0,2-1 0,3 1-67,4 0 1,-1 1-1,2 2 1,1 3-162,2 1 0,1-4 0,0 3 211,1 0 1,22 1-1,11 1 1,3 2-1,0 0 1</inkml:trace>
  <inkml:trace contextRef="#ctx0" brushRef="#br1" timeOffset="132">17509 2417 8611,'-15'0'-305,"1"0"1,-1 0 68,1 0 0,-2 0 0,-2 2 1,-1 3 382,2 4 1,6 4 0,1 0 0,0-2-85,2-1 0,2-1 0,6 6-24,0-1 0,2-6 0,2-2 0,6-1-47,3 0 0,1 0 0,0-5 0,2 0 19,4 0 1,-4-2 0,4-1-1,0-3-84,-1-2 1,5 0 0,-5-4-1,-1 3-104,-2-2 0,-2-2 0,0-2 0,-1 1 70,-3 0 1,1-2 0,-6-2-1,-2-3 79,-2-1 0,-1-2 1,0-5-1,-1 0 20,-4 1 1,-1-3 0,-6-1-1,3-1 42,-2 1 0,3-4 1,0 1-1,1 0 51,4 0 0,-3 1 1,1 6-1,2 0 127,1 4 1,2 8-245,0 7 0,0 12 1,0 2-1,0 8 46,0 6 0,2 3 1,1 7-1,2 0-75,-2 0 0,3 1 1,1 2-1,-1 3-48,0 2 1,-1-4-1,-5 6 1,2 1-23,3 1 0,-4 3 1,4 0-1,-3 3-150,-2 1 281,0 6 0,32 3 0,8 9 0</inkml:trace>
  <inkml:trace contextRef="#ctx0" brushRef="#br1" timeOffset="133">17983 2575 8333,'-1'-12'-564,"-4"2"1,2-1 617,-7 6 0,2 2 0,-3 8 0,3 4-93,2 4 1,-1 1 0,4 1 0,-3-1-93,-2 1 1,4-1 0,0 0 0,2 1 130,2-1 0,26 7 0,6 1 0</inkml:trace>
  <inkml:trace contextRef="#ctx0" brushRef="#br1" timeOffset="134">18688 2000 8564,'0'-14'-177,"0"-1"1,0 1-215,0-1 0,-1 9 379,-4 6 1,3 6 0,-2 10 0,0 2 56,0 1 1,2 5 0,-4-3 0,1 1-32,0 4 0,-1 1 0,2 2 0,-2 1-165,-2 4 0,5-2 1,-4 5-1,1-1 59,-4 1 1,2 0-1,0 1 1,0-3-9,0 1 1,4-8 0,-4 3 0,0-7 99,0-4 0,-2-32 0,-4-14 0</inkml:trace>
  <inkml:trace contextRef="#ctx0" brushRef="#br1" timeOffset="135">18372 2216 8564,'0'-21'-889,"0"3"0,1-6 980,4-1 0,-2 10 1,7 6-27,1 6 1,4 3-1,2 0 1,2 0-4,-1 0 1,-2 1-1,-2 2 1,2 4-46,3 1 0,-3-5 1,5 3-1,-2-1-29,1 0 0,0 1 0,-2-2 0,1 0-19,-1 0 0,2-3 1,0-1-1,-3 0-2,-1 0 1,-1 0 0,-1-1 0,0-3-15,1 0 1,-2-8 0,-2 4-1,-3-1 30,-2-1 1,5 1 0,-3-6-13,0 1 1,0 0 0,-4-1 39,0 1 0,1-1-66,-5 1 4,0 6 1,0 3 41,0 10 1,0 3-1,-1 6 1,-3 1 13,0-1 1,-1 5 0,3 0 0,-1 1 6,-2 0 0,-4-2 1,4 4-1,2 1-4,1-1 1,-3-3 0,0 5-1,2 0-29,2-1 1,1-2 0,0-7 0,0 0 18,0 1 1,0-6 15,0 1 0,1-7 0,4 2-6,5-4 1,-2-2-1,1-4-4,2-5 0,-3-1 0,0 0 0,0 1-2,0-1 0,-3 3 1,5-1 3,1-2 0,-3 4 1,0 1 45,-2-1-15,5 6 1,-7-6 0,4 9-26,-2 3 0,-1 3 0,-5 6 1,0 1 0,5-1 1,-1 0-1,0 1-82,-3-1 1,-1 0-1,0 1 1,0-1-127,0 1 0,0-1 1,0 0-1,0 1 195,0-1 0,19-19 0,5-4 0</inkml:trace>
  <inkml:trace contextRef="#ctx0" brushRef="#br1" timeOffset="136">19149 2360 8561,'0'-15'-1780,"0"1"2002,6 0 1,-4 7-156,2 7 1,-2 7 0,-2 7-92,0 0 1,0 1 0,0-1-53,0 0 0,-2 1 1,-1-1-375,-2 1 1,1-1 449,4 0 0,-7-6 0,-1-1 0</inkml:trace>
  <inkml:trace contextRef="#ctx0" brushRef="#br1" timeOffset="137">19149 2302 8484,'0'-24'-348,"0"2"1,0 1-140,0 3 0,0-2 0,0 0 452,0 3 1,-2 2 8,-3 6 1,4 4-140,-4 10 1,3-2 164,2 7 0,-12 25 0,-4 11 0</inkml:trace>
  <inkml:trace contextRef="#ctx0" brushRef="#br1" timeOffset="138">19408 2360 8484,'8'-7'-230,"-2"4"1,-4-5-1,1 0 269,2 0 0,1 5 1,-3-3-160,2-1 0,1 4 342,-1-7-247,-3 7 0,3-3 80,-10 6 0,2 5 0,-5 1-2,1 2 1,-2 2 0,4 4-39,2 0 1,1 1-1,2-1 1,0 0 22,0 1 1,0-6 0,0 1 0,0 1-44,0 2 1,0-3-1,2-1-6,2 2 0,-2 2 0,3 2-185,-4-1 1,-2-4 0,-4-1 195,-5 2 0,-36 5 0,-16 0 0,-5 3 0,-1 1 0</inkml:trace>
  <inkml:trace contextRef="#ctx0" brushRef="#br1" timeOffset="139">20084 2432 7745,'0'-10'-1926,"0"0"1921,0 7 0,1-8 3,4 6 0,-3-1 1,4 3 19,1-2 1,-4-2-1,6 4 38,3-2 1,-4-4 0,0 2-1,0 1 127,0 0 1,1-6 65,6 3 0,-1-4-14,0-1 0,-6 4 0,-1 2 70,-1 2-273,-4 1 1,4 7 0,-6 2 0,0 6-57,0 3 1,-5 6-1,-1 2 1,0 1-43,-1 4 1,2-4 0,4 0-1,-2 1-67,-2-1 0,0-3 0,5 4 0,-2-1 44,-2 1 0,2-6 1,-3 2-1,4-3 89,1-1 0,0-33 0,0-8 0</inkml:trace>
  <inkml:trace contextRef="#ctx0" brushRef="#br1" timeOffset="140">20271 2129 8296,'-2'-12'-1168,"-3"2"1,4 5 1133,-4 10 0,3-2 0,2 7 1,0 3 28,0 4 1,5 1 0,0 4 0,-2 1 4,-1-1 0,4 40 0,2 15 0</inkml:trace>
  <inkml:trace contextRef="#ctx0" brushRef="#br1" timeOffset="141">20429 2489 8581,'-1'-13'-27,"-4"4"0,2-2 1,-5 4-244,1-1 0,1 5-428,1-2 686,3 4 0,-4 2 0,6 4-18,0 5 1,0 2-63,0 3 1,0-1 0,2-1 6,2-3 1,0-2-7,5-4 1,-4-2-1,5 3 44,1-4 1,2-5 0,1-3 12,0-1 1,1-1 0,-1-6 16,0 1 0,1 4 1,-1 1 11,1-3 0,-6 6 0,1 1 103,1 4 1,-3 1-59,2 0 0,-7 1 0,2 4-46,-4 5 0,-1 2 0,0 3-127,0-1 0,2 4 0,1-1 133,2 1 0,6 14 0,-3 13 0</inkml:trace>
  <inkml:trace contextRef="#ctx0" brushRef="#br1" timeOffset="142">20832 2417 8581,'-14'-14'-220,"4"1"1,0 3-36,-1 6 1,3 2 0,-1 2 208,-3 0 0,4 6 0,0 4 59,2 3 0,-4 3 0,6 1 0,0 3-36,3-3 0,1-1 1,0-1-1,0-1-52,0 0 0,5 1 0,-1-1 1,1 0 12,2 1 0,-4-1 0,5 1 0,0-1-173,0 0 1,1-4 234,6 0 0,-7-7 0,-2 3 0</inkml:trace>
  <inkml:trace contextRef="#ctx0" brushRef="#br1" timeOffset="143">20990 2518 8412,'-6'-8'-871,"3"-3"0,-7 6 794,-1 2 0,-2 1 1,-1 4 205,-1 3 0,6-2 1,1 6-1,0 3-67,0 0 0,5-2 0,-2 0-57,3 1 0,2 1 0,2 1-21,3-3 1,-2 1 0,6-6 0,2-2-32,2-1 0,2-2 1,-1 0-1,0 0-34,1 0 0,-6 0 0,1 0 0,1-2-28,2-3 1,-3 2-1,-1-7 91,2-1 1,-4-2-1,-2-1 34,-4 0 0,-1 4 0,-1 2 0,-3 0 66,0 0 1,-6 3 0,5-4 0,0-1 73,-1 2 1,4-5-91,-2 4-83,2 2 0,4-4 1,2 6-36,6 2 0,3 2 0,1 1 22,1 0 0,-1 0 0,0 1 0,1 2 44,-1 2 1,-4 2-1,-1-3 8,2 6 0,-3-2 0,0 2 30,-1 1 0,-2-3 0,-5 1-34,0 3 0,0-4 1,0 1-34,0 2 0,-2 1 1,-1-1-64,-2-2 78,-6 1-4,9-2 0,-4-8 0,7-10 6,4-3 0,2 4 1,4-1-1,-2-1 1,3-2 0,0-1 1,3 0-1,-1-1-4,1 1 1,-1-1 0,0 3-1,1 0 15,-1 3 0,0 1 0,1-3 20,-1 1 1,1 7 1,-1-2 0,-6 5 0,-3 5-2,-4 4 0,-1 4 0,0 2-26,0-1 1,5 0 0,0 1-8,-2-1 1,-1 1-1,-2-1-38,0 0 1,5-4-16,-1 0 0,8-7-23,-3 2 1,-1-4-3,2-1 0,-7-6 59,2-4 1,-2-3 0,0-1 8,2 0 0,0-1 34,-5 1 0,1-1-7,4 1 0,-3 4 1,4 2 12,1 2 0,-4 1-17,6 5 1,-4 0 0,3 2-6,-2 3 0,6-2 6,-3 6 0,-1-1 1,2 4 2,1-3 1,-3-6 0,2 2-17,1-3 1,0-1-1,0 3 1,-1 0-8,1 0 0,-3-3 0,2-1 0,1 0-35,2 0 1,1-1 0,0-3-19,1 0 0,-1-3 1,0 2 24,1-4 0,-6 1 0,1-2 24,1-1 1,-4 3 0,-3-2 37,-2-1 0,-4 5 1,-2 1-1,-6 2 37,-3-2 0,-1 3 0,-1-2 33,1 2 0,0 4 0,-1 1 0,3 3-63,2 2 1,-1-3 0,4 5-41,-1 1 1,5 2-1,-2 1-89,4 0 1,1 1-1,0-1 1,1-1-5,4-3 0,-2 2 1,7-2 96,1 3 0,34 14 0,9 3 0</inkml:trace>
  <inkml:trace contextRef="#ctx0" brushRef="#br1" timeOffset="144">21925 2475 8412,'-14'-7'-275,"4"6"1,1-4-16,-2 3 0,4 4 1,1 1-1,1 4 317,0 1 0,0 1 0,5 6 54,0-1 1,5 0 0,2 1 0,1-2-118,3-4 1,2 4-1,1-5 1,0 1-62,1 1 0,4-7 0,0 4 0,-1-3-317,-2 1 414,-2 0 0,26-31 0,6-6 0</inkml:trace>
  <inkml:trace contextRef="#ctx0" brushRef="#br1" timeOffset="145">22213 2259 8423,'-6'8'-322,"2"5"1,-3-4 208,0 4 1,1 2 0,3-1 0,-2 2 135,2 3 1,-4 3 0,2 7 0,2 0-77,2 0 0,-1 4 1,-1 3-1,-2-1-41,2 0 0,-4-2 1,3-4-1,0 0-95,3 0 1,-1-2 0,-1-3 188,-2-5 0,0-48 0,5-12 0</inkml:trace>
  <inkml:trace contextRef="#ctx0" brushRef="#br1" timeOffset="146">22026 2590 8423,'-8'-21'-50,"-3"5"1,6-5 0,2 2-233,1 0 0,2 0 0,2 4 153,3 1 1,-2 6-1,8 2 1,3 1 70,4 0 0,1 0 1,-3 5-1,3 0 4,5 0 1,-1 5-1,1 1 1,0 2-59,-2 4 0,5 0 112,-3 3 0,-9-7 0,-3-2 0</inkml:trace>
  <inkml:trace contextRef="#ctx0" brushRef="#br1" timeOffset="147">22760 2460 8394,'9'-14'-1028,"1"0"827,-7-1 1,4 9 286,-7 6 1,-5 6 0,-2 9-1,1-1-29,0 0 0,-4 1 1,5-1-1,2 1-65,1-1 1,2 0 0,0 1-1,0-1-20,0 0 0,0 1 0,2-2 1,3-4 1,4 4 0,9-5-6,1 0 0,0-2 0,-4-6 0,1 0-10,3 0 0,-3-6 0,3-2 0,-5-2 7,-4 1 0,3-1 0,-5-4 0,0-1 34,-3 1 0,-4-2 0,-1-1 0,0-3-2,0 3 1,-6 1 0,-5 1 0,-5 3 31,-4 2 1,-4-3-1,5 5 1,2 0-5,1 3 1,0-1-1,-2 1 1,-1 2-99,1 1 1,7 4-1,2 3-87,-3 4 1,6 4 0,1 2-1,4-1 160,1 0 0,44 33 0,12 7 0</inkml:trace>
  <inkml:trace contextRef="#ctx0" brushRef="#br1" timeOffset="148">23062 2489 8394,'-10'-5'-190,"1"1"1,4-6-1,-5 5-147,-1 2 1,3 1-1,-1 2 511,-3 0 1,6 7 0,0 2-107,-1 4 0,6-3 1,-4-1-1,3 3-66,2 0 0,5-2 0,0 0 1,0-1-24,1-1 1,2 5-1,6-5-3,1 0 1,-6-2-1,1-4 1,1 1-16,2 2 0,1 0 0,1-5-20,-1 0 0,0 0 0,1 0 0,-2-2 15,-4-3 1,4 2 0,-3-5 0,1 0-27,-2 0 0,4-2 0,-5-4 29,0 0 0,3 4 0,-4 2 0,-1 0 28,1 0 1,-1 3-44,-1-4 44,-4 6 1,6 3 26,-7 9 1,0 4 0,1 0-1,3-2-30,0-1 0,3-6 1,-4 6-52,2 1 0,6-5 0,-3 1 1,1-2 65,1-1 0,12-5 0,9-7 0</inkml:trace>
  <inkml:trace contextRef="#ctx0" brushRef="#br1" timeOffset="149">23537 2201 8394,'0'-14'-522,"0"0"-517,0-1 1074,0 7 0,0 8 0,-2 10 0,-1 4 50,-2 5 1,0-3 0,5 5 0,0 0-34,0 3 0,0-2 1,0 2-1,0 2-73,0 1 1,0-3 0,0 0 0,0 0-7,0-2 1,0 6 0,0-6 0,0 2-91,0 0 1,0-7-1,0 4 1,0-2-195,0 1 1,0-1 310,0-5 0,-6 1 0,-2-1 0</inkml:trace>
  <inkml:trace contextRef="#ctx0" brushRef="#br1" timeOffset="150">23321 2504 8483,'9'-15'0,"-1"1"0,0-1-492,0 1 0,2 4 1,4 1-1,1-1 444,-1 2 1,2 0 0,2 5 0,3-2 68,1 2 0,-3-3 0,3 1 1,1 2-71,-1 1 0,-4 2 0,3 0 1,-2 0 48,0 0 0,13-13 0,-2-3 0</inkml:trace>
  <inkml:trace contextRef="#ctx0" brushRef="#br1" timeOffset="151">23824 2201 8483,'-9'0'-638,"-1"0"319,-1 0 1,5 7 0,-1 2 0,2 6 452,1 4 1,-3-1-1,4 6 1,-2 1-53,2 2 1,1 4-1,2 1 1,0 3-79,0 2 0,0-4 0,0 6 1,0 0-48,0 3 1,0-5 0,0-4 0,0-2-32,0-2 0,0-1 0,0-1 0,0-3-27,0-4 1,0-4 0,-1-2 0,-2 0-74,-2 1 1,-6-7 0,1-3 173,-3-4 0,-1-1 0,-13-45 0,-4-11 0</inkml:trace>
  <inkml:trace contextRef="#ctx0" brushRef="#br1" timeOffset="152">23695 2460 8479,'14'-14'0,"2"0"0,2 1-435,1 3 1,0 2-1,-4 5 1,-1-2 345,0 2 1,1 1-1,-1 2 154,1 0 1,-6 2 0,-1 3 15,-1 4 1,-3 4 0,-4 2 0,-1-3-19,-4-2 0,2 3 0,-7-4-49,-1 4 1,-2 0-1,-1-2 1,1-1-3,3 1 1,-2 0 0,2 0-1,-3-1-145,-1 1 1,-1 0-1,3 0 1,1-1-100,1 1 0,5-3 1,-3 2 231,2 1 0,65-24 0,-19 4 0,0 1 0</inkml:trace>
  <inkml:trace contextRef="#ctx0" brushRef="#br1" timeOffset="153">24011 2504 8479,'8'-15'-793,"-1"6"224,-7-1 501,0 7 0,0-2 64,0 10 1,-2 3 0,-1 6-10,-2 1 0,0-1 0,5 0-8,0 1 0,0-6 0,2-1 0,1 0 11,2 0 1,0-3 0,-4 3-3,4-2 1,3-1-12,7-5 1,-1 0 0,0 0 0,1-1 0,-1-4 4,1-5 0,-6-1 0,-1 0 1,0 3-1,0 2 0,-3-4 0,3 4 10,-2-2 1,1 4 0,-4-2 14,2 0 0,-1 6-4,-4 0 0,5 1 0,0 9-25,-2 1 0,-1 2 1,-2 1-57,0 0 1,5-4-1,1 0-15,2 1 93,-5-5 0,36-12 0,1-10 0</inkml:trace>
  <inkml:trace contextRef="#ctx0" brushRef="#br1" timeOffset="154">24544 2144 8479,'-10'0'-1489,"2"1"1299,2 4 0,-4-2 1,4 9-1,-1 2 282,1 4 0,0 7 1,2-1-1,0 3-29,0 2 1,1 1 0,0 4-1,-2 3-122,2 0 1,-5 4 0,-2-4 0,-2 1-149,-3 1 0,1-3 207,0 3 0,6-10 0,1-9 0</inkml:trace>
  <inkml:trace contextRef="#ctx0" brushRef="#br1" timeOffset="155">24357 2475 8427,'-8'-19'0,"3"-1"-508,3 3 0,2 1 618,0 1 1,8 7 0,5 4 0,6 2-339,4 2 0,1 0 0,6 0 0,2 0 228,2 0 0,44-6 0,-36 2 0,1 0 0</inkml:trace>
  <inkml:trace contextRef="#ctx0" brushRef="#br1" timeOffset="156">25249 2403 6754,'-8'0'-12,"1"1"14,7 4-38,0-3 0,26 30 1,6 0-1</inkml:trace>
  <inkml:trace contextRef="#ctx0" brushRef="#br1" timeOffset="157">25393 2460 8531,'8'-6'-854,"4"4"256,-2-2 0,-2 2 0,0 0 598,-2-2 0,-7 2 0,-7-4 0</inkml:trace>
  <inkml:trace contextRef="#ctx0" brushRef="#br1" timeOffset="158">25436 2417 8531,'9'-5'-912,"1"1"1,-7-3 0,4 4 911,-1-2 39,-4 0 81,10-1 0,-10 3-12,3-7 0,-4 1 26,-1-6 0,0 1-42,0 0 1,0-1-1,0 1 1,0-1 3,0 1 1,2-5-1,1 0 1,3 1 2,2 2 1,2-3 0,3 0 0,-2 1 2,-1 2 0,-6 3 1,4 2-1,0 3-14,0 2 0,-4 3-96,0 7 0,-2 9 0,-4 8 1,-2 3 12,-6 6 0,-3 1 0,0 5 1,2 1-65,2 0 1,1-4 0,-4 4 0,3 0-40,-2 0 1,0 0 0,1 1 0,4-3 26,-1 0 1,4-4 0,-5 1 0,2-7-312,2-6 296,3-9 0,2-4 0,3-9 55,0-6 1,6-1 0,-4-9-1,1 1 43,-1-1 0,-1 3 1,-3-5-1,1 2 3,1 0 1,3-5 0,-4 5-1,2 1 58,-2 2 1,0 0 0,0-1 0,2-3 45,-2 3 1,4 6-1,-1 1-79,2-1 1,2 4-1,4 3-39,1 2 1,-6 4 0,1 2-1,1 6-10,2 3 0,-4 1 0,-1 1 0,0 1-7,0 3 1,-4-3 0,0 5 0,-2-2 5,-2 0 0,0 2 0,0-4 0,0 2 17,0-1 1,-6-2 0,-4-2 0,-3 1-10,-1-1 1,-5-1 0,-2-2 0,-2-1-16,-2 1 0,-1-3 1,1 0-1,1-2-114,-2-2 1,5-3 0,2-1-1,3 0-326,2 0 282,6 0 0,8-5 175,9 1 0,4-8 0,2 4 0</inkml:trace>
  <inkml:trace contextRef="#ctx0" brushRef="#br1" timeOffset="159">25795 2633 8428,'-14'-6'-512,"4"4"18,1-3 0,4 4 647,-5 1 1,9 0-69,1 0 0,6 0 0,9 0-102,-1 0 0,2 0 0,2 0 0,1-2 7,-2-3 0,4 4 1,-2-4-1,-1 2-73,-2-2 1,-2 3-1,1-3 1,-1 2-49,0-2 0,-4 2 111,0-6 0,-9 1 1,-1-2-1,-8 4 14,-5-1 0,-6 6 0,-2-4 1,-1 3 35,-3 2 0,2 0 0,-1 0 0,0 0 103,2 0 0,1 5 0,7 2 0,-1 1-74,1 3 1,1-3 0,3 1-1,6 2-90,2 2 0,2 2 0,2-1-68,2 0 1,6 1 0,8-2-1,2-2-108,3-2 0,1-1 207,5 2 0,38-10 0,9-8 0</inkml:trace>
  <inkml:trace contextRef="#ctx0" brushRef="#br1" timeOffset="160">26112 2547 8428,'-14'-5'-778,"-1"0"1,1 2 0,1 8 852,3 4 0,4 4 0,6 1 0,0 1-43,0-1 0,0 1 0,0-1 1,2 0-42,2 1 1,0-1 0,5 1 0,2-3-75,2-2 0,2 3 0,-1-5 0,0 1 83,1 1 0,44-26 0,11-2 0</inkml:trace>
  <inkml:trace contextRef="#ctx0" brushRef="#br1" timeOffset="161">26285 2633 8428,'-15'0'-305,"1"0"1,-1 0-77,1 0 0,4 0 1,1 2 384,-2 2 0,4 0 1,2 5 30,4 2 1,2 1 0,4-1-32,5-2 1,3-4 0,1 3 0,0-1-16,1-4 0,-1-2 0,1-1 0,-1 0-13,0 0 1,1 0 0,-1 0 16,0 0 0,1 0 1,-2-1 14,-4-4 1,-2-3 41,-7-6 1,-7-1-1,-2 2-4,-4 4 0,-1-2 1,-1 4-1,-1 1-80,-3-1 0,8 3 0,-4 4 0,3 0-178,-1 0 0,3 0 1,2 1 211,2 4 0,20 16 0,10 9 0</inkml:trace>
  <inkml:trace contextRef="#ctx0" brushRef="#br1" timeOffset="162">26572 2619 8428,'-14'0'0,"0"0"-69,-1 0 1,1 0 0,-1 1-84,1 4 0,1-2 1,2 5-1,3 0 16,2 0 0,1 2 1,5 4 90,0 1 0,0-1 0,0 0-67,0 1 0,1-2 0,4-4 22,5-4 1,3-3 0,1-2 0,0 0 56,1 0 0,-1 0 1,1-2-1,-1-1 1,0-2 1,1-6-1,-1 1 1,0-1 15,1 1 1,-1-2 0,1 2 0,-1-1 5,0 1 0,-4-1 0,0 5 23,1-2 1,-3 0 32,1-2 1,-5 5 1,0 10 1,-8-2 0,-4 7-1,-2 1-24,0 2 1,6 0 0,-4-2 0,1-2-8,4 3 0,-3 0 1,1 3-15,2-1 0,1 1-12,2-1 1,2-6 5,2-3 0,4-4 0,7-1 2,-1 0 0,1-6 1,-1-2-1,0-2-14,1 1 0,-1-1 1,0-3-1,1 2-8,-1 2 0,5-1 0,1-3 15,-3 4 1,-1-3 29,-1 8-11,-7-1 1,-2 6 0,-6 4 1,0 5 0,0 3 1,-2 1-16,-2 0 0,2 1 0,-3-1-175,4 1 1,1-1 176,0 0 0,19-6 0,5-1 0</inkml:trace>
  <inkml:trace contextRef="#ctx0" brushRef="#br1" timeOffset="163">26990 2691 8428,'-7'-15'-636,"4"2"15,-7 4 541,7-4 1,-2 13 0,10-2 59,5 6 1,-2 0 0,1-2-1,3 1 13,0 2 0,3 1 0,-1-2-27,0 0 0,1 1 0,-1-5 27,1 0 0,-1 0 1,0 0 0,-6-1 1,-1-3 4,-1 0 1,-4-3 0,1 4 10,-6-2 1,0-4-1,-7 4 1,-1 0 74,-2-1 0,3 4 0,1-3 1,-2 4 149,-2 1 0,-2 0-196,1 0 1,1 1-1,2 2 1,3 4-34,2 1 1,1 1 0,5 6-54,0-1 0,0 1 1,2-1-82,2 0 1,-1 1 0,7-2-1,0-2-105,-2-2 0,4-1 0,-2 4 233,3-3 0,52-31 0,-25 9 0,-1 0 0</inkml:trace>
  <inkml:trace contextRef="#ctx0" brushRef="#br1" timeOffset="164">27349 2575 8428,'0'-14'-336,"-1"0"0,-3-1-779,0 1 1288,-8 0 0,6 7-141,-4 7 1,4 2 0,6 7 0,0 3-37,0 0 0,0 3 0,0-1 0,2 0 22,2 1 0,0 1 1,5 1-1,1 3-12,-2-3 0,5-1 0,-4-1 1,4-3-17,1-2 0,-4 3 1,-2-4-1,0 4-5,0 2 1,-3-3 0,3 0 37,-2-3 0,-1 1-3,-5 4 1,-6-6-1,-4-3 1,-3-4-15,-1-1 1,-5 0-1,-2 0 1,0 0-78,0 0 0,-3 0 1,5 0-199,1 0 0,4-1 269,4-4 0,62-28 0,-16 9 0,0 1 0</inkml:trace>
  <inkml:trace contextRef="#ctx0" brushRef="#br1" timeOffset="165">28212 2273 8428,'0'-22'-62,"0"3"0,-4 3 0,-3 3-264,-1 3 0,0 6 0,-3 8 0,1 6 473,-1 3 1,3 3-1,0 1 1,0 4-78,0 2 0,3-4 0,-3 5 0,2 1-95,3 2 1,0 1 0,0-1 0,-2 0-68,2 3 0,-1-2 1,1-4-1,-2 1-56,2 2 0,-3 5 0,-1-1 0,1-4-38,0 0 0,-6-6 1,4 0-1,-1-4 186,-1-2 0,5 0 0,-4-10 0,-7-32 0,-7-13 0</inkml:trace>
  <inkml:trace contextRef="#ctx0" brushRef="#br1" timeOffset="166">27853 2619 8428,'0'-16'-348,"0"-2"1,-2-1-102,-3 1 0,4 2 563,-4 2 1,5 1 0,5 2-40,4 1 0,4 7 0,2-2 0,0 4 10,5 1 1,-3 0 0,6 0 0,-1 0-65,0 0 0,2 0 0,5 0 0,0 0-6,0 0 1,-1 0-1,1 0 1,0 0-22,0 0 1,-2 0 0,-1 0 0,-2 0-23,1 0 1,-3-5 0,1-1 0,-2-2-4,-4-4 0,-2 4 1,-4-1-1,-2-2-21,3-2 0,-4-2 0,0 1-8,-2 0 1,4-1 52,-6 1 1,0 6-72,-9 3 1,2 4 0,-5 2-1,0 4 85,0 4 1,-2 9 0,-3 3 0,2 0 4,1-1 0,1 6 0,-4-2 0,2 3-26,1 2 1,1-5 0,-4 0 0,2 1 4,1 3 0,2 0 0,-1 0 0,2-3-7,1-1 1,4-6 0,-3 1 121,4-3 0,2-8 0,4-5-21,5-6 0,2 0 1,1-7-1,0-1-58,1-2 1,-7-3 0,7-1 0,-1-3-5,0 3 0,1 1 0,1 1 0,-3 1-70,-2 0 1,3-1-1,-4 1-97,4-1 1,2 7 61,-1 4 0,-6 4 50,-3 4 1,-4 0 0,-1 5 0,0 2-6,0 2 1,0 2-1,2-1 1,1 0-21,2 1 1,0-6-1,-5 1 1,1 1-21,4 2 1,-3 1-1,4-1 1,0-2-94,4-1 0,-2-5 1,2 4 169,1 3 0,2-4 0,1 1 0,26-31 0,6-4 0</inkml:trace>
  <inkml:trace contextRef="#ctx0" brushRef="#br1" timeOffset="167">28773 2691 8428,'0'-10'-621,"0"0"53,0-1 1,-1 3 725,-4-1 0,3 4 271,-2-5-416,2 7 0,9-3-43,2 6 0,4 0 0,1 0 38,1 0 1,-1 0 0,0-2-89,1-3 0,-1 4 30,1-4 0,-3 2 0,0-1-10,-3 0 1,-6-8 84,2 3 0,-5 2-3,-5 3 1,-3 2-1,-6 2 84,0 0 1,-1 2 0,2 2-68,4 6 0,2-2 0,7 2 0,0 1 6,0 2 0,0 1 0,0 0 0,2-1-169,3-3 0,3 3 0,6-4 1,1 4-40,-1 1 1,5 1 0,2-1 0,1 1-207,4-1 369,1-6 0,53-14 0,-34-2 0,1 0 0</inkml:trace>
  <inkml:trace contextRef="#ctx0" brushRef="#br1" timeOffset="168">29363 2590 8428,'2'-10'-1437,"3"1"1394,-4-1 0,6 4 0,-7 6 0,0 8 108,0 4 0,-2-2 0,-1 0 0,-2 1-49,2 2 0,-3 3 1,1 1-1,0 2-46,-1-1 1,2-2 0,-4-2-1,0 1-121,0-1 1,4 1 0,-6-1-1,0 2 151,2 3 0,-4-28 0,4-3 0</inkml:trace>
  <inkml:trace contextRef="#ctx0" brushRef="#br1" timeOffset="169">29349 2475 8428,'-2'-10'0,"-1"1"-587,-2-3 0,-6 6 366,2 1 0,2 5 1,2 5 111,4 5 1,-4 4-1,0 4 109,2 1 0,-18 57 0,9-32 0,0-1 0</inkml:trace>
  <inkml:trace contextRef="#ctx0" brushRef="#br1" timeOffset="170">29435 2748 8428,'8'-6'-440,"0"-1"1,-5-4 358,2 2 0,0 4 658,-5-5-14,6 7-606,-4-10 1,3 13 0,-8 0-35,-2 8 1,-5 0 0,5 2-92,2 1 0,-3 2-13,1 1 1,0 1 15,5-1 124,0 0 45,0-6 1,7-1 10,2-7 1,-1-5 0,0-1 0,0-2-32,0-4 1,-3 4 0,5 0 0,-1 0-63,-1 0 0,3 4 0,-4-4 7,1 1 0,1 2 35,6 5 1,-7 2-1,-2 1-14,1 2 1,-6 6 0,6-1-15,-1 3 1,-3 1 0,5 0 0,0 1-229,0-1 292,-5 0 0,29-6 0,0-1 0</inkml:trace>
  <inkml:trace contextRef="#ctx0" brushRef="#br1" timeOffset="171">29953 2273 7267,'-14'0'-180,"6"2"1,1 3 0,3 4 264,-1 4 1,-2 8 0,4 4 0,-2 7-1,2 7 1,2 4 0,1 5 0,-2 3-63,-3 0 0,4 7 1,-4-4-1,3 4-32,2-2 0,-1-2 1,-3 2-1,-2-2 1,-2-1 0,5-8 0,-3 0 0,1-7-12,0-3 0,-5-1 0,4-5 0,-2-2-50,-3-3 0,3-4 1,-2-7-157,-1-3 0,-2-4 0,-1-7 119,-1-4 1,6 0 0,1-8 106,1-3 0,-4-28 0,-2-12 0,1-4 0,0 1 0</inkml:trace>
  <inkml:trace contextRef="#ctx0" brushRef="#br1" timeOffset="172">29766 2763 7642,'24'-32'0,"-1"1"-413,-3 4 1,4 8-1,-5 1 1,-1 7 504,-2 6 1,-2 4-1,-1 2 38,-3 4 0,1-2 1,-6 7-25,-2 1 0,3 2 1,-1 1-85,-2 1 0,-1-1 0,-4 0 13,-2 1 1,0-6-1,-4 1 1,0 0-86,0-2 0,4 4 0,-6-2 0,-1 1-145,-2-1 1,3 1 0,1-5 0,-1 2 194,2 3 0,-5-4 0,37-20 0,2-11 0</inkml:trace>
  <inkml:trace contextRef="#ctx0" brushRef="#br1" timeOffset="173">30111 2734 7180,'0'-8'39,"0"1"0,0 9 33,0 3 0,0 3-75,0 6 1,0 1-1,2-3 8,3-2 0,-2 1-51,7-6 0,-1 0-93,6-5 0,-1 0 60,0 0 0,1-2 16,-1-3 0,1-3-30,-1-6 0,0 0 38,1-1 1,-1 7 28,1 3 41,-8 4 1,0 7 0,-7 4-27,0 3 0,0 1 0,0 0-183,0 1 0,0-1 194,0 0 0,13-18 0,3-6 0</inkml:trace>
  <inkml:trace contextRef="#ctx0" brushRef="#br1" timeOffset="174">30629 2432 8428,'-14'0'0,"4"4"0,2 3 0,0 1-383,0 3 0,4 2 0,-6 3 1,0 3 362,2 5 1,0-2 0,5 2 0,-3 3 115,-2 5 0,5-1 1,-4 1-1,3-5-113,-1-3 0,-2 0 0,4 5 0,-3-1-52,-2 1 1,5-5 0,-4-1 0,2-3-224,1-2 292,-8-2 0,4-27 0,-6-7 0</inkml:trace>
  <inkml:trace contextRef="#ctx0" brushRef="#br1" timeOffset="175">30342 2662 8428,'-5'-19'0,"0"-1"-132,2 3 0,1 6 1,2 1-87,0-1 0,2 4 1,3 3-1,4 2 230,4 2 1,1 2 0,2 1 0,2 3-30,1 2 0,7-3 1,-2 5-1,1 1-137,-1 2 0,3 1 0,-3 0 0,4-1 154,0-3 0,46 3 0,-32-9 0,1 0 0</inkml:trace>
  <inkml:trace contextRef="#ctx0" brushRef="#br1" timeOffset="176">31464 2388 8428,'-10'-8'-46,"1"4"31,-3 2 1,4 2 0,-1 3-1,-2 5 21,-2 7 1,-1 7 0,-1-1-1,1 1-38,-1 4 1,3 1 0,0 3 0,3 2-22,-2 2 1,-2 4 0,-2-4 0,3-2-122,2-2 0,-3 4 0,5-1 1,-1-1 33,-1-1 0,7-4 1,-2-3-1,3-5-102,2-3 1,0 3 241,0 0 0,7-38 0,1-14 0</inkml:trace>
  <inkml:trace contextRef="#ctx0" brushRef="#br1" timeOffset="177">31133 2719 8428,'10'-4'-57,"-1"-3"0,2 1-54,2-1 1,1 3 0,1 2 0,-1-1-51,1-2 1,4 0 0,0 5-1,0 0 196,2 0 0,-5 0 1,3 0-1,-3 2-11,-1 3 1,4-2 0,0 5-61,-2-2 0,-5 4 1,-4-4 22,-2 2 0,-1 2 37,-5 4 1,0-4-1,-2-2 0,-1 0 57,-2 0 1,-4-3 0,2 3-41,-1-2 1,3 3-1,-3-2-3,2 1 1,3-5 9,8 2 1,-2-4-1,6-1-83,3 0 1,0 0 0,3 0 0,-1 0-20,1 0 0,-1-1 0,0-4 11,1-5 1,-7 2-1,-3-1-15,-4-2 1,-2-2 0,-4-1 0,-5-1-7,-3 1 1,-7 4 0,-4 1-1,-2-1-1,2 2 0,-2 0 0,7 5 1,2-2-225,1 2 0,1 1 289,1 2 0,70 0 0,17 0 0</inkml:trace>
  <inkml:trace contextRef="#ctx0" brushRef="#br1" timeOffset="178">32082 2432 8428,'0'-8'-548,"0"3"0,0 11 1,0 7 788,0 5 0,5 2 1,0 0-1,0 2-173,1 0 0,-3 5 1,5-3-1,-1 5-98,-4 5 1,3-4 0,-1 4-1,-2-4-176,-1-1 1,-2 0 0,0-1 0,0 1-116,0 0 0,0-5 321,0 0 0,-19-26 0,-5-1 0</inkml:trace>
  <inkml:trace contextRef="#ctx0" brushRef="#br1" timeOffset="179">32054 2633 8428,'0'-14'-883,"4"-1"761,1 1 1,6 1 0,-1 3 0,3 6 285,1 2 0,2 2 1,2 0-1,1 2-60,-1 2 1,4 0 0,0 4 0,2-2-97,0-3 0,0 4 0,3-1 0,-1 0 16,-2 1 1,-5-2 0,4-5 0,-3 0-86,-2 0 1,-2 0-1,-2 0-51,1 0 1,-3-2 0,0-3 25,-3-4 1,-6-4 0,4-2-1,-2 1 44,-1 0 1,1-1 0,-5 1 22,0 0 1,-1 1-1,-3 2 9,0 1 0,-3 7 1,2-2 0,-4 3 0,1 4 0,-2 3 0,1 6 51,1 7 0,-3-2 0,4 4 0,-1 1-27,-3 3 0,3-2 0,0 2 0,0 2-8,0 1 0,3 0 0,-3-1 0,2-4 44,3-1 1,1 3 0,2-5 28,0-1 0,2-4 64,2-4 1,0-4 0,5-7-93,2-4 1,-3 2-1,0-7 1,0-1-35,0-2 0,-3 3 0,3 1 0,0-1-113,0 2 1,0-4 0,3 4-1,-1-2-88,1 0 0,-3 7 0,2-3 75,1-1 0,2 6 101,1-4 0,-1 5 1,-4 5-1,-2 3 10,-1 0 1,-4 5-1,3-4 1,-4 4 20,-1 1 0,5 1 0,0-1-9,-2 0 0,-1 1 1,-2-1-1,0 1-108,0-1 1,4 0 0,1 1-1,0-2-228,1-4 1,-4 4 0,4-3 320,1 2 0,33-29 0,14-9 0</inkml:trace>
  <inkml:trace contextRef="#ctx0" brushRef="#br1" timeOffset="180">32802 2892 7603,'1'-8'-1038,"3"2"1748,0-1 0,1 4-406,-5-7-225,0 7 1,2-3-107,3 6 0,-2 0-96,6 0 1,1 0 47,4 0 1,1 0-120,-1 0 0,1 0-168,-1 0 225,0 0 0,-1-2 79,-3-3 1,-4 2 34,-6-6 1,-2 1-1,-2-2 204,-6 5 1,-3 4 0,-1 1 53,0 0 0,-1 0 0,2 1 0,4 4 93,4 5 1,3-2 0,2 1-191,0 2 0,0 2 1,2 0-1,4-2-175,9-1 0,1-1 0,8 6 0,1-1-615,2 1 652,9-1 0,18-19 0,12-8 0,7 1 0,1-1 0</inkml:trace>
  <inkml:trace contextRef="#ctx0" brushRef="#br1" timeOffset="181">1453 3655 17479,'0'-8'-4329,"0"1"4017,0 7 0,0 2 0,0 3 164,0 4 1,0 4 0,0 1 0,0 1 54,0-1 0,0 1 0,0-1-4,0 0 1,0-4 0,0 0-153,0 1-34,0-5-139,0 0 1,5-7 0,-1-4 507,0-4 0,2-4 1,0-3-1,1-2-53,-1-1 0,5 0 0,-1 4 0,3-1 94,1-3 1,-4 3 0,-1-3-1,3 3 127,0 2 0,1 4 0,-2 2 237,-1 2 1,-5-4-155,4 5 1,-6 7 0,4 7-380,-1 4 1,-4 2 0,3-1-1,-4 0 74,-1 1 1,5-1 0,0 1-1,0-1-261,1 0 0,-3-4 1,7 0-1,-1 1-270,-1 2 0,5 1 452,-3 0 0,28 1 0,9-1 0</inkml:trace>
  <inkml:trace contextRef="#ctx0" brushRef="#br1" timeOffset="182">1884 3683 15867,'-8'0'-701,"0"0"-179,4 0 896,2 0 1,-4 2 0,7 1-139,4 2 0,3 0 1,6-4-1,1 3 48,-1 0 0,1 1 1,-1-5-1,0 0-14,1 0 1,1 0 0,1 0 0,3 0-29,-3 0 0,-1 0 0,-2 0 0,1 0 157,-1 0 0,1-13 0,-1-3 0</inkml:trace>
  <inkml:trace contextRef="#ctx0" brushRef="#br1" timeOffset="183">2057 3640 14370,'-14'0'-2110,"-1"0"2004,1 0 0,0 0 114,-1 0 1,6 2 200,-1 3 0,7 3-395,-2 6 1,3-4-18,2-1 1,7-1 0,2 2 172,4-5 1,2 1 0,-1-1-1,0-2 9,1-1 0,-6-1 1,1 2-1,1 2-116,2-2 0,1-1 1,1 0-1,-1 1 117,0 2 1,20-1 0,4-4 0</inkml:trace>
  <inkml:trace contextRef="#ctx0" brushRef="#br1" timeOffset="184">2244 3683 12734,'-14'-8'-721,"6"0"1,1 5 699,1-2 0,4-1-354,-2 1 1,2 2 420,2-7 0,2 7 0,2-2 0,6 4-11,3 1 1,1 0-1,1 0 1,-1 0-62,0 0 0,1 5 1,-1 1-1,2 0-31,3 1 0,-3-1 0,3-3 0,-1 4-68,1 1 0,-3-3 0,3 3 0,-1-2 12,1-3 0,-3 4 1,3-3-1,-3 1-613,-1 2 754,-1-6 0,-12 12 1,-4-5-1</inkml:trace>
  <inkml:trace contextRef="#ctx0" brushRef="#br1" timeOffset="185">2517 3626 12858,'-14'1'-1377,"0"3"1376,-1 0 1,1 8-1,0-3 1,-1 4 11,1 1 1,-1 1 0,1-1 0,1 1-67,4-1 1,-4 5 0,3 0 0,-1 0-93,1 2 0,-1-3 0,6 4 0,2 1-819,2-1 967,1-4 1,51-23 0,13-13-1</inkml:trace>
  <inkml:trace contextRef="#ctx0" brushRef="#br1" timeOffset="186">2834 3410 12255,'-14'14'-505,"6"-4"1,1 1 0,2 4 411,1 2 1,-6 7 0,5-3 0,0 3 116,-1 6 0,4-1 0,-2 5 0,2-4-120,2-1 0,5-5 0,1 0 0,2 0-61,3-2 0,-3 4 1,2-7-1,1-2 5,2-1 1,0-6 0,-2-2 0,-1 0-8,1 0 0,0-3 1,0 3 154,-1-2 1,-1-14 0,6-8 0</inkml:trace>
  <inkml:trace contextRef="#ctx0" brushRef="#br1" timeOffset="187">2705 3784 12086,'4'-9'-306,"1"-1"1,6 2 0,-1-2 0,4 4-171,5 0 0,-1 4 0,6-3 476,2 4 0,39 1 1,12 0-1</inkml:trace>
  <inkml:trace contextRef="#ctx0" brushRef="#br1" timeOffset="188">3769 3453 10254,'8'-19'0,"-1"0"-342,-1 1 1,-4 2 0,2 2 0,-2-1-474,-2 1 1055,6 6 0,-6 2 0,2 7 0,-7 4-105,-3 5 0,3 2 1,-3 4-1,0 4-82,0 4 1,4-2 0,-4 4 0,1 2-75,4 4 0,1 2 0,2-5 0,0 1-56,0 4 0,0-4 0,0 5 0,0-1-150,0-1 1,5 1 0,2-5 0,1-1 38,3 1 1,2-6 0,1-4 0,0-3 23,1-2 1,4-1 0,0-2 0,-1-3 205,-2-1-61,-8-3 1,-8-36 0,-8-8-1</inkml:trace>
  <inkml:trace contextRef="#ctx0" brushRef="#br1" timeOffset="189">3640 3798 10782,'4'-14'-497,"1"0"0,2-1 0,-3 1 0,6 0 754,3-1 1,1 2 0,1 2 0,-1 2-398,0-3 0,1 4 0,-1 0 0,1 2 238,-1 3 1,5 1 0,0 2 0,-1 0 21,-2 0 0,-2 0 0,1 2-112,-1 3 1,0 3-1,-1 6 1,-2 0-21,-1 1 1,-7-6 0,4 1 0,-3 1-89,1 2 0,0 1 1,-5 1-1,2-1-77,2 0 0,-2 1 1,3-1-417,-4 1 0,-1-6-181,0 1 741,-6-1 1,-21-26 0,-12-9 0</inkml:trace>
  <inkml:trace contextRef="#ctx0" brushRef="#br1" timeOffset="190">4143 3770 9424,'-9'-13'-982,"-1"3"0,5-1 1000,-4 6 1,5 2-1,0 8 20,2 5 0,2 2 0,0 3-45,0-1 0,2 0-10,2 1 0,0-2 0,5-4 5,2-4 0,2-3 1,2-2 7,-1 0 1,-4 0 0,-1 0 0,1-2-45,-2-3 1,5 2 0,-5-7 0,1 1 9,1 1 0,-6-5 1,6 4-1,0-4-8,-2-2 0,3 6 0,-6-1 0,-1 1-38,3 1 0,-6-5 70,4 3 121,-3 4 1,-2 1 0,0 10 13,0 4 0,0 4 1,0 2-81,0-1 1,0-4-1,0-1-28,0 2 0,0-3 1,1 0-6,4-1 1,-2-3-27,7-4 1,-5 0 0,4 0 19,3 0 0,-4-1 0,1-4 0,2-3 5,2 0 0,-3-5 1,-1 4-1,3-2-61,0 1 0,-2-3 0,-1 4 38,3-4 0,0 0 0,1 2 63,-3 1 0,-2 7 84,-3-2 0,-4 5 1,4 5-65,-3 5 1,-2-2 0,0 1 0,0 2-63,0 2 0,0 2 0,1-1-121,4 0 1,-2 1 0,5-1 0,-1 0-57,-4 1 0,5-1 0,0 1 0,1-1-28,1 0 1,-2 1 0,3-1 201,-1 1 0,25-27 1,11-5-1</inkml:trace>
  <inkml:trace contextRef="#ctx0" brushRef="#br1" timeOffset="191">4704 3842 9424,'-14'-15'-688,"6"6"-337,3-1 1025,-3 7 1,8-4 0,0 7 75,8 0 0,0 0 1,2 0-82,1 0 1,2-1 0,1-2-62,0-2 0,1 0 0,-1 4-44,1-4 0,-3 2 0,0-5-55,-3 1 1,-6-4 149,2 1 0,-5 4 30,-5 1 1,-3 4 0,-6 1 116,0 0 0,-1 4 1,2 3-1,2 1-7,2 3 0,1-3 0,-4 2 1,4 1-125,2 1 1,1-2-1,5 0 1,0 1-103,0 2 0,2 1 0,3-1 32,4-4 0,4 3 0,1-6 0,1 0-360,-1 1 441,7-2 1,40-18-1,15-3 1</inkml:trace>
  <inkml:trace contextRef="#ctx0" brushRef="#br1" timeOffset="192">5150 3655 8558,'-13'-10'0,"2"2"-327,2 2 0,-1 1 0,-4 5 1,-1 0 408,1 0 0,1 1 0,2 3 0,3 2-12,2 2 0,-4 2 0,5 4 0,2 0-14,1 1 1,2-6-1,2 1 1,1 1-76,2 2 1,6 1 0,-1 1 0,3-2-22,1-4 1,0 4 0,1-5 0,-1 1 16,0 1 0,1-5 1,-1 3-1,1 0-6,-1 0 1,-4-3 32,-1 4 1,-7-1 4,-2 2 1,-2 1 0,-9-5 0,-3 1-43,-4-1 0,-6-1 1,5-5-1,0 0-55,-2 0 0,5 0 0,-3 0-308,3 0-15,1 0 413,7-6 1,60-47 0,-16 18 0,-1-1 0</inkml:trace>
  <inkml:trace contextRef="#ctx0" brushRef="#br1" timeOffset="193">5467 3496 9058,'-13'-6'-71,"3"-4"1,-1 6 42,6 4 0,1 6 0,4 8 0,0 1 124,0-1 0,0 1 0,0-1 0,0 2-83,0 3 1,4-1-1,3 4 1,-1 0-120,1 1 1,-1-4 0,-3 5 0,2 2-114,-2 1 1,4 1-1,-1 0 1,0-3 10,1-1 1,-2-1 0,-4 1 0,2-4 1,2 1 1,0-5 0,-5 3-1,0-3-189,0-1 394,-6-1 1,-41-25-1,-15-7 1</inkml:trace>
  <inkml:trace contextRef="#ctx0" brushRef="#br1" timeOffset="194">5294 3842 9058,'13'-15'-148,"-3"1"0,2-1 0,-2 3 0,3 1-133,1 1 0,0 5 0,1-3 0,1 2 276,3 3 0,-1-1 0,4 1 1,-1-2 9,-4 2 1,4 2-1,-2 1 1,-1 1-98,-2 4 0,-2-2 0,1 5 0,-1 0 77,0 0 1,-12 8-1,-4 6 1</inkml:trace>
  <inkml:trace contextRef="#ctx0" brushRef="#br1" timeOffset="195">5711 3827 8580,'-1'-9'-804,"-2"-1"351,-2-1 0,0 3 0,7 0 608,2 2 0,0-1 1,5 4 45,2-2 0,2-4 1,2 4-238,-1 2 1,0-1 0,1 1-71,-1-2 0,-4 1 0,-1 4-375,2 0 379,-4 0 1,-2 0 0,-12 1 90,-7 4 1,-1-2-1,-4 7 1,3-1 153,2-1 1,0 5 0,-1-3 0,1 1 8,-1-2 0,7 4 0,4-3-23,2 3 0,2 1 1,2 0-114,2 1 0,4-6 0,7-1 0,1 0-47,3 0 0,-2-4 0,7 0 0,0 0-146,-1 0 1,4-2-1,-5 3 1,2-4 176,0-1 0,20-32 0,8-8 0</inkml:trace>
  <inkml:trace contextRef="#ctx0" brushRef="#br1" timeOffset="196">6071 3583 8572,'0'-23'0,"0"4"0,0 3-1894,0 2 2007,0-1 0,0 9 0,0 6 70,0 8 1,0 10 0,2 2-1,1 3-65,2 2 0,1 2 0,-3 2 0,2 0-59,-2 0 1,4 4 0,-3 3 0,1 0-117,2 4 1,-6-3-1,4 3 1,-2 5-112,2 6 1,-3 0 0,2 0 0,-2 0 3,-2 1 0,0-4 0,0 3 0,0-3-10,0-7 0,-5-6 0,0-11 0,1-4 174,-3-4 0,6-8 0,-31-53 0,0-19 0</inkml:trace>
  <inkml:trace contextRef="#ctx0" brushRef="#br1" timeOffset="197">5985 3957 8485,'9'-13'-430,"1"3"0,-2-2 0,3 4 1,0 0 456,5 3 0,-1-2 1,4 3-1,-2 0 88,3 3 1,-4 1 0,3 0 0,-3 0-4,-2 0 0,1 5 1,-1 1-1,0 2 13,1 3 0,-6-3 0,-1 2 174,-1 1 1,-3 2-138,-4 1 0,-6 1 0,-5-3 0,-5 0-338,-3-3 1,-8 1-1,-2 6 176,-8 3 0,-23 3 0,-11 4 0,19-6 0,1 0 0,-1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3.504"/>
    </inkml:context>
    <inkml:brush xml:id="br0">
      <inkml:brushProperty name="width" value="0.05292" units="cm"/>
      <inkml:brushProperty name="height" value="0.05292" units="cm"/>
      <inkml:brushProperty name="color" value="#57D200"/>
    </inkml:brush>
    <inkml:brush xml:id="br1">
      <inkml:brushProperty name="width" value="0.05292" units="cm"/>
      <inkml:brushProperty name="height" value="0.05292" units="cm"/>
      <inkml:brushProperty name="color" value="#3165BB"/>
    </inkml:brush>
  </inkml:definitions>
  <inkml:trace contextRef="#ctx0" brushRef="#br0">4287 7223 21200,'0'-8'-2705,"0"-5"1,0 10 1232,0-7 755,0 7 518,0-3 1,0 4-34,0-3 1,0 4 143,0-6 0,0 9-458,0 3 0,0 3 607,0 6 1,-2 0 0,-1 1 0,-2-1 25,2 1 0,2-1 0,1 0 0,0 2-73,0 4 0,0-3 1,0 7-1,-2 2 30,-3 1 1,4 2 0,-4 1-1,3 2-3,2 2 0,-5 1 0,1-3 0,-1 3 23,-1 2 0,4-1 0,-4 3 0,1-4-5,0 0 0,-1-3 0,2 5 1,-2 0 6,-2-1 0,5-2 0,-4 3 0,3 0-42,-1-1 1,-5-4 0,5 4 0,2-3-51,2 1 1,-4 4-1,0-4 1,2-1 60,1 2 0,1-4 0,-3 4 0,0 0-30,0 3 0,3-1 0,1 0 0,-2 0 2,-3 0 1,4-2 0,-4 5 0,3 0-36,2-5 1,0 2 0,0-4-1,0-1-5,0-2 1,0-1-1,0 0 1,0 0-18,0 0 1,0-5-1,0 0 1,0 1 26,0 2 0,-1-3 1,-2 0-1,-2 2 60,2 1 1,-1-3 0,1-2 0,-2 1 9,2-1 0,0 1 0,0 2 1,-2-3-14,2-1 0,1 3 1,1-3-1,-3 0-1,0 0 0,-1 3 0,5-5 0,0-2-35,0-1 0,0 4 0,0-1 0,0-2 57,0-1 0,-5-6 1,0-1 613,2 3-657,1 0 0,4 1-582,3-3 1,-2-4-852,7-6 1542,-1-6 1,25-53 0,-15 19 0,0 1 0</inkml:trace>
  <inkml:trace contextRef="#ctx0" brushRef="#br0" timeOffset="1">4345 7208 17712,'-8'-6'-4418,"-4"3"3898,8-7 0,-3 7 408,2-2 1,4 2-818,-4-2 862,3 4 0,2-7 124,0 3-50,0 3 0,2-4 64,3 6 0,3 0 116,6 0 1,1 0-1,-1 0 1,2 0 5,3 0 0,-1 0 0,6 0 1,1-2 26,2-2 0,4 0 0,2-4 0,6 0 141,2 0 1,7 4-1,2-6 1,-1 0-78,1 2 0,1-4 0,-6 4 0,-4 0-80,1 3 1,-2 3 0,-2 1-1,-3-3-6,1 0 1,-6-1 0,2 5 0,-3 0-259,0 0 1,-9 0 0,8 0 0,-6 0 55,-5 0 0,4 0 0,-2 0 0,-1 0 1,-2 0 1,-2 0 0,1 0 0,-1 0-48,1 0 0,-1 0 1,0 0-25,1 0 1,-2 1 0,-2 3-1,-2 0-254,2 0 1,-3-3 211,2-1 1,0 5-167,4 0 1,-4 4-96,-1-4 0,-6 2-896,2-3 911,-3 4 1,-1 5-1,3-2-56,0-1 1,1-5 0,-5 4 283,0 3 0,0-4 0,-1 0 0,-3 0 234,0 0 0,-1 1 0,5 5-220,0 1 1,-2-1 0,-1 2-1,-2 2 121,2 1 1,0 2 0,0-2 0,-2 3 83,2 1 1,-4 6 0,1-2-1,-1 5 122,1 0 1,0 0 0,1 1 0,-3 6-45,0 2 1,-3 1 0,4-2 0,-1-2 55,-3 2 1,3 3 0,0 4-1,0 0-164,0 0 1,3-2 0,-3-2-1,0 0-138,0 0 0,5-1 1,-3-2-1,1-4 99,0 0 0,0-1 0,5-3 0,-1 1-11,-4-1 1,3-1 0,-2-3-1,0 3 0,0 2 0,2-2 0,-4 2 0,1-1-12,0 2 0,0-4 0,5 4 0,0-4-34,0-1 1,-1-5-1,-3 0 1,0 2 23,0 1 1,3-3-1,-1 0 1,-1 1 13,-2 2 0,0 2 1,4 0-1,-2 0-11,-2 0 1,0-6 0,5 1 0,0 2 6,0 1 1,-5 2 0,0-2-1,2-1 17,2-2 0,-4 0 0,-2 5 0,1-1-4,0 1 1,1-2 0,5-1 0,0-4-40,0-1 0,0 3 1,0-5-1,0-1 17,0-2 0,0-7 1,0 1-1,0 1-34,0 2 1,0-4 0,0 1-7,0 1 1,0-3 0,0 2-28,0 1 1,-5-3 289,0 2 0,1-6 347,4 6-665,0-7 0,-2 4 375,-3-7 442,4 0-368,-12 0 0,5 0-127,-7 0 1,6 0 0,-1 0-15,-1 0 1,-2 0-1,-1 0-190,-1 0 0,1 0 1,-2 0-1,-2 0-62,-1 0 1,-1 0-1,2 0 1,-3 0 221,-1 0 0,-2 0 1,-3 0-1,1 0-30,2 0 0,-2 4 1,-4 1-1,0 0-97,3 1 1,1-4-1,-3 4 1,0-1-8,1 0 0,-1 1 1,0-2-1,2 0 4,3 0 1,-3 2 0,3-1 0,-2-2-8,2-1 0,2 2 0,4 1 0,-2-2-20,-3-1 0,6-2 0,-3 0 1,4 0 3,2 0 1,0 0 0,-1 0 2,1 0 1,4 0 0,1-2-224,-3-2 0,0 2-35,-3-3 1,1 4 111,0 1 0,-1 0 13,1 0 1,-1 0 21,1 0 1,4 0 82,1 0 0,-1-5-158,-4 0 1,4 0 78,1 5 0,4 0 243,-5 0 0,5 0 0,-3 2 232,2 3 0,0-4-170,1 4 1,3-2-474,-3 2 199,4-3 1,2 4-466,4-6 0,-2 0 703,7 0 1,44-19-1,17-5 1</inkml:trace>
  <inkml:trace contextRef="#ctx0" brushRef="#br0" timeOffset="2">2402 8374 27266,'-14'0'-791,"0"0"-689,-1 0 1,1 0 0,-1 0 1899,1 0 0,4 0-592,1 0 348,-1 0-104,2 0 1,2 2-584,6 2 0,6-2 0,4 3 436,3-4 0,6 4 0,2 0 0,1-2 35,4-1 1,1-2 0,2 0 0,1 0 22,3 0 0,-1 0 0,7 0 1,1 0 12,1 0 0,7 0 1,0 0-1,0 0-15,2 0 1,-5 0-1,4 0 1,-1 0 23,0 0 0,5-5 1,-5 0-1,-2 2 10,-1 1 0,-4-2 0,-1-1 1,-3 0 238,-2-1 1,4 4 0,-6-3-1,-1 4-319,-1 1 0,-3-2 0,0-1 1,-3-2 1057,-1 2 1,-2 1 0,2 2 0,-3 0-1203,0 0 0,-3 0-102,6 0 0,-7 5-239,2 0 0,-8 1-290,-1-1 0,-5-3-479,4 2 1285,1-2 0,24-21 1,4-5-1</inkml:trace>
  <inkml:trace contextRef="#ctx0" brushRef="#br0" timeOffset="3">3913 8244 18057,'-14'0'-1695,"-1"0"1694,1 0 3,6 0 43,1 0 1,7 2-412,0 3 0,2 3 1,1 6 80,2 1 0,5-6 0,-4-1 0,0 0 75,1 0 0,-1 0 1,-1 3-23,5-1 0,-4-5 0,0 3 0,-1 0-18,0 0 0,1-5 0,-2 3 0,2-1-17,2 0 1,-5 1 0,4-2-39,-1 0 1,-3 1 109,7-5 1,-5 0 1124,4 0-591,-6 0 1,-7 2 0,-12 3 7,-5 4 0,2-1 0,-5 2 0,-2 1-50,-1 2 1,-4 6 0,-1 2 0,-1-1 43,1 1 1,-24 11-1,-5-1 1</inkml:trace>
  <inkml:trace contextRef="#ctx0" brushRef="#br0" timeOffset="4">4604 9870 16330,'4'-14'-685,"1"0"1,0-1-1,-3 1 1,1-1 509,2 1 1,-1 4 0,-2 1 0,1-2 202,2-2 0,5 3 1,-4 1 161,2-3 1,-3 4-57,4-1 1,-4 6 0,3-1-279,-2 8 0,-1 5 1,-5 10-1,0 5 136,0 4 1,0 5 0,0 2-1,0 4-100,0 5 0,-5 1 0,1 8 0,-1 1 77,-2 2 0,4 2 0,-5-1 0,2-1-38,3-3 1,0 1 0,-1-6 0,0-1-74,0-2 1,3-9 0,1-2 0,0-2-49,0 1 1,-5-9 0,0 0-1,2-6-347,1-4 1,2-4 131,0 0 421,7-7 0,-6-74 0,3 23 0,-1 1 0</inkml:trace>
  <inkml:trace contextRef="#ctx0" brushRef="#br0" timeOffset="5">4690 9928 15739,'-14'-7'-584,"4"4"0,0-6-1148,-1-3 0,3 6 1663,-1 1 1,1 10 0,-4 5 203,3 2 1,6-2 0,-4 0 0,2 1-97,1 2 0,-3 1 0,4 0 0,-2 1 16,2-1 0,-3 1 1,1-1-19,2 0 0,-4 1 1,2-1-101,2 1 0,-3-6 577,1 1-347,0-7 1,5 2-1,0-10 1,0-5-222,0-2 1,7-3 0,1 1 0,1-1-12,1 1 1,-1-2 0,6-2 0,-1-1 56,1 2 0,-1-1 0,-1 0 1,-2-1 23,-1 2 0,-1 1 0,6 1 148,-1 1 0,-5 6 27,1 3 1,-2 5-1,2 5 1,-6 5-286,-2 2 1,3 8 0,1 0 0,1 3-126,-1 2 0,5-2 1,0 1-1,5 1-282,4 2 1,0-3 349,0 0 0,-11-12 0,4 0 0</inkml:trace>
  <inkml:trace contextRef="#ctx0" brushRef="#br0" timeOffset="6">3525 11165 10360,'0'-14'-605,"-5"-1"0,-2 3-805,-1 2 1318,5-3 0,-5 12 104,3-4 1,2 3 94,-6 2 1,-1 7-1,-4 1 1,-1 1-51,1 1 1,-1-1-1,1 6 1,-2-1-24,-3 1 1,3 4 0,-5 0 0,2-1-2,0-2 1,-5-2-1,3 2 1,0 2 41,0 1 1,-3 0-1,5-5 1,2-1 93,1-3 0,1 2 84,1-2-147,6 3-160,2-5 1,12-2 0,4-6 32,2 0 0,-2 0 1,0 0-1,1 0 11,1 0 0,3 0 0,-1 0 1,1 0-51,-1 0 0,0 0 1,1 0-1,-1 0-29,1 0 0,-1 0 1,0 0-51,1 0 1,-1 2 0,1 1 5,-1 2 1,-1 1 0,-2-3 0,-2 2-328,3-2 474,0 5 0,16-12 0,2 2 1</inkml:trace>
  <inkml:trace contextRef="#ctx0" brushRef="#br0" timeOffset="7">3755 11309 10360,'-2'-14'-2501,"-1"-1"2519,-2 1 0,-1 4 1,3 1 45,-2-2 0,-5 3 1,4 0 35,-2 1 1,3-2 0,-5 2 21,-1-1 0,3 5-124,-1-2 1,-1 4-11,-4 1 0,6 6 1,3 4-82,3 2 1,2 3 0,0-1 25,0 1 1,0-1 0,0 0 37,0 1 0,7-1 1,1 1 9,0-1 0,4-4 0,-2-1-9,3 2 1,-4 0-1,1 1 23,1-3 1,-3-1-1,0 3-18,-1-1 1,-3 0 0,-4 4 13,0 0 0,-1-1 1,-4-2-1,-5-1 82,-2 1 1,-3-3 0,1 0 0,-2-1 20,-3-4 0,3 3 1,-4-1-29,4-2 0,7-1 1,1-4-203,2-3 1,2 2 0,9-6 0,5-3-9,2 0 0,4-8 0,2 1 1,3 0 176,1-2 0,12-7 0,7-5 0,6-5 0,-1 0 0</inkml:trace>
  <inkml:trace contextRef="#ctx0" brushRef="#br0" timeOffset="8">3956 11151 10324,'-1'-15'-844,"-4"1"1,3 4 0,-4 3 559,-1 0 0,6 1 291,-4 1 1,3 5 133,2 0 0,0 2 0,2 7-60,3 2 1,-4 2 0,4 1-1,-3 2-57,-2 4 0,0-4 0,0 4 1,0 0-13,0-1 0,0 2 1,0-4-1,0 4-67,0 1 1,0-4-1,-2 3 1,-1-2-5,-2 0 1,-4 5 0,4-5 0,0-1-53,-1-2 0,4-2 0,-3 1 0,4-1-88,1 0 1,0-4 160,0 0 0,0-39 0,0-5 0</inkml:trace>
  <inkml:trace contextRef="#ctx0" brushRef="#br0" timeOffset="9">3913 11424 10324,'-10'-13'-1897,"2"2"1545,2 2 0,1 4 229,5-5 1,7 7-1,2-3 122,4-1 0,1 4 0,1-5 1,1 2 33,3 3 0,-3-1 0,5 1-12,-1-2 0,22 1 0,11 4 0</inkml:trace>
  <inkml:trace contextRef="#ctx0" brushRef="#br0" timeOffset="10">4201 11367 8369,'0'-15'-811,"0"1"801,0 0 1,0 4 133,0 0 0,0 6 42,0-6-164,0 7 0,-2-2 1,-3 10 59,-4 4 1,1 4 0,-2 2-1,1-1-21,1 0 1,-5 1 0,3 1 0,-1 1-36,1 2 1,-2 1 0,4-6-1,0 0 34,3 1 0,-2-1-50,3 1 1,0-7-35,9-4 0,3-2 0,7-4 0,-1-2 7,0-6 1,1-3 0,-1-1 0,-1-1-16,-3 1 1,2 0 0,-2-1 35,3 1 0,-4 1 0,-1 2 41,-1 1 1,-1 7-1,-3-3 12,2-1 0,0 7-35,-5 0 1,0 2 0,0 7-12,0 3 0,0 0 7,0 3 1,0-1-1,0 1-141,0-1 1,0-4-83,0-1 0,6-4-158,4 5 393,-4-7 1,20-16-1,-2-11 1</inkml:trace>
  <inkml:trace contextRef="#ctx0" brushRef="#br0" timeOffset="11">4330 11381 10315,'0'-14'-1252,"0"-1"500,0 1 0,0 0 961,0-1 1,2 7-240,3 3 0,3 4 111,6 1 0,-4 6 0,-2 4-105,-2 3 0,-1 1 0,-5 0 0,0 1 17,0-1 1,0 0 0,0 1 0,0-1-44,0 1 1,0-1 0,0 0 37,0 1 1,0-6-1,-2-1 1,-1 0 120,-2 0-103,0-4 1,5-4-1,2-10-88,3-3 1,-2-3-1,7-1 1,1-3-5,2 3 0,1-1 0,-1 1 0,-2-3 49,-2 3 1,1 1-1,4 3 1,1 2 212,-1 1-133,1 1 1,-1 7 0,0 4-1</inkml:trace>
  <inkml:trace contextRef="#ctx0" brushRef="#br0" timeOffset="12">4690 11180 10315,'0'-15'-448,"0"6"-1884,0-1 2322,0 7 0,0-2 0,0 10 127,0 4 0,-2 6 1,-1 2-1,-2 3 18,2-3 0,-3 1 1,-1 1-1,1 3-63,0 1 0,-6 4 1,4-5-1,-1 2-36,-1 0 0,5 0 0,-3 5 0,0-2-69,0-3 1,5-1 0,-2-6 0,4 2-9,1-1 0,0-7-69,0-1 0,8-7 1,5 2-20,4-4 1,2-6 0,-4-1 0,1-2-63,3-3 0,-3-2 0,3-1 214,-3-1 0,18-25 0,4-6 0</inkml:trace>
  <inkml:trace contextRef="#ctx0" brushRef="#br0" timeOffset="13">4690 11410 10315,'-14'0'-831,"-1"0"1,6-5 433,-1 0 0,7-1 0,0 3 465,6-2 1,0 0-1,7 5 1,1 0-66,2 0 1,1-5-1,0 0 1,1 2-140,-1 2 0,0-4 152,1 0 1,38-12 0,9 1 0</inkml:trace>
  <inkml:trace contextRef="#ctx0" brushRef="#br0" timeOffset="14">4978 11021 8558,'-15'0'-793,"6"0"1,1-1 404,1-4 521,2 3 1,5-2-51,0 8 1,0 0 0,0 5 1,2-4-62,3 5 1,-2-2-1,5 3-38,-2-2 1,4-4 0,-4 3-64,2-1 1,-3-1-25,5-1 0,-1-4-83,6 4 0,-6-2-168,1 2 353,0-3 0,-15-9 0,-5-9 0</inkml:trace>
  <inkml:trace contextRef="#ctx0" brushRef="#br0" timeOffset="15">4978 11165 8558,'-8'-14'-1062,"3"-1"0,-2 1 1211,3 0 0,-1 4 389,5 1-434,0 5-4,0-2 1,0 8-75,0 2 1,1 3 0,3 4 0,0-1-31,0 1 0,2-3 0,0 1 0,2 2-10,4 2 1,-4 2 0,1-1 0,1 0 11,-2 1 0,5 1 1,-4 1-1,4 3-6,1-3 0,-4-1 1,0 0-1,1 2-10,1 1 1,3 0 0,-1-5 12,1 1 0,-6-2 1,-1-2 3,-1-2 1,-1-5 0,-3 2 0,2 0 15,0-4 1,-5 3 19,0-10 0,-2 3 1,-3-2-35,-4 2 0,1 2 1,-2 0-4,-1 0 1,-7 0 0,-1 2-1,2 1-40,1 2 1,0 6 0,-2-2 0,-3 4-90,-1 2 0,4-1 1,-1 0 130,3 1 0,2 25 0,-1 6 0</inkml:trace>
  <inkml:trace contextRef="#ctx0" brushRef="#br0" timeOffset="16">4805 6460 15334,'-6'8'-1691,"4"5"1,-4-10 1722,6 7 1,-2-5-31,-3 4 1,4-4 0,-4 5-51,3 1 0,2-3 1,0 1-1,0 3-3,0 0 1,0 3-1,-1-1 1,-3 1 53,0-1 0,-1 7 0,3 1 0,-1 2 0,-2 0 0,-4 0 0,4 5 0,0 0-135,-1-1 1,4 1 0,-3 0 0,2 0 71,-2 0 1,4-6 0,-4 0 0,3-1-138,2 1 0,0-6 1,0 2-194,0-3 0,0-1 114,0-1 0,2-6 345,3-3 0,3-42 0,6-11 1</inkml:trace>
  <inkml:trace contextRef="#ctx0" brushRef="#br0" timeOffset="17">4791 6489 15272,'-10'-6'-1466,"0"-4"0,2 2 0,-3 0 1293,2 2 0,4 1 352,-5 5 1,5 0 0,-3 2-35,2 2 1,-4 4-1,6 7 1,-1-1-165,-2 0 1,6 1 0,-5-1-1,1 1-28,0-1 0,0-4 1,5-1-1,0 2-123,0 2 1,0-3-382,0-1 546,0 1-82,0-2 0,2-8 0,1-10-14,2-2 0,1-3 1,-1 1-10,4-1 1,-1 1 0,0 0 0,0-1 95,0 1 1,-3 4-1,5 1 210,1-3 0,-3 4 2,2-1 0,-2 4 0,3-3 225,-2 2 1,-4 3-265,5 7 1,-1 4 0,6 7-291,-1-1 0,1 0 96,-1 1 0,0-7 0,1-2 0</inkml:trace>
  <inkml:trace contextRef="#ctx0" brushRef="#br1" timeOffset="18">2129 6518 21973,'-14'0'-1,"-1"0"1,6 0 0,-1 0 1,7 0-779,-4 0 17,7 0 994,0 0 1,-4-2-487,-1-3-778,0 4 249,5-6 0,0 6-480,0-4-75,0 3 683,0-4 0,2 1 514,2 0 0,0 1 1,5 4 137,2 0 0,2 0 1,2 0 121,-1 0 0,0 0 1,2 0-1,2 0 184,1 0 0,5 0 0,-3-2 0,1-1 129,4-2 1,1 0 0,0 5 0,-1 0-145,-2 0 1,0 0 0,5 0 0,-1 0 40,1 0 0,-5-4 1,-2-1-1,1 2 5,-1 1 0,-4 2 1,1 0-1,-3 0-236,-2 0 0,2 0 0,2 0 0,1 0-93,-1 0 0,-2 0 0,-2 0 0,0 0-60,1 0 1,-1 5 0,2 0-1,2-2 24,1-2 0,0-1 0,-3 0 0,2 0-12,1 0 0,5 0 1,-3-1-1,1-2 66,4-2 1,-4 0 0,2 5 0,0-2-16,-2-2 1,6 2 0,-5-3-1,3 2 17,-2-2 1,3 4-1,-4-4 1,1 3 18,0 2 0,0-5 0,4 1 1,1 0-22,0 3 1,-5 1 0,1-2 0,4-1 79,3-2 1,-3 0 0,-5 5-1,1 0-47,3 0 0,5-4 0,1-1 1,-2 2-46,-2 1 1,-1 2 0,0-2 0,-1-1-22,1-2 1,0 1-1,0 4 1,0-2 6,-1-3 0,6 4 1,-1-4-1,-1 3-47,-1 2 1,-2 0 0,1 0 0,2 0 6,1 0 1,3 0 0,-4 0 0,3 0 30,2 0 1,-1-1-1,3-3 1,-4 0-5,0 0 0,0 3 0,5 1 0,-1 0-3,0 0 0,-2 0 0,2-2 1,-1-1 39,-1-2 0,8 0 0,-6 5 0,1 0-27,2 0 0,0-4 0,1-1 0,0 0 10,0-1 0,0 4 1,0-4-1,2 1 34,3 0 0,2-5 0,2 6 1,-4-1-3,-3-2 1,3 6 0,2-6 0,1 3-18,3-1 1,-3 0 0,0 3 0,-1-1 1,-4-1 0,4-1 0,-1 5 1,1-2 5,0-3 1,-2 4 0,-4-4 0,3 3-56,1 2 1,0 0 0,-5 0 0,0 0 0,0 0 0,5 0 0,0 0 0,-2 0 1,-1 0 0,3-4 0,0-1 0,-2 2-17,-1 1 0,-2 2 1,0 0-1,-1-2 26,-4-2 0,7 2 0,-5-3 0,0 2 13,2-2 0,-1 4 1,2-6-1,0 2 13,1 1 0,-6-1 1,0 3-1,1-1-7,-3-2 1,6 0-1,-5 4 1,0-2 23,-4-2 0,-2 0 1,-3 5-1,1 0-2,0 0 0,-2-5 1,-3 0-1,-3 2-29,0 2 0,-5 1 1,3 0-1,-3 0-13,-2 0 0,0 0 0,1 0-6,-1 0 0,1 0 0,-1 0-6,0 0 1,1 0-1,-1 0 7,1 0 0,-1 0 1,0 0-8,1 0 1,-1 0 0,1 0-9,-1 0 1,0 0 0,1 0 58,-1 0 0,0-5 1,1 0 76,-1 2 0,-4 1 1,-1 2-77,3 0 0,-4 0 1,0-1-1,0-3 104,0 0 0,-4-1 100,6 5 0,-7-2-263,2-3 0,-3 2-559,-2-6 1,0 4 26,0-5 1,-5 5-1,-2-3 85,-1 2 1,4-4 0,-4 4-7,1-2 0,-2-2 0,2-4 45,-1 0 0,5-1 0,-2 1 1,4 0-37,1-1 1,-5 1 0,0-1 0,2 1 2,1 0 1,2-7-1,0-3 1,0-3 168,0-2 1,0 0-1,0 0 1,2-1 343,3-4 1,-4 4 0,6-4 0,-3 4 118,1 1 0,0 1 1,-5 0-1,2 3-132,2 1 0,-2 0 0,3-3 0,-4 1-93,-1 2 0,0 6 0,0-1 0,0 3 177,0 2 0,0 0 0,0-1-5,0 1 1,0 4 0,-1 1-263,-4-3 0,3 4-5,-2-1 1,-3 4 511,2-5-710,1 7 766,4-3-439,0 6 1456,0 0-944,-7 0 0,4 0 0,-7 0-24,-1 0 0,-2 0 0,-1 0 0,0 0-4,-1 0 0,-4 0 0,-2 0 1,-1 0-213,-4 0 1,-6 0 0,-1 0-1,-1 0 173,-1 0 0,3 0 0,-5 0 0,1 0-192,-1 0 0,5 0 0,-3 0 0,1 0 152,1 0 1,-1 0 0,5 0 0,0 0-382,1 0 1,-3-2 0,-1-1 0,-1-2-15,1 2 1,1 0 0,3 0 0,-3-2 30,-2 2 0,1 1 0,-5 2 0,2-2-36,3-2 0,-3 2 1,-1-3-1,1 4 32,0 1 0,0 0 0,3 0 1,-3-2-40,-2-3 0,5 4 0,-1-4 0,1 3 26,-2 2 1,2 0 0,-5 0 0,2 0-7,3 0 1,2-1 0,-1-3 0,-1 0 4,-1 0 0,-2 3 1,3 1-1,-2-2 19,2-3 0,0 4 0,0-4 0,-1 3 16,1 2 0,-4 0 0,1 0 1,-1 0 11,-4 0 0,3 0 0,0 0 0,0 0-30,1 0 0,2 0 0,-4 0 1,-1 0 32,2 0 1,-3 0 0,5 2 0,-1 1 0,-4 2 0,0 0 0,0-4 0,1 3 14,-1 0 0,-3 3 1,-2-4-1,1 3 17,2 2 0,2-4 0,-1 0 1,-1 0-9,-1 0 1,8-2 0,-7 3-1,4-2-26,1 2 0,-1-4 0,-6 4 0,1-2-11,0 2 0,5-3 1,-1 3-1,-1-4-11,-1-1 1,4 5 0,2 0-1,1-2-2,1-1 0,-6-1 0,4 2 0,0 2-12,0-2 1,1-1 0,6 0 0,-3 1 1,-2 2 1,2-1-1,-2-4 1,1 0-22,-2 0 0,4 5 0,-4 0 0,2 0 42,-1 1 1,2-4-1,-2 4 1,1-1-4,-2 0 0,4 1 1,-5-3-1,1 4 16,1 1 1,-7-3-1,3 4 1,-2 1 13,1-2 0,0 3 0,-5-5 0,-1 2 1,1 3 0,0-3 1,0 2-1,0 0-6,0-2 0,-1 4 0,1-2 0,0 3-1,0 1 0,0 1 0,0-1 0,-2 0 9,-3 1 0,8-6 0,-2 1 0,4 0-27,1-2 0,5 3 0,-1-6 0,4-2-20,5-2 0,-2 4 0,7 0 1,0-2-47,-2-1 0,5-2 0,-3 0 1,3 0-26,2 0 1,-1 0 0,3 1 0,0 2 47,3 2 1,-1 0 0,-4-5-150,-1 0 1,1 2 151,0 2 0,-1-2 1,1 3-1,-1-4-48,1-1 1,0 5 0,-2 0 39,-3-2 0,7-1 1,-2-1-1,1 3 59,0 0 0,-1 1 0,0-3 0,-1 1 21,1 2 1,-1 0 0,-1-4 0,-1 2 29,-2 2 0,-1 0 0,6-3-92,0 2 1,-1-2 0,1 4 130,0 1 1,-1-6-312,1 4 208,-1 3 0,3-5-97,2 7 0,4-5-528,6 4 0,0-4-323,0 5 1,0-5 38,0 4 0,0-4 47,0 5 1,0-6-5,0 6 0,0-5 37,0 4 0,0-4-99,0 5 0,0-6 120,0 6 0,0-5 587,0 4 0,0-4 0,1 3 61,4-1 0,-3 4-11,2-2 0,0 4 1,-1 2-24,2-1 1,-1 0-1,-2 1 67,3-1 1,-4 1 0,4-1-1,-3 0 47,-2 1 0,1-1 0,3 0 1,0 1-4,0-1 1,-3 2 0,-1 2 0,0 3 73,0 1 1,0-3-1,0 4 1,-1-1 47,-4 0 1,3-2 0,-4 4 0,1 1 93,0 2 0,-4-3 0,2-1 0,1-1 51,-1 0 1,-2-4 0,4 1-1,2-3-2,1-1 1,1-1-1,-3 0 28,0 1 0,0-7 0,9-4 63,5-2 0,3-2 1,1 0-1,0 0 186,1 0 0,1 0 0,1-2-292,3-2 1,18-34 0,7-15 0,2-7 0,0 1 0</inkml:trace>
  <inkml:trace contextRef="#ctx0" brushRef="#br1" timeOffset="19">2273 5957 19962,'0'-8'-2132,"0"1"0,0 6 597,0-4 750,0 3 561,0-4 0,-5 8 0,-1 1 702,-2 2 0,3 4 0,-5-2-82,-1 1 0,3 1 0,-1 5-304,-3 1 1,4-1 0,0 1-1,2-1-326,3 0 1,-4 1 0,3-1 407,0 1 1,3-1-183,1 0 0,1-6 0,4-3 230,5-3 1,3-2 0,1 0 0,0 0 106,1 0 1,4-5-1,0-1 1,-1-2-314,-2-4 1,-2 4 0,0-1 0,1-1-25,-1 2 0,1-5 0,-3 4 0,0-2 28,-3 1 1,-4-3 0,3 4 161,-2-4 0,-1-2-265,-5 1 1,-1 0-1,-4 1 1,-3 2 137,0 1 0,-5 1 0,3-4-201,-2 3 1,2 2-1,0 5 1,-1-2 10,-2 2 1,4 1 0,-1 2 0,-1 2 86,-2 3 1,4-2 0,1 7 0,1 1-980,4 2 662,-5 1 0,32 20 0,2 4 0</inkml:trace>
  <inkml:trace contextRef="#ctx0" brushRef="#br1" timeOffset="20">2762 5914 22198,'0'8'-7648,"0"-2"6130,0-6 2425,0 0-587,-6 0 0,2 0-112,-5 0 1,6 2 0,-4 1-162,1 2 0,4 6 0,-3-2-158,4 4 1,1 1 0,0 1 0,0-1-206,0 1 1,0-1 0,0 0-1,0 1 229,0-1 1,6 1 0,4-3 153,3-2 0,1-4 1,0-6-1,1 0-114,-1 0 1,1 0-1,-1-1 1,2-2 80,3-2 1,-3-6-1,3 1 1,-3-3-146,-1-1 1,-3-1-1,0 1 1,-4-2 11,-2-3 1,4 3 0,-6-3 0,0 3 85,-3 1 1,-2 1 0,-4 0-13,-5-1 0,2 2 0,-1 2 0,-3 3 193,0 2 0,-3-4 0,1 5 1,0 2-22,-1 2 1,6 1 0,-1 0 0,0 1-43,2 4 1,-3-2 0,5 7-367,-2 1 1,5 2-1,-2 1 1,3 1-291,2-1 1,0 0 498,0 1 1,45 6 0,11 1 0</inkml:trace>
  <inkml:trace contextRef="#ctx0" brushRef="#br1" timeOffset="21">3323 5914 16345,'-1'-8'-2217,"-4"3"1,3 2 1789,-3-2 1,2 3 856,-2-3-658,4 4 547,-12 1 1,10 1 0,-5 4-115,1 5 1,1-2 0,3 1-196,-2 3 1,0 0 0,4 3 0,-3-1-171,0 0 1,-1 1 0,5-1 0,0 1 195,0-1 1,6 0 0,4-1 46,3-3 0,1-4 1,2-4-1,2 1-41,1 2 1,2 0 0,-4-5 0,2-2 186,-1-3 0,3-1 1,-2-5-1,-2 1-263,-1-1 0,-3-2 0,-2-1 1,-3-1-93,-1 1 1,-2 4 0,-5 1 0,0-2 22,0-2 0,-2-2 0,-3 1 62,-4 0 1,-4 4 0,-2 0 0,1 1 204,0 1 0,-1 0 0,1 5 0,-1-2-39,1 2 0,0 1 0,-1 2-65,1 0 0,1 2 0,4 2 0,2 6-315,1 3 1,4 1 0,-3 1 0,4-1-278,1 0 0,1 1 442,4-1 1,35 20 0,14 4 0</inkml:trace>
  <inkml:trace contextRef="#ctx0" brushRef="#br1" timeOffset="22">3999 5842 16245,'8'-7'600,"-1"6"0,-9-6-1223,-3 7 0,2 0 1,-6 0 757,-3 0 0,4 0 1,0 2-1,0 3-93,0 4 0,4-1 0,-4 2 1,0-1-80,0-1 1,4 5-1,-2-3-69,0 3 0,4 1 0,-3 0 0,4 1-67,1-1 0,0-4 0,0-1 1,1 1-216,4-2 0,3 0 0,8-5 267,3 2 1,-3 0-1,5-5 1,-2 0 245,0 0 0,0-5 1,-3-2-1,2-1-170,1-3 0,0-2 1,-4 1-1,-1 1 19,1 1 0,-6 0 0,-1-4 0,0 0-3,0-1 1,-5 6 0,2-1 0,-3-1-138,-2-2 0,-7-1 1,-2-1 193,-4 1 1,-1 4 0,-1 1 0,1-1 180,-1 2 1,1 2-1,0 6-145,-1 0 1,1 0-1,1 1-165,3 4 0,2 1 0,5 6 1,-1-3-630,0 2 510,3 2 1,39 21 0,10 4-1</inkml:trace>
  <inkml:trace contextRef="#ctx0" brushRef="#br1" timeOffset="23">4546 5827 16241,'0'-9'-2892,"0"-1"2238,0 7 1,-6-4 760,-4 7 0,2 0 148,-2 0 1,7 7-1,-3 1 1,1 1-259,0 1 1,0 0 0,5 4-148,0 0 1,0 1 0,2-1-8,3 1 0,-2-1 0,7-1 1,-1-2-71,-1-1 0,5-2 0,-2 1 0,5-3 326,3 1 0,1-6 1,-6 4-1,0-3 57,1-2 0,-1-5 0,1-1 0,-1-1-91,0 1 0,1-5 0,-3 1 0,-2-3-251,-5-1 1,1 0-1,-1-1 1,-2 1 87,-1-1 0,-2 1 1,-2 0-1,-3-1 89,-4 1 1,-2 4-1,-1 1 1,3-3 125,-2 0 1,-7-1 0,-1 3 0,1 5 36,2 4 1,-3 1 0,0 0 0,0 1-64,-2 4 1,3 3-1,-2 7 1,2 1-239,5 3 1,4-2 0,-3 6 0,5-1-385,0 1 1,2-4 454,5 5 0,0-13 0,0 2 0</inkml:trace>
  <inkml:trace contextRef="#ctx0" brushRef="#br1" timeOffset="24">5251 5798 16212,'-5'-9'-1488,"0"-1"0,-1 5 0,1-3 1106,-4 2 1,1-4 0,0 4 282,1-2 0,1 5 0,1-2 276,-5 4 1,2 1-1,-1 0 58,-2 0 0,3 0 0,-2 0-19,-1 0 1,0 6-1,0 2 1,1 1-132,-1 1 1,3 0 0,0 4 0,0 0-152,0 1 1,5-1 0,-2 1 0,3-1 90,2 0 0,0 1 0,2-1-117,3 1 0,-2-3 0,8-2 0,3-4 152,4 1 1,3-6 0,-2 4-1,3-3-42,1-2 1,4-5-1,-5-1 1,2-2-53,0-4 1,-5 4 0,4-1 0,-2-2-106,-4-2 1,-1-2 0,-2 1 0,-1 0 91,-3-1 1,1 1 0,-6-1 0,-2 1-11,-1 0 1,-4-1 0,-3 2 0,-4 2 115,-4 2 1,-3 4 0,-2-3-1,-3 2 166,-1 2 1,-2 3 0,-3 1-1,1 1-123,2 4 1,5 3 0,-3 5 0,1-2-193,3-1 0,9-1 0,2 6 1,3 1-130,-1 3 0,45 10 1,16 7-1</inkml:trace>
  <inkml:trace contextRef="#ctx0" brushRef="#br1" timeOffset="25">5841 5712 14045,'-15'-8'-1474,"7"0"1,2 5 1230,0-2 1,2 0 0,-4 4 303,2-4 0,0 3-15,1-2 0,-1 4 226,-4 4 1,-1 0 0,4 5-246,-1 2 1,5 2-1,-2 2-79,4-1 1,1 0 0,0 1-79,0-1 1,0 0-1,0 1 1,0-1 57,0 1 0,1-6 1,4-1-1,3 0 67,0 0 1,5-5 0,-2 4 0,5-2-37,3-1 1,2 1 0,-3-5 0,2-1 85,3-4 0,-4 3 0,3-4 0,1-1-140,-1-2 1,-4-4 0,1-1-1,-3 1 109,-2 3 1,-4-3 0,-2 4 0,-2-4-1,-3-1 1,-1-1 0,-2 1 0,0 0-29,0-1 0,-6 2 1,-4 2-1,-3 2 119,-1-3 0,-1 4 0,1 0 0,0 2-21,-1 3 1,-4 1 0,0 2-1,1 0-47,2 0 1,2 2-1,0 1 1,-1 3-138,1 2 1,1 2 0,2 4 0,3 1-649,1-1 592,3 1 0,36 24 0,8 8 0</inkml:trace>
  <inkml:trace contextRef="#ctx0" brushRef="#br1" timeOffset="26">6431 5712 14769,'4'-14'-688,"1"-1"1,0 6 0,-5-1-600,0-1 0,0 3 1137,0-2 1,-2 2 34,-2-1 1,0-2 0,-5 6 279,-2 2 0,3 1 0,0 4-31,1 2 0,-2 0 1,2 5-1,-1 2-82,-3 2 1,5 2 0,1-1 0,2 0-142,-2 1 1,3-1-1,-2 1 1,2-1 15,2 0 0,2 1 0,2-1 0,6 0 92,3 1 0,1-7 0,1-2 0,1-1 32,3 0 1,-2 0 0,7-5 0,0 0 79,-1 0 1,4-7 0,-5-2 0,2-3-108,0 3 0,-6-4 0,-1 3 0,-4-2-144,-3-3 0,-7 1 1,2 0-1,-4-1 40,-1 1 0,-1-1 1,-4 1-1,-5 0 91,-2-1 0,-4 6 0,-2-1 1,-3 0 88,-1 2 0,3-3 1,-4 6-1,2 2-1,4 2 1,1 1 0,1 0 0,1 1-80,0 4 0,1 3 0,3 6 0,4 1-387,0-1 0,4 1 160,-3-1 0,23 32 1,6 9-1</inkml:trace>
  <inkml:trace contextRef="#ctx0" brushRef="#br1" timeOffset="27">7049 5683 13990,'10'-4'-393,"-2"-3"-291,-2-1 1,1 0 0,-4-3 527,2 1 0,1 2 0,-3-3 167,2 2 0,0 4 290,-5-5-532,0 7 1,0-2 219,0 10 1,0-2 0,-2 7 0,-1 1 1,-2 2 1,-6 1 0,3 1 0,-1-1-58,-1 0 1,5 6 0,-3-1 0,2-2 1,3-1 0,1-1 0,2-1-23,0 0 0,0 1 0,2-2 43,2-4 0,4-2 1,7-7-1,1 0 6,3 0 1,-3-2-1,5-1 1,-2-5 87,0-5 0,0 5 0,-3-10 0,0 1-29,-1 1 1,1 0 0,-10 2 0,0-2-78,1-4 1,-2 4-1,-5-3 1,0 3-6,0 2 1,-5-1-1,-2 1 1,-1 1 76,-3 4 0,-2-3 0,-1 8 0,0 0 67,-1 3 1,1 1 0,-1 0-1,1 1 0,0 4 0,-1-2 1,1 7-1,1 1-234,4 2 0,-3 6 1,8 0-1,0-1-19,3-2 0,20 30 0,5 9 0</inkml:trace>
  <inkml:trace contextRef="#ctx0" brushRef="#br1" timeOffset="28">7524 5698 10516,'2'-13'0,"1"2"-444,2 1 0,-1 5 664,-4-4-655,0-1 440,0 2 0,-1 3 228,-4 10 1,2 3 0,-5 7-174,2-1 1,1 0-1,5 1-101,0-1 0,0 1 1,0-1-23,0 0 1,5-4 0,1-2-1,2 0 86,3 0 1,2-5 0,1 2 0,1-4-85,-1-1 1,5 0-1,2 0 1,0-1 90,0-4 0,-1-3 0,-2-6 1,1 1-23,-1 3 1,-4-7-1,-3 2 1,-3-1-121,-1 0 0,-3 2 0,-5 0 33,-4-1 1,-3 1-1,-6-1 1,-2 3 185,-3 2 0,1 2 0,-6 5 0,0-2 68,2 2 1,-4 1-1,7 2 1,0 2-74,-2 3 0,5 3 0,-2 6 0,6 0-228,2 1 0,7-1 0,-2 1 0,3 1-298,2 3 0,2-3 351,3 3 0,41 10 0,16 1 1</inkml:trace>
  <inkml:trace contextRef="#ctx0" brushRef="#br1" timeOffset="29">8013 5669 13792,'0'-14'-2064,"0"-1"1,0 1 1612,0-1 0,0 6 554,0-1-29,0 7 1,-1-2 68,-4 10 0,2 3 0,-5 6 0,0 1-40,0-1 0,3 1 1,-3-1-1,2 0-27,2 1 1,-2-1-1,1 1 1,2-1-144,1 0 1,4-4-1,1-1 1,4 1 140,1-2 0,1-2 1,5-4-1,1 1-25,-1 2 0,5 0 1,1-7-1,-1-1 9,2-2 0,-5-6 0,4 1 0,0-2-48,-1-3 1,-2 1 0,-6 0 0,-3-2-117,-1-4 1,-2 4-1,-5-3 1,0 3 7,0 2 0,-7-1 1,-2 1-1,-4 1 111,-1 4 1,-6 2 0,0 9 0,-3 3 68,-2 4 0,-25 24 1,-11 11-1,-5 3 0,0 0 1</inkml:trace>
  <inkml:trace contextRef="#ctx0" brushRef="#br1" timeOffset="30">8502 5295 26930,'-9'0'-1708,"-1"0"1,5 0 1691,-4 0-543,6-7 0,-4 4 0,6-5-1821,-4 2 1442,3 1 1,-4 3 1351,6-2-1040,0 2-697,0-11 934,0 12 0,1-7 0,4 5 588,5-2 1,4-5 0,4 4 0,3-2 232,1-3 0,2 3 0,6-4 0,2-2 215,2-4 0,11-2 0,-2 2 0,2-3 38,-1-1 1,1 3-1,3-5 1,3 0-368,0 1 0,-1 1 0,-9 4 0,-1-1 236,-1 2 0,-2 1 1,-1 1-1,-5 1-28,-6-1 0,-2 3 0,2 0 0,-2 4-24,-3 2 1,0-4 0,-8 4 0,0 0-606,-3-1 0,1-2 0,3 2 4,-4-1 0,-1 5-8,-3-2 0,-4 2-302,4-2 0,-5 4-2000,-5-4 955,4 3 1,-6 9 585,7 2 0,0-1 738,0 2 0,7-20 1,1 1-1</inkml:trace>
  <inkml:trace contextRef="#ctx0" brushRef="#br1" timeOffset="31">9553 4619 26930,'-15'-15'-8392,"6"6"5777,-1-1 1681,7 0-424,-10-4 979,11 6 1,-2 2 314,8 6 0,0 0 531,5 0 1,-4 1-1009,5 4 1,-1-2 729,6 7 1,-1-7 6,0 2 1,-4 1-1,0-1 27,1-2 1,-3-1 0,1-2 333,3 0 0,-4 0 0,1 0 215,2 0 0,-3 0-207,2 0 1,0 5-892,4-1 1,-5 1 244,1-5 105,-7 7 0,4-4-612,-7 6 0,0 1 366,0 4 0,0-4 0,0 0-230,0 1 0,0 2 0,0 1-861,0 0 963,0-6 1,32 24 0,8 0 0</inkml:trace>
  <inkml:trace contextRef="#ctx0" brushRef="#br1" timeOffset="32">10056 4000 22254,'0'-10'-8121,"0"1"6488,0 6 1270,0-10 1,0 10 3,0-7 232,0 7 1,0-5 30,0 3 1,0 2 26,0-7-850,0 7 1159,0-10-22,0 5-237,0-6-68,0 6 75,0 1 0,0 9 0,-1 3 113,-4 4 0,3 4 1,-3 2-1,4-1-78,1 0 1,0 1-1,0-1 1,0 1-38,0-1 0,1 0 0,3 1 0,2-3-36,2-2 0,-3 1 0,4-4 156,3 1 1,0 0 0,3 1 0,-1-4 232,1-3 1,-1-2 0,0-2 164,1-3 0,-3 2 1,0-7-195,-3-1 0,-1-2 0,2-1-283,-5 0 0,-4-1 1,-1 1-7,0 0 1,0 4 64,0 0 1,-1 6-92,-4-6 1,2 7 0,-5 0 201,1 6 1,1 3-1,3 5 1,-2 1-410,2 4 1,1-2 0,2 5 0,0-1-175,0 1 1,0-2 0,0 6-1,0-1 116,0 1 0,5-4 0,0 5 0,-2 0 99,-2-2 0,4 1 0,0-6 0,-2 2 150,-1-1 0,-2 3 1,0-2-1,0-2 21,0-1 0,0-1 0,-2-2 231,-3-4 1,2-1-1,-6-5-96,-3 2 0,0 0 0,-3-5 0,1 0 133,0 0 1,-1 0-1,1 0 1,-1 0 32,1 0 0,0 0 0,-1 0 0,1 0 413,-1 0 0,6 0 438,-1 0-1007,7 0 0,-2 0 1,10 0-1,5 0 109,2 0 1,4 0 0,2 0-1,1 0 0,52-13 0,7-3 0</inkml:trace>
  <inkml:trace contextRef="#ctx0" brushRef="#br1" timeOffset="33">10473 4417 19253,'0'-9'-2943,"0"-1"1,0 5 2290,0-4 1,0 4 580,0-5 1,2 7 0,3-2 579,4 4 1,-1-4 0,2 0-291,1 2 0,2 1 1,1 2-1,1 0-178,-1 0 1,1 0 0,-1 0 0,0 0 49,1 0 0,25 0 0,6 0 1</inkml:trace>
  <inkml:trace contextRef="#ctx0" brushRef="#br1" timeOffset="34">10919 4273 16262,'10'0'-784,"0"0"0,-7-1 1,3-2 640,1-2 0,-4 0 239,6 5 1,-5-2 0,2-1-113,0-2 0,-2 1 14,5 4 1,7 0-1,6 0 1</inkml:trace>
  <inkml:trace contextRef="#ctx0" brushRef="#br1" timeOffset="35">11078 4245 16262,'-2'-13'-2553,"-3"3"1,4-3 1939,-4 4 1,3-4 352,2-1 1,0 4-1,0 0 270,0-1 0,0 3 0,-1 0-103,-4 2 97,3-5 6,-11 3 0,5 0 0,-6 3-67,0 3 0,4 4 0,1 3 275,-3 4 1,0 4 0,-1 1 0,2 1-44,1-1 0,5-1 0,-3-2 1,2-1-106,3 1 1,1 2-1,2 1-82,0 1 0,0-1 65,0 0 1,2-1-117,2-3 0,4-4 0,7-6 343,-1 0 0,1 0-245,-1 0 0,0-6 0,1-4-61,-1-3 1,-4 1 0,-2 0 0,-2 3-30,-3-2 1,4-2 101,-3-2 1,1 1 229,-5 0-239,0 6 54,0 1 1,0 18-318,0 4 1,0 2-1,0-2 0,0-1 0,0 1 0,0-1 0,0 0-35,0 1 0,5-1 0,1-1 0,1-2-10,-1-1 0,5-2 0,-1 3 302,3-2 1,14-5-1,3 2 1</inkml:trace>
  <inkml:trace contextRef="#ctx0" brushRef="#br1" timeOffset="36">11250 4173 13906,'-8'-7'-2235,"2"6"2273,6-6 0,0 9 1,-2 1-1,-1 3-31,-2 2 1,1 2 0,4 4-139,0 1 0,-5-1 0,0 1 38,2-1 1,1-4 0,2-1-141,0 2 0,0 2 75,0 1 0,7-4-52,2 0 0,4-7 0,1 2 214,1-4 1,-1-1 0,0 0 0,1 0 71,-1 0-1,1 0 0,5-25 1,3-7-1</inkml:trace>
  <inkml:trace contextRef="#ctx0" brushRef="#br1" timeOffset="37">11394 4014 10746,'0'-14'0,"0"0"-1084,0-1 0,0 1 607,0-1 530,0 1 0,0 8 0,0 6 0,5 6-76,0 8 0,1 1 0,-3-1 0,2 1 15,-2-1 0,-1 0 1,0 1-1,1-1-6,2 0 1,-1 2 0,-4 2-1,0 1 33,0-1 0,0-2 1,0-2-1,0 2-32,0 3 1,0-3-1,0 5 1,0-2-38,0 1 1,0-1-1,0-5 1,0 0 7,0 1 1,0-6 0,0 1 0,0 1 8,0 2 297,0-5 0,-12-8 1,-4-8-1</inkml:trace>
  <inkml:trace contextRef="#ctx0" brushRef="#br1" timeOffset="38">11394 4201 13929,'10'-9'-475,"-1"-1"0,1 7 683,4-2 1,-4 4-1,0 1-387,1 0 1,8 12 0,3 4 0</inkml:trace>
  <inkml:trace contextRef="#ctx0" brushRef="#br1" timeOffset="39">11567 4187 16044,'0'-10'-4581,"-2"2"2873,-3 2 1411,4 1 424,-6 5 0,7 2-190,0 3 0,0 3 35,0 6 1,0 0-1,0 1 5,0-1 1,0-4-1,0-1-317,0 3 1,5-4 361,0 1 0,6-6 1,-3 4 127,0-1 0,5-4-5,-3 2 0,2-4 0,3-3-54,-1-2 0,-4-4 0,-2 2 0,0 0 28,0-5 1,-4 4 0,4-1 78,-1-2 0,2-2-2,-4-2 0,5 1 207,-5 0-343,-1 6 0,-2 1 0,1 9-48,2 3 1,0-2-1,-5 6-154,0 3 1,0-4 0,1 0 0,3 0-90,0 0 0,3 0 0,-4 3 0,3-3 39,2-2 1,-3 5-1,3-1-143,-1 3 1,4-4 385,-2 1 1,23-13-1,7 1 1</inkml:trace>
  <inkml:trace contextRef="#ctx0" brushRef="#br1" timeOffset="40">11998 4201 15324,'-14'-14'-3743,"4"6"3687,1 3 0,4 4 0,-3 2 0,0 2 199,0 2 0,3 6 0,-4-1-72,-3 3 1,5 1 0,-1 1-73,1-1 0,-2 0 0,4 1-11,2-1 1,1 0-226,2 1 0,2-7-193,2-3 1,0-4 571,5-1 0,1 0 1,2-1-56,-2-4 0,3 2 1,-5-7-200,0-1 0,3 3 0,-5 0 87,2 1 0,-3-2 79,5 4 1,-5-4 131,4 4 0,-4 0 274,5 5 1,-6 0-247,6 0 0,-5 5 0,3 1-414,-2 2 0,1-5 1,-4 4-29,2-1 1,12 15 0,-1 9-1</inkml:trace>
  <inkml:trace contextRef="#ctx0" brushRef="#br1" timeOffset="41">12243 4014 13973,'0'15'-710,"0"-1"1,0 2-1,-2 2 1,-1 2 548,-2 3 1,1 1 0,4 5 0,0-1 50,0 1 1,0 0-1,0 0 1,1-2-94,4-3 1,-3 3 97,2-3 0,17 10 1,3 2-1</inkml:trace>
  <inkml:trace contextRef="#ctx0" brushRef="#br1" timeOffset="42">12775 3798 17408,'0'-14'-2484,"5"0"1,0-1 2014,-2 1 0,0 4 143,2 1 495,3-1 1,2 2 0,-2 2 406,-2-1-281,-1 6-300,-5-6 0,-2 7 43,-3 0 0,2 2 0,-6 1 112,-3 2 0,0 5 1,-3-6-1,1 1 8,0 2 0,-2-4 1,-2 5-1,-3 0 2,-1 0 0,3 0 1,-4 3-1,1-3-58,-1-2 0,6 4 0,-2-4 0,3 1-20,1-1 1,1 0 0,0-2 306,-1 0-147,1 8 0,7-11-388,7 4 1,2-3 0,8-2 127,1 0 1,-3 0-40,1 0 1,-4 0 10,5 0 1,-5 0-84,4 0-121,-6 6 0,4 2 8,-7 6 0,0 1 0,0-1 0,0 1 77,0-1 1,-5 0-1,0 2 1,0 2 154,-1 1 0,0 7 0,-6-2 1,3 3-93,-2 2 0,-2-1 0,-2 1 0,1 0-12,0 0 1,-1 4-1,1 1 1,-1-1 2,1 3 0,0-4 0,1 4 0,2 0-49,1-4 0,7-7 0,-3-1 0,1 0 81,0-2 1,0-1-1,5-6 1,0-1 107,0 0 0,0 1 1,0-1-79,0 1 1,0-1 0,0 0-47,0 1 1,0-6 0,2-1-154,3-1 1,-2-2 337,6-5 0,1 0 0,4 0 41,1 0 0,-1 0 0,0-2 0,1-1 80,-1-2 0,1-1 0,-1 2 1,0 0-26,1 0 0,-1 1 0,1 0 1,-1-2 3,0 2 0,2 1 0,2 2 0,1 0 346,-1 0-329,-2 0 0,4 0 0,3 0 0</inkml:trace>
  <inkml:trace contextRef="#ctx0" brushRef="#br1" timeOffset="43">12646 4216 16326,'-8'0'206,"1"0"-124,7 0 0,0 1-937,0 4 0,0-2 355,0 7 1,0 0 449,0 4 0,-4 0 0,-1 1 0,2-1-37,1 0 1,2-4 0,0 0 0,0 1-47,0 2 0,0 1 1,0 0-180,0 1 0,0-1 0,0 1 10,0-1 1,5-4 0,1-2 0,2-2 215,3-3 1,-3-1-1,2-2 1,1 0 319,2 0 1,1 0 0,1-2 0,-1-1 151,1-2 1,-1-6 0,0 1-164,1-2 0,-1-3 0,-1 1-76,-4-1 0,3 6 0,-8-1 1,0-1-76,-3-2 1,4 4-1,0-1 1,-2-1-61,-1-2 0,-2 3 0,0 1 0,0-2 15,0-2 1,0-1 0,0-1 0,-2 1-254,-3-1 1,4 1 0,-6 0 0,2-1-105,1 1 1,-3 1 0,4 2 0,-3 1-62,-2-1 1,-2 3 0,-4 0 262,-1 2 0,1 1 0,0 5 210,-1 0 0,2 1 0,2 3 0,2 2 37,-3 2 1,6 2 0,0 4-126,-1 0 1,6 6-1,-4-1-29,3-2 0,15 44 1,3 9-1</inkml:trace>
  <inkml:trace contextRef="#ctx0" brushRef="#br1" timeOffset="44">13149 4460 13431,'0'-14'-1963,"0"4"1,2 1 1876,3-2 1,-4 3 137,4-2 0,-3 5 223,-2-4-339,0 5 0,-2-2 0,-1 8 0,-3 1 134,-2 2 0,3 6 0,-5-2 0,1 4-91,1 2 0,-5-1 0,3 0 0,-1 1-141,1-1 0,-1 1 1,5-1-1,-1 0-268,1 1 388,1-1 1,24-6 0,5-2 0</inkml:trace>
  <inkml:trace contextRef="#ctx0" brushRef="#br1" timeOffset="45">13480 4129 13431,'8'0'-2593,"-1"0"2645,-1 0 34,-4-6 0,6 0 0,-5-6-115,2 3 1,1 1 0,-3-3-46,2 1 1,0 5 95,-5-4-88,6 5 0,-4 0-83,3 8 1,-4 4-1,-1 7 1,0-1 16,0 1 1,0-1 0,0 2-1,-1 2-19,-4 1 0,3 5 1,-3-3-1,4-1-40,1 1 0,0 3 0,0-5 0,0 0 119,0 2 1,6 8-1,2 8 1</inkml:trace>
  <inkml:trace contextRef="#ctx0" brushRef="#br1" timeOffset="46">13725 4374 11100,'0'-14'-2486,"0"4"2316,0 0-75,0 7 176,0-10 54,0 12 1,0 1-1,-2 8 17,-3 0 1,2 5 0,-5-4-1,2 4 21,3 1 0,-4 1 1,1 1-143,-2 3 0,3-3 0,-3 3 0,0-3 115,0-1 1,18 5-1,-1 3 1</inkml:trace>
  <inkml:trace contextRef="#ctx0" brushRef="#br1" timeOffset="47">14085 4230 11066,'1'-14'-643,"4"-1"0,-3 6 1,2-1-1,-1 1 540,2 1 0,-3-5 1,3 3 147,-4-3 0,1 4 0,1-1 110,2-1 0,0 3-60,-5-2-136,0 7 0,-7-2 98,-2 10 0,-3 3 1,1 7-1,2-1-49,-2 0 0,-1 1 0,1-1 0,2 1 32,-3-1 0,4 5 0,0 0 0,0-1-19,0-2 0,5-2 0,-2 1 1,2-1-12,-2 0 0,4 1 0,-4-1-32,3 1 0,4-6 1,3-1 17,4-1 1,4-3 0,2-5 0,1-2 85,3-2 1,-3-6-1,3 1 1,-3-1-147,-2 1 1,2-3-1,2 4 1,1-4 33,-1-1 1,-7-5-1,-2-1 1,3 3 10,0 1 0,-4 1 0,-3 1 1,-2 0-5,2-1 0,-3 1 0,3-1 0,-4 1-5,-1 0 0,-5-1 1,-1 2-1,0 2 15,-1 2 0,-4 5 1,1 0-77,-2 2 0,2 2 1,0 0-1,-1 2 11,-2 2 1,4 4-1,1 7 25,1-1 0,-10 39 1,1 9-1</inkml:trace>
  <inkml:trace contextRef="#ctx0" brushRef="#br1" timeOffset="48">14401 4417 11924,'0'-9'-740,"0"-1"0,0 5 0,-2-3 525,-2 2 0,0 1 0,-5 5 293,-2 0 1,3 6 0,-2 2 0,-1 2-36,-2 0 1,3-1 0,1 6 0,-2-1-96,-2 0 1,3 1 0,1-1 0,-1 1-67,2-1 0,-3 0 0,6 1 1,2-1-160,1 0 0,2 1 251,0-1 0,39-12 0,9-4 0</inkml:trace>
  <inkml:trace contextRef="#ctx0" brushRef="#br1" timeOffset="49">14732 4259 11924,'0'-14'-1077,"0"4"1,0 0 447,0-1 1,0-2 414,0-1 0,0 4 174,0 1 0,0 4 57,0-5 1,-2 7 83,-2-2 0,-3 10 0,-4 3 0,3 2-48,2-1 1,-4 1-1,4 4 1,-1 2-79,1 4 0,-4-4 1,5 3-1,1-3 76,-3-2 0,6 0 0,-4 2-42,3 4 1,2-4-1,0 3-21,0-3 1,2-3 0,3-4-1,4-4 74,4-3 0,1-2 1,2-2-1,2-1 32,1-2 0,0-6 0,-4 1 0,1-3-169,3-1 1,-3 0 0,3-1-1,-3 1 27,-2-1 1,-4 1 0,-2-2 0,0-1 28,0-3 1,-5 1 0,2 5 0,-3-1-19,-2 1 0,-2 0 1,-3-1-1,-4 1 16,-4-1 1,3 1 0,1 1 0,-3 4 26,0 4 1,-3-2 0,1 3 0,-1 0-86,1 3 1,0 6-1,1 1 1,2 2 3,1 3 12,7 2 1,-3 46 0,6 12 0</inkml:trace>
  <inkml:trace contextRef="#ctx0" brushRef="#br1" timeOffset="50">15034 4489 10052,'0'-9'-265,"0"-1"1,0 5-26,0-4 172,0 5 0,-2-2 0,-1 8 113,-2 2 0,-6 0 1,3 5-1,-1 2-111,-1 2 1,2-3-1,-3-1 1,3 2-170,2 2 1,-4 2 236,5-1 1,13 0-1,8 1 1</inkml:trace>
  <inkml:trace contextRef="#ctx0" brushRef="#br1" timeOffset="51">15379 4187 11850,'0'-10'-1181,"0"1"785,0-2 145,0 4 1,-4 7 0,-3 10-236,-1 3 0,0 1 0,-3 0 0,3 1 514,2-1 0,-6 5 0,4 1 1,0-3 228,4-1 0,-3-2 0,2 1 0,2-1-154,2 1 1,1-1-179,0 0 1,0-4 0,1-2 31,4-2 1,3-1-1,6-5 1,1 0 37,-1 0 1,1-5 0,-1-1 0,0-2 65,1-3 1,-1 3-1,0-2 1,1-1-134,-1-2 0,-1-1 0,-2-1 1,-1 1 14,1 0 1,-5-1 0,1 1 0,-2-2 31,-1-3 0,1 3 0,-5-3 0,0 3 5,0 1 0,-6 1 0,-2-1 0,-2 3 54,1 2 0,-1-1 0,-6 6 0,-2 2 25,-1 1 1,0 2-1,5 2 1,-1 3-71,1 4 0,0 2 0,-1 1 1,2-1-90,4 5 1,-2-2 68,6 5 1,0-9-1,5-4 1</inkml:trace>
  <inkml:trace contextRef="#ctx0" brushRef="#br1" timeOffset="52">15710 4446 8633,'10'-13'-2603,"-1"4"2758,-5 2 0,2 9 43,-6 3 0,-6 3 1,-4 6-1,-3 0-195,-1 1 1,-1 4 0,1 0 0,0-1 25,-1-2 0,1 0 0,0 1-30,-1 2 1,1 20 0,-1-1 0</inkml:trace>
  <inkml:trace contextRef="#ctx0" brushRef="#br1" timeOffset="53">16127 4201 16559,'0'-9'-5559,"0"-1"5030,0 1 0,0-1 177,0 0 295,0 7-68,0-3 23,0 6 474,0 0 1,-4 1 0,-3 4-336,-1 5 0,3-2 1,-3 1-1,0 3 148,0 0 0,4-2 0,-4 0 1,0 1-66,0 2 1,3-1 0,-3 0-1,2-3-31,2 2 0,-2 2 0,1 1-73,2 1 0,1-1 1,2 1-65,0-1 1,2-6-1,3-3 1,4-4 208,4-1 1,2 0-1,-1 0 1,0 0-248,1 0 1,4-1-1,0-4 1,0-5 71,2-2 1,-5 2 0,5 0-1,-2-1 7,0-2 0,0-1 1,-4 0-1,-1-1 11,0 1 1,-4 0 0,-2-1 0,-2 1-47,-2-1 1,-4 1 0,-5 0 43,-5-1 0,-3 7 1,-3 2-1,-1 1 195,-2 0 1,-5 0 0,3 5 0,0 0-159,0 0 0,-3 5 0,5 2 1,2 1-83,1 3 0,1 2 0,2 1 0,2 0-153,2 1 0,6-1 0,-2 1 1,3 1 12,2 3 0,26 41 1,-10-21-1,0-1 0</inkml:trace>
  <inkml:trace contextRef="#ctx0" brushRef="#br1" timeOffset="54">16372 4417 11607,'8'-6'-1151,"-3"-4"0,-2 2 933,2-1 0,-2 5 368,7 0 13,-7 2 1,5 2-128,-3 0 1,-4 2-1,2 2-86,-6 6 1,0 3-1,-7 1 1,1 1 10,1-1 0,-5 0 0,5 1 0,-2-1-73,1 1 0,1-1 1,-3 2 26,1 3 1,5-8-1,-3 4 1,2-3-243,3 1 343,1-5 0,34-14 0,8-10 0</inkml:trace>
  <inkml:trace contextRef="#ctx0" brushRef="#br1" timeOffset="55">16804 4187 11607,'0'-14'-376,"0"-1"0,0 1 0,0-1-1348,0 1 1477,0 6 0,-2 2 319,-3 6 1,4 6 0,-6 2-1,2 2-16,1-1 1,-6 1-1,4 4 1,-1 1-15,1-1 1,-4 0 0,4 1-1,-1 1-8,1 3 1,-3-3-1,4 3 1,2-3-60,1-2 1,-3-4-1,0 0 1,2 1 12,2 2 0,1-4 0,0 1 9,0 1 0,1-5 0,4-1 72,5-3 0,2-2 0,3-2-96,-1-3 1,2 2 0,0-6 0,0-1 21,-3 2 1,-2-5 0,3 4-1,-1-4-19,-3-2 1,1 1 0,-5 0 0,1-1-14,-1 1 0,-1-5 0,-3 0 0,1 1 7,2 2 1,-1-3-1,-5 0 1,-2 1 0,-2 2 0,-5 2 0,4-1 0,-2 2 20,-3 4 0,-2-2 1,-2 6-49,1 2 1,0 1-1,1 4 1,2 2-88,1 6 0,2 3 0,-3 1 0,3 2 99,1 3 0,-4 61 0,7-29 1,0-1-1</inkml:trace>
  <inkml:trace contextRef="#ctx0" brushRef="#br1" timeOffset="56">17091 4460 10801,'7'-14'-2324,"-6"4"1898,4 1 490,-3 6 0,-2-2 0,0 10-17,0 4 1,-5-1 0,-1 2-1,-1 1-33,1 2 0,-4-4 0,4 1 0,-2 1-116,-3 2 0,3 1 0,0 1 0,0-3 85,0-2 0,11 3 0,-2-5 0</inkml:trace>
  <inkml:trace contextRef="#ctx0" brushRef="#br1" timeOffset="57">17537 4173 11635,'0'-15'-1552,"0"1"0,0-1 1327,0 1 154,0 0 0,-6 7 140,-4 7 0,-1 7 1,0 5-1,1 0 3,-1-3 0,3 1 0,-1 6 0,-3 1-13,0 3 0,2-1 1,0-5-1,1 2-39,1 3 1,-3-3-1,6 3 1,0-3-58,-1-1 1,4-1 0,-3 1 0,4-1 14,1 0 1,0-4-11,0 0 0,1-2 0,4 1 1,5-4 97,2-3 0,3-4 0,-1-1 0,1-4-105,-1-1 1,0 4 0,1-6 0,-1-1 31,1-2 1,-1-1 0,0-2-35,1-4 1,-2 4-1,-2-3 1,-3 3 20,-2 2 1,4-5 0,-6-2 0,0 0-5,-3 0 0,-1 1 0,0 2 0,-1-3-5,-4-1 0,-1 4 0,-6-1 1,3 3 41,-2 2 1,-2 6 0,-2 3 0,1 3-61,0 2 1,-1 0 0,1 2 0,-1 3-116,1 4 0,1 4 0,2 3 128,1 3 0,8 20 0,1 9 0,-2 6 0,0 0 0</inkml:trace>
  <inkml:trace contextRef="#ctx0" brushRef="#br1" timeOffset="58">17667 4532 11434,'6'-14'-2277,"-4"6"2295,4 2 1,-6 7 0,-1 4 6,-4 4 0,-2 4 1,-4 2-1,2-1-72,-3 0 1,4 1 0,-1 1-1,-2 1-212,-2 3 0,3-1 0,2-5 191,2 1 0,14-14 0,8-2 1</inkml:trace>
  <inkml:trace contextRef="#ctx0" brushRef="#br1" timeOffset="59">18142 4245 11653,'0'-15'-993,"0"1"0,0-1 24,0 1 0,0 0 1092,0-1 0,-2 7-208,-3 3 226,4 4 0,-12 2 1,5 4-37,0 5 0,-5 1 0,3 2 1,-1 0-54,2 3 0,-4 1 1,3-2-1,-1 1-77,2 3 1,-4-3 0,5 3 0,-2-3 39,1-2 1,4 5 0,-3 1 0,1-3 1,4-1 1,2-6-1,1-1-12,0 3 0,6-6 1,4-1-1,2-4 70,3-1 0,6 0 1,1-1-1,2-4-143,0-5 0,-5-2 1,5-3-1,0 1-76,-2-1 0,-1-1 1,-6-1-1,-1-2 115,0 1 1,1-4 0,-3-1-1,-2-1-34,-5 0 0,-4 5 0,-1-5 0,0 0 11,0 2 1,0-5 0,-1 4 0,-2 1 113,-2 3 0,-6-2 0,1 3 0,-3 6 70,-1 5 0,-5 6 1,0 1-1,1 1-100,2 4 1,-3 3 0,0 8 0,1 1-159,2 3 0,3 5 0,2 1 93,1 6 0,0 19 1,-2 11-1,-3 8 0,0-1 1</inkml:trace>
  <inkml:trace contextRef="#ctx0" brushRef="#br1" timeOffset="60">18329 4575 11661,'0'-14'-1543,"-2"0"917,-3-1 1,2 7 0,-5 5 752,2 6 1,-6 4 0,3 4 0,-4-2-78,-1 3 0,1 0 0,2 3 0,1-1-35,-1 1 0,0-1 0,0 0 1,1 1-74,-1-1 1,3 5 0,0 1 22,1-3 0,9-1 1,6-1-1</inkml:trace>
  <inkml:trace contextRef="#ctx0" brushRef="#br1" timeOffset="61">18775 4201 11678,'0'-14'-1711,"0"0"970,0-1 1,-7 7 762,-2 3 1,1 5 0,-2 5 0,0 5 96,2 3 1,-4 1 0,2 0 0,-3 1-48,-1-1 0,4 5 0,1 1 0,-1-1-78,2 1 1,-3-4 0,5 5 0,-1-2-37,1 1 0,1-1 1,5-5-99,0 1 0,0-1 1,2-1 145,2-4 0,4-2 1,7-7-1,-1 0 70,1 0 0,4-5 0,1-1 1,1-2-92,0-4 0,0 0 1,-4-3-1,3 1-20,-3-1 0,-1-4 0,-1 0 0,-1 0 7,0-2 1,1 3 0,-2-4 0,-4 0-5,-4-1 0,1 4 0,-1-3 0,-2-1 5,-1 1 1,-9 4 0,-2-1 0,-4 3 30,-1 2 1,-5 1 0,-1 2 0,1 3-23,-2 1 0,4 3 0,-6 5 0,3 4-97,2 5 1,2 2-1,2 3 1,-1 1-262,1 3 336,0-3 0,6 56 0,1 6 0</inkml:trace>
  <inkml:trace contextRef="#ctx0" brushRef="#br1" timeOffset="62">18933 4547 11678,'-15'0'-453,"6"1"1,1 4-1,0 5 246,0 2 0,-2 4 0,-4 2 0,0 3 109,-1 1 0,1-4 1,-1 3-1,3-1-134,2 4 0,-3 2 193,4-2 1,2-3-1,1-7 1</inkml:trace>
  <inkml:trace contextRef="#ctx0" brushRef="#br1" timeOffset="63">19336 4187 8236,'-8'-6'-804,"1"2"1,7-5 1021,0-2 0,0 3-236,0-2 0,0 0 205,0-4 1,0 4 164,0 1-284,0 6 1,-4-2 0,-3 10 0,-1 4-107,-3 4 0,3 1 0,-2 2 0,-1 2 28,-2 1 1,-1 5-1,0-3 1,1 1-1,3 4 0,-3-4 0,5 2 0,0 0 14,4-1 0,-3-3 0,2-5 0,2-1-24,2 1 1,2-3 0,4-2 16,5-5 0,2-4 1,3-1-1,1 0 16,3 0 1,-3-1 0,3-4 0,-3-5-24,-1-2 1,4 2 0,0 0 0,-1-2-11,-3-6 0,0 2 0,-2-5 0,-2 2 18,-2 0 1,-4-2-1,3 4 1,-1-4-9,-4-2 1,-2 1-1,-1-4 1,0 2-2,0-1 1,-4 2-1,-4 1 1,-4 1-10,-4 4 1,-3 2 0,2 6 0,-2 4-70,1 3 0,-3 2 0,2 0 1,0 2-667,-2 3 749,5 3 0,8 25 0,10 6 0</inkml:trace>
  <inkml:trace contextRef="#ctx0" brushRef="#br1" timeOffset="64">19436 3885 9067,'-6'-15'-519,"3"6"0,-5-1 0,0-1 98,0-2 0,3 4 1,-5-1 466,-1-1 1,5 3-1,-1-2-42,1-1 1,4 3 0,-2-1 90,2-3 213,2 6 0,6 0-250,4 6 0,-2 0 0,2 0-43,1 0 1,-3 4 0,1 3 4,3 1 1,0-5 0,1 3-1,-2-1-10,-1 0 1,0 0-1,4-5 1,0 0-14,1 0 0,-1 5 0,1-1 0,-1 0 9,0-3 1,1-1-1,-1 0-6,0 0 1,1 0-1,-1 0 3,1 0 0,-1 0 1,0 0-44,1 0 0,-6 0 27,1 0 0,-5 0 24,4 0 0,-4 2-10,5 2 0,-7 0-5,2 5 1,-4 1 0,-1 4 6,0 1 1,0-1-1,-1 0 1,-2 1 5,-2-1 0,-5 2 1,5 2-1,1 3-11,-3 1 0,1-3 1,-5 5-1,1 2 4,-1 1 0,3 3 1,-2 2-1,-1 3-9,-2 2 1,4-3 0,-1 2 0,0 1-10,2 0 1,-4 1-1,4 6 1,-2-3-22,0-2 0,3-3 0,-5-5 0,4-1-6,2-3 1,-4-3 0,6 0-5,0-5 1,1-3 50,-2-1 1,2-2-13,-6-4 34,5 4 0,-4-12 1,4 4-7,-6-3 0,2-2 0,-2-2 0,-1-1 35,-2-2 0,-1 1 1,0 4-1,-2 0-63,-4 0 1,3 0 0,-5 0 0,-1 1-38,1 4 0,-1 1 55,-1 4 1,4 3-1,5-5 1</inkml:trace>
  <inkml:trace contextRef="#ctx0" brushRef="#br1" timeOffset="65">10071 5755 20082,'0'-14'-2325,"0"0"0,0-1 1469,0 1 0,0 4 0,1 1 820,4-3 1,-3 0 0,4-1 99,0 3 0,-2-1 1,4 5 345,-2-2 0,0 3-257,-1-5 1,-2 7-1,5-3 136,-1-1 1,-1 6 62,-1-4 80,-3 3 1,4 4 0,-6 3-425,0 4 1,0-1 0,0 2-1,0 1-37,0 2 1,0 1 0,0 1 0,0-1-107,0 0 0,0 1 0,0-1 1,0 1-126,0-1 0,1-1 0,3-2 1,0-2-74,0 3 1,4-4-1,1 0 142,4-2 1,-3-1 0,-1-5 20,2 0 0,2 0 1,2-2 85,-1-3 0,-4 2 0,-2-6 292,-2-3 1,-1 4 0,-4-1-66,4-2 275,-3 4-185,4 1 1,-7 7 0,-3 4-88,0 5 0,-1 3 0,3 1 0,-1 2-177,-2 3 0,0-1 0,4 6 0,-2 0-158,-2-2 0,-2 7 1,4-2-1,-3 5-20,-2 0 1,0-6-1,-3-2 1,1 1 192,-1 2 0,-2 1 1,-3-3-1,-2-2 188,-1-3 1,-1 4 0,0-5 0,-2-1-7,0-2 1,-6-2 0,6-1 0,-2-2 89,0-1 0,6-7 0,-1 2 112,3-3 0,8-4-593,4-3 0,4 2 0,4-5 1,8 0 378,5 0 0,1 0 93,6-2 0,32-15 1,12 1-1</inkml:trace>
  <inkml:trace contextRef="#ctx0" brushRef="#br1" timeOffset="66">10330 6244 17858,'-5'-9'-2084,"0"-1"1,0 6 1768,5-6 0,2 7 0,3-4 807,4 1 1,-1 4 0,2-2 0,1 2-819,2 2 0,1 0 0,0-2 0,1-1 488,-1-2 1,1 1 0,-1 4-134,0 0 1,20 6-1,4 2 1</inkml:trace>
  <inkml:trace contextRef="#ctx0" brushRef="#br1" timeOffset="67">10862 5870 16259,'8'-19'-756,"-3"0"0,-2 1 413,2 2 0,-4 2 1,4 0-1,-3-1-259,-2 1 0,4 4 0,1 1 662,-2-2-138,-1 4 1,-2 2 0,0 10 0,-2 5 68,-2 3 1,0 2-1,-4 3 1,0 3 24,0 1 0,0 2 0,-3 5 0,2 0-130,-3 0 1,0 1 0,-3 4 0,1 2 43,0 1 1,-6 5-1,1-2 1,2 4-12,1 4 1,-4 5 0,0-5 0,-1-2-36,0-1 0,2-3 0,6-4 1,2-6-635,1-6 619,7-6 0,-2-12 0,9-4 149,0-8 0,33-61 0,-17 22 0,0 0 0</inkml:trace>
  <inkml:trace contextRef="#ctx0" brushRef="#br1" timeOffset="68">10804 6101 12997,'0'-20'-2253,"2"3"1370,3-1 1,-2 1 958,6 2 0,1 7 176,4 3 1,1 4-141,-1 1 0,-1 1 0,-3 4-198,-6 5 1,0-2 0,-1 1-22,2 3 1,-2 0 0,-6 3 73,-2-1 1,-6-1-1,3-2 1,-2-1 117,0 1 1,1-3 0,-6 0 0,1 0 10,0 0 0,4-5 1,2 4-1,0-3 197,0 1-329,-1 0-176,1-5 291,1 0 0,58-45 0,-19 17 0,0 0 0</inkml:trace>
  <inkml:trace contextRef="#ctx0" brushRef="#br1" timeOffset="69">10991 6029 12149,'0'-15'-3227,"0"6"3030,0-1 1,2 7 577,3-2 0,-4 5-431,4 5 1,-3-2 0,-2 7-1,0 1 45,0 2 1,0-4 0,0 1 0,0 1-10,0 2 0,0 1 0,-2 1 0,-1-1 45,-2 0 0,-1-4 1,3 0-248,-2 1 350,0 2-164,5-5 0,0-4 1,2-8-1,2-6-60,6-3 0,-2-1 0,2-1 0,-1 1 152,-1 0 1,5-1-1,-4 1 9,4-1 0,2 1 0,-3 0 64,-2-1 1,3 2 190,-4 4 2,-2-4-64,-1 12-196,-6 1 1,0 7 0,2 6-151,3-3 1,-4-2-37,4-3 0,-2 1-39,2 4 1,-2-2 0,7-5 101,1 2 1,-3-1-1,2-4 8,1 0 0,2 0 0,1-1 26,0-4 0,1 2 1,-1-5 106,0 1 1,-4-2 10,0 4 1,-7-6 52,2 1 0,-5 4-69,-5 1 1,-3 3-1,-7 2 228,1 0 1,0 7-197,-1 2 0,3-1 0,2 2-148,5 1 1,4 2-196,1 1 0,1 1 45,4-1 0,-2-4 1,7-2-1,1-2-57,2-3 1,6 4 0,0-2 0,0-2 325,2-2 1,33-26-1,15-7 1</inkml:trace>
  <inkml:trace contextRef="#ctx0" brushRef="#br1" timeOffset="70">11538 6029 12997,'0'-10'-2414,"-2"2"1747,-2 2 0,2-1-130,-3 2 705,4 4 0,1 1 172,0 9 1,0 4-57,0 2 0,0-1 0,1 0 7,4 1 1,-3-6-1,4-1-84,0-1 1,-4-1 0,4-3 104,1 2 0,-4 0 1,7-5 84,1 0 0,-3-2 0,1-1 0,1-3-96,-2-2 0,3-2 0,-4-4 0,-1-1-44,0 1 0,4-2 1,-5-2-1,0-1-52,1 2 1,-4-4-1,2 0 1,-2 0-14,-2 1 1,0-4 0,0 3 0,0-2 35,0-2 1,-2 2-1,-1-1 1,-2 1 51,2 0 1,-3 2-1,-1 7-93,-1 0 0,4 1 25,-6 3 1,7 10-1,-2 10 1,2 4 26,-2 5 1,3-1-1,-2 4 1,2 1 23,2-1 1,0 0 0,0 4 0,2-2-50,2 2 1,0-4 0,5 0-1,2 1 27,2-1 1,2-4-1,1 1 1,3-3-61,5-2 0,-2 1 1,2-3-1,0-2 204,-2-5 1,18-16 0,-1-5 0</inkml:trace>
  <inkml:trace contextRef="#ctx0" brushRef="#br1" timeOffset="71">12358 5352 12997,'0'-14'-1448,"0"4"381,0 1 0,0 4 718,0-5 1,0 6 364,0-6 0,0 5 0,-2-3-105,-2 2 113,2 1 1,-4 3 0,4-1-43,-3-2 0,2 1-55,-6 4 1,4 0-1,-5 0 182,-1 0 0,3 0 0,-2 0 2,-1 0 0,3 0 1,-1 0 8,-3 0 0,0 0 0,-3 0 16,1 0 0,-1 4 0,1 1 73,0-2 1,4 4 0,0-2 87,-1-2 0,3 3-36,-1-1 1,4 5-261,-5-6-32,7 8 1,-3-9 247,6 6-362,0-5 1,1 2-37,4-6 1,-2 2 19,7 2 1,-5 0-23,4 5 0,-5 1 1,0 4 72,-2 1 1,-2-1 0,0 0 0,0 1 75,0-1 1,-2 5-1,-1 2 1,-3 0-2,-2 0 1,3 4-1,-3-1 1,0 3-55,0 2 0,-2 0 0,-2 0 0,0 1 130,3 4 0,-1-4 0,-4 4 0,1-6-1,3-4 0,-2 4 1,4-4-1,-2 1-46,0-1 0,6 3 0,-4-4 0,0 1 49,0 0 1,3-2 0,-3 4 0,2-4-17,2-1 0,3 0 0,1-4 0,0 2-38,0-1 1,0-2-1,0-2-117,0 1 53,0-7 0,6 3 0,4-6 1,-2-1 74,1-4 0,-4 5 0,5 0 26,1-2 0,-3-1 0,1-2 51,3 0 0,0 0 0,3 0 23,-1 0 1,1 0 0,-1 0-87,0 0 0,1-2 0,-1-1 0,1-2-52,-1 2 1,-5 1-1,1 2 1,1 0 103,2 0 1,8 7 0,1 1 0</inkml:trace>
  <inkml:trace contextRef="#ctx0" brushRef="#br1" timeOffset="72">12574 5755 9887,'0'-8'-1404,"0"-4"0,0 8 1270,0-5 0,1 6 197,4-2 84,-3 3-36,4 2 15,-6 0 51,0 0-106,0-6-41,0 4-23,0-4-119,0 6 116,0 0 27,-6 0-32,4 0-24,-4 0-41,6 0 211,0 0 40,-7 0 17,6 0-191,-5 0 225,6 0 781,0 0-1006,-7 0 0,4 0 40,-7 0 1,6 0-1,-6 0 12,-1 0 1,3 5 0,-2 1-1,-1 2-46,-2 3 0,0 2 1,2 1-1,2 1-12,-3-1 0,0 0 0,-3 1 1,1-1-38,-1 1 1,6 4 0,1 0 0,0-1-18,0-2 1,5-2 0,-4 0 0,3 1-5,-1-1 1,0-4 0,7-1-7,2 2 1,0-4 0,5-2 0,2-4 47,2-1 1,1 0 0,1-1 0,-1-4-44,1-5 1,4 2 0,0-1 0,-1-2-24,-2-2 0,0-2 1,1 1-1,2 0 47,-1-1 1,-2 1 0,-3-1 0,-2 1 16,-2 0 0,-1-1 0,2 1 29,-5-1 1,1 1 0,-1 0 0,-2-1-37,-1 1 0,-9 4 0,-2 2 0,-2 0 75,1 0 0,-9 5 1,1-2-69,-2 4 0,-1 1 0,6 0 0,1 0-57,0 0 1,-1 5-1,2 1 1,2 0-78,2 1 0,4 4 0,-3-2 86,1 4 0,28 27 1,11 7-1</inkml:trace>
  <inkml:trace contextRef="#ctx0" brushRef="#br1" timeOffset="73">12761 6014 10434,'0'-9'-1245,"0"-1"1,0 0 1164,0-4 354,0 6-291,0 2 0,-2 7 0,-1 4 47,-2 5 0,-6 2 0,3 3 0,-1-1-41,-1 1 1,0 4-1,-2 0 1,0 0-98,3 2 1,1-5-1,-3 5 1,3-2-39,1 0 0,-2 0 0,4-4 1,2-1 200,1 0 1,47-31 0,11-9 0</inkml:trace>
  <inkml:trace contextRef="#ctx0" brushRef="#br1" timeOffset="74">13135 5827 10706,'0'-14'-1033,"0"-1"1,0 1 644,0 0 0,0 4 0,-2 2 316,-2 2 1,0 1-1,-5 6 245,-2 4 1,-2 3 0,-2 7-81,1-1 1,4 0-1,2 1 1,0-1-51,0 1 0,4-1 0,-4 0 0,1 1-43,4-1 0,1-4 0,2-1-80,0 3 1,0 0 51,0 3 0,7-2 0,2-4 1,4-4 55,2-4 1,1-1 0,1-1 0,2-2-19,-1-2 1,0-5 0,-1 4-1,2-2-69,-1-3 1,-2-2-1,-2-1 1,1-1 31,-1 1 0,0-1 1,-1 1-1,-3 0 17,-5-1 0,1-4 0,-1 0 0,-2 0 5,-1-2 1,-2 5 0,-2-3 0,-1 1 2,-2-1 0,-6 3 1,1-2-1,-3 6 56,-1 2 0,0 7 1,-1-2-1,1 3-40,0 2 1,-6 0-1,1 2 1,2 3-48,1 4 1,1 4 0,1 3 0,-1 2-101,1 1 0,4 7 0,2-4 0,2 2 84,3 0 1,14 13 0,5 7 0</inkml:trace>
  <inkml:trace contextRef="#ctx0" brushRef="#br1" timeOffset="75">13437 5914 10706,'-1'-8'-592,"-4"3"1,3 5 0,-4 3 0,1 3 548,0 2 0,-1 2 1,3 4-1,-4 1 8,-1-1 0,3 5 0,-3 0 0,2-1-42,3-2 1,-4-2-1,3 2 59,0 4 1,-4 15 0,0 10-1</inkml:trace>
  <inkml:trace contextRef="#ctx0" brushRef="#br1" timeOffset="76">13725 5655 9545,'0'-10'-322,"0"0"-521,0-1 1,0 3 564,0-1 0,0-1 337,0-4 0,0 4-32,0 0 0,0 6 1,1-4 42,4 1 42,-3 2 1,4 12-1,-6 2-83,0 4 1,0 2 0,0 1 0,0 1-29,0 2 1,-5 2 0,1-3 0,0 3-7,3 1 0,-4 0 0,0 4 0,2-4-95,1-1 0,-2 3 0,-1-3 0,2 0-264,1-1 355,2 6 0,13-16 1,3 2-1</inkml:trace>
  <inkml:trace contextRef="#ctx0" brushRef="#br1" timeOffset="77">13926 5928 9545,'-9'0'-519,"-1"0"142,-1 0 0,3 2 0,-2 2 247,-1 6 0,3 3 0,0 1 0,0 0 119,0 1 0,0-1 0,-3 1 0,1-1 19,-1 0 0,3-4 0,0 0 0,2 1-48,3 2 0,-4-4 0,2 1-380,2 1 422,2-5 1,33-18 0,8-12-1</inkml:trace>
  <inkml:trace contextRef="#ctx0" brushRef="#br1" timeOffset="78">14142 5813 9399,'10'-5'-1218,"-1"0"0,-6-1 1236,2 1 0,-2-1 0,1-6 42,0 3 0,1 4 0,-3-5 45,3-1 1,-4 3-17,4-1-24,-3 6 0,-4-4-11,-3 7 0,-1 2 1,-5 3-1,1 4-11,-1 4 0,3 1 0,0 1 0,0-1-27,0 0 0,0 1 0,-2-1 0,5 1-9,4-1 0,-4 0 0,0 1-61,2-1 1,3 1 24,5-1 0,3-6 0,6-3 9,1-4 0,-1-1 0,0 0 0,1-1-30,-1-4 0,5-1 1,1-6-1,-3 3-32,-1-2 1,-1-2 0,-1-2 0,0 1 48,1 0 1,-6-6 0,1 1 0,-1 2 38,-1 1 0,-1 0 0,-7-2 1,0-1-15,0 1 0,-2 2 0,-1 2 0,-3 1 24,-2 4 0,-2-4 1,-4 5-1,-1 0 1,1 3 0,-2-1 0,-2 1 0,-1 2-59,2 1 1,1 8 0,1 4 0,1 3-64,-1 1 0,6 2 0,1 2 0,1 1 82,4-1 1,21 42-1,6 11 1</inkml:trace>
  <inkml:trace contextRef="#ctx0" brushRef="#br1" timeOffset="79">14473 5942 9399,'0'-14'-1225,"0"0"0,0 4 1355,0 0 0,0 9-10,0 1 1,-5 6 0,-1 9-82,-2-1 0,-2 0 0,-3 1 0,2-1-52,2 0 0,-1 6 0,-4-1 0,-1 0-66,1 2 1,4-5 0,2 3 0,2-3-337,3-2 415,1 1 0,40-26 0,10-7 0</inkml:trace>
  <inkml:trace contextRef="#ctx0" brushRef="#br1" timeOffset="80">14804 5741 9399,'-10'0'-1154,"1"0"1,-1 1 1179,-4 4 0,4 3 1,2 7-1,0-1 48,0 0 1,0 1-1,-3-1 1,3 1-35,2-1 0,-1 0 1,4 1-1,-2-1-21,2 1 0,1-6 1,2 1-23,0 1 0,2-5-9,3-1 1,3-3 0,6-2 0,1 0-13,-1 0 1,0-5-1,1-1 1,-1-2-63,0-4 1,6 0 0,-1-3 0,-2 1 7,-1-1 0,-1 1 1,-1 0-1,1-1 46,-1 1 0,-1-5 0,-2-1 0,-3 3 21,-2 1 1,-1 2 0,-5-1 0,-1 1 16,-4-1 1,-3 3 0,-7 0-1,1 4 23,0 2 1,-1 1 0,-1 5 0,-1 0-12,-3 0 0,1 2 1,5 3-1,-1 4-136,1 4 1,6 1 0,2 1 96,-1-1 0,18 26 0,-1 6 0</inkml:trace>
  <inkml:trace contextRef="#ctx0" brushRef="#br1" timeOffset="81">15207 5942 9399,'-5'-9'-996,"0"-1"0,-6 7 981,1-2 1,-1 5-1,0 5 1,1 5-23,-1 2 1,-2 8 0,-1-1 0,0-2-3,-1-1 0,1-1 0,-1-1 0,3 0-36,2 1 0,-1-1 0,4 1 0,1-1 63,0 0 0,33-18 0,13-6 0</inkml:trace>
  <inkml:trace contextRef="#ctx0" brushRef="#br1" timeOffset="82">15422 5755 8571,'0'-14'-993,"0"0"0,0 4 886,0 0 1,-1 7 0,-4 0 94,-4 6 1,1 5 0,-2 7 0,-1-1 79,-2 0 0,3 1 0,1-1 0,-2 0 181,-2 1 1,5 4-1,1 0-200,1-1 0,4-2 0,-2-2 0,2 1-35,2-1 0,0-4 1,0-1-24,0 2 0,6-4 0,4-2 0,4-4-23,6-1 1,-3-5 0,6-1-1,-1-2-61,0-3 1,-3 3 0,4-2 0,-1-1 31,1-2 1,-6-1 0,2-2 0,-3-2 13,-1-1 0,-1-2 1,-1 4-1,-2-3 36,-1 3 1,-7-1-1,2 1 1,-5-2 16,-5 1 0,-3 2 0,-6 2 0,-2-1-5,-4 1 1,3 4 0,-6 2 0,1 2-5,0 3 0,-1 1 0,-1 2 0,3 2-43,1 2 0,4 1 0,-2 8 0,7 3 46,6 0 0,16 38 0,5 9 0</inkml:trace>
  <inkml:trace contextRef="#ctx0" brushRef="#br1" timeOffset="83">15825 5942 8571,'-6'-8'-479,"0"0"0,-6 5 0,3-2 492,-2 2 0,3 8 0,-2 5 0,-1 2-132,-2 3 1,-1 1 0,-1 1 0,1 2 89,-1-1 0,1-2 0,0-2 0,-1 1 21,1-1 0,1 1 1,2-1-1,3 0 8,2 1 0,20-1 0,10 1 0</inkml:trace>
  <inkml:trace contextRef="#ctx0" brushRef="#br1" timeOffset="84">16171 5669 8571,'0'-14'-642,"0"-1"1,0 1 0,0-1 416,0 1 263,0 6 1,-2 3 0,-1 10 0,-4 5 54,-1 2 1,4 4-1,-6 2 1,0 1-10,2-1 1,-3-1-1,5 1 1,-1 1-59,1-1 1,-4 2-1,6 0 1,0-3-22,3-1 0,1-1 0,0-1-12,0 0 1,1-1 0,4-3 1,3-4 0,7-6 1,-1 0 1,2-5 0,2-1-1,1-2-49,-2-3 0,-1-2 0,-1-1 0,-1-1 13,1 1 1,-1-2 0,-1-2 0,-2-1 8,-2 1 0,-5-2 0,0 1 0,-2 1 8,-2 2 1,0-3-1,-2 0 1,-2 3 1,-6 4 0,-3 0 0,-1 4 1,0-2-14,-1 0 0,-4 7 1,0-2-1,1 4-8,2 1 0,-3 6 1,0 2-1,3 2-47,5-1 0,-2 3 0,5 5 0,0 2 89,3-1 0,10 24 0,3 4 0</inkml:trace>
  <inkml:trace contextRef="#ctx0" brushRef="#br1" timeOffset="85">16372 5942 8571,'0'-14'-773,"-2"6"570,-2 3 1,2 5 101,-3 5 1,2 3-1,0 6 1,-4 1 80,-1-1 1,-1 0 0,-4 1 0,2-1-13,1 1 0,1 1 0,-6 1 0,3 2-100,2-1 0,-3 3 0,5-2 0,-1 0 132,-1 2 0,20-5 0,-1 5 0</inkml:trace>
  <inkml:trace contextRef="#ctx0" brushRef="#br1" timeOffset="86">16631 5741 8571,'5'-22'0,"0"2"-367,-2 4 0,-2 2 0,1 0-352,3-1 751,-4 7 0,6 3 64,-7 10 0,-5 3 1,-1 7-1,-2-1-17,-4 0 0,4 1 0,-1 1 1,-2 1-57,-2 2 0,3 5 0,1-4 1,-1-1-29,2 2 1,-5-5-1,5 3 1,0-3-14,3-2 0,-1 1 0,1-1 1,2 0 13,2 1 0,2-6 1,4-1-1,4-1-8,4-4 1,3-2 0,2-1 0,3-1-66,1-4 1,-3-3 0,5-6 0,0-1 49,-1 1 1,2 0 0,-6-1 0,-1-1 10,-2-3 1,-2 1-1,1-4 1,-3 1-2,-2 4 1,-4-6 0,-6 1 0,0-2 10,0 0 1,-1 2 0,-4-2 0,-5 3-1,-2 0 1,-4 5 0,-2-2 0,-1 7-42,1 6 1,-2-1-1,0 1 1,1 4-71,-2 4 0,5 5 0,-1 6 1,4 1-15,3-1 0,2 7 0,-3 3 131,2 3 0,11 15 0,5 9 0,-2 3 0,0 0 0</inkml:trace>
  <inkml:trace contextRef="#ctx0" brushRef="#br1" timeOffset="87">16832 6115 8571,'0'-14'-13,"-4"-1"0,-1 1 1,2-1 10,1 1 1,2 8-254,0 6 1,5 6 85,0 8 0,-1 1 0,-5-1 0,-2 1 180,-2-1 0,-5 2 0,4 2 0,-2 1-93,-3-2 1,-2 6 0,-2-1 0,1 2-113,0 0 0,1-5 0,2 4 0,1-1-227,-1 0 421,-2-4 0,31-16 0,7-12 0</inkml:trace>
  <inkml:trace contextRef="#ctx0" brushRef="#br1" timeOffset="88">17235 5741 7793,'0'-14'0,"0"-1"-430,0 1 0,2-1 1,1 1 796,2 0 1,0 4-394,-5 0 1,-2 7 73,-3-2 1,-3 10 0,-6 5 6,-1 3 0,3 1 1,0 0-1,3 1-50,-2-1 0,0 2 1,-1 2-1,4 1-1,2-2 1,1-1 0,4-1-1,-3-1 7,0 1 1,-1-1 0,5 0 14,0 1 0,1-6 1,4-1-25,5-1 1,3-2 0,1-5 0,0 0-35,1 0 1,1 0-1,1-2 1,2-1-46,-1-2 1,-2-6 0,-2 1-1,1-3 40,-1-1 0,1 0 1,-1-1-1,-1-1 18,-4-3 0,3 3 0,-8-5 1,0 2 23,-3 0 0,-1-5 0,0 5 1,0 0 8,0-2 1,-6 3 0,-4-4 0,-3 1-61,-1 3 1,0 7-1,-1 2 1,1-1-46,-1 2 0,1 2 0,0 6 0,-1 1-4,1 4 1,-1 3 0,3 6 0,0 2-130,3 4 224,6 2 0,-4 58 0,7-34 0,0 1 0</inkml:trace>
  <inkml:trace contextRef="#ctx0" brushRef="#br1" timeOffset="89">17451 5971 8571,'-8'-6'-1192,"0"4"0,5-1 1268,-2 6 1,-1 0 0,2 7 0,-2 1-26,-2 2 0,3 1 1,-3 1-1,0-1-57,0 0 0,-1 6 0,-4 0 0,2 1-47,1 0 1,2 5-1,-3-4 53,1 0 0,7 12 0,-3-4 0</inkml:trace>
  <inkml:trace contextRef="#ctx0" brushRef="#br1" timeOffset="90">17796 5669 8571,'0'-14'-299,"0"-1"0,0 1 1,-1 1-1,-2 2 260,-2 1 1,0 5 0,3-3 65,-2 2 0,0 1 30,-5 5 0,4 0 0,-3 2 1,0 3 8,0 4 1,0 4 0,-3 1-1,3 1-25,1-1 0,-2 2 1,2 2-1,1 1-9,0-1 1,-4-1-1,5 1 1,2 1-53,1-2 0,2 4 0,0-2-6,0-1 1,0-2-1,0-2 1,2-1-6,3-3 0,-2 1 0,7-6 0,1-2 2,2-1 0,1-2 0,0-2 1,1-3-59,-1-4 1,1 1 0,-1-2-1,0-1 27,1-2 1,-3-1 0,0-1 0,-3-1 8,2-3 0,1 3 0,-1-5 1,-3 2 22,-2 0 0,-1-5 0,-5 3 0,0 0 22,0 1 0,0-4 0,0 3 0,-2 0 20,-2 0 0,-3 2 1,-4 5-1,1-1-12,-1 1 0,-2 6 0,-1 3 0,0 4-53,-1 1 1,3 6-1,0 4 1,3 2-201,-2 3 0,3 1 251,-2 3 0,0 48 0,3-25 0,0 1 0</inkml:trace>
  <inkml:trace contextRef="#ctx0" brushRef="#br1" timeOffset="91">17897 5971 8471,'-5'-9'-540,"0"-1"-18,1 7 1,4-2 549,0 10 0,-5 3 0,0 6 0,0 0 59,-1 1 0,3-1 0,-7 1 0,0-1-101,2 0 1,-4 2-1,2 2 1,-3 1-60,-1-1 1,0 3 0,-1-1 0,2 1 108,4 0 0,2-2 0,7-5 0</inkml:trace>
  <inkml:trace contextRef="#ctx0" brushRef="#br1" timeOffset="92">18300 5597 8571,'0'-10'-712,"-2"1"105,-3-2 0,-3-1 763,-6 3 0,4 4 0,1 10-95,-2 4 0,3 6 1,0 2-1,0 3 47,0-3 1,3-1 0,-3 0 0,2 2-41,2 1 0,-2 0 1,1-4-1,2-1-61,1 0 0,2 1 0,0-1-35,0 0 1,0-4 0,2-2 6,3-2 1,-2-1 0,7-5-11,1 0 1,2-1 0,1-3-1,0-2-29,1-2 1,-1 3 0,-1-4 0,-2-3-27,-1 0 0,-1 2 0,6 0 0,-3-1 21,-2-1 0,1-3 1,-4 1-1,-1-2 31,0-3 0,-1 3 0,-5-4 0,0 3 26,0-2 1,0 3 0,-1-4 0,-4 4-13,-5 2 1,-3 0 0,-1 1 0,0 3-69,-1 6 1,1 2-1,-1 2 1,1 0-43,0 0 1,-1 2 0,3 2 129,2 6 0,4 35 0,6 9 0</inkml:trace>
  <inkml:trace contextRef="#ctx0" brushRef="#br1" timeOffset="93">18429 5338 8571,'0'-14'0,"0"-1"-308,0 1 0,0 4 0,0 1 165,0-3 0,-4 4-72,-1-1 171,0 6 0,10-2 0,1 8 79,2 2 1,0 1 0,3-3-1,-1 2-22,1-2 0,-3 4 1,2-2-1,1-1 25,2 3 1,-4-6 0,1 4-24,1-3 1,2-2 0,0 1 0,-2 3-36,-2 0 0,1 1 0,4-5 2,1 0 1,-1 0 3,1 0 0,-1-1 8,0-4 1,-4 3 31,-1-3 11,-5 4 0,0 2 1,-7 4-11,-2 5 0,-6 1 1,3 2-1,-1 0-14,-1 3 0,5 3 0,-3-2 0,0 4-8,0 2 0,0 5 1,-3 6-1,2-1-22,-3 3 1,4-4 0,-1 6 0,-1 2-46,2 2 1,-3-1 0,5-1-1,-1-3 35,1-2 1,1-1-1,3-7 1,-1-2 20,-2-1 1,1-6-1,4 1 1,0-3 62,0-2-7,0-6 1,-2-1 0,-3-7-3,-4 0 0,1-2 1,-2-1-1,-1-2-14,-2 2 0,-1 0 0,-2 0 0,-3-2-5,-5 2 1,-4 1-1,0 2 1,-1 2-78,0 2 0,-1 4 1,-2 7-1,-3-1 48,-2 1 0,-5-5 0,-6 0 0,-5 2 0,-1-1 0</inkml:trace>
  <inkml:trace contextRef="#ctx0" brushRef="#br1" timeOffset="94">5726 8590 22507,'-10'-5'-5807,"1"0"4486,5-6 0,-2 8 1360,6-7-288,0 7 0,0-5 85,0 3 1,0 2 5,0-7 155,0 7-424,0-10 0,0 10 287,0-6 0,2 5 758,2 0 1,0 2-331,5 2 1,-4 0 0,5 0-4,1 0 1,3 0 0,4-2 0,2-1 20,3-2 0,2 1 1,9 4-1,4 0-23,4 0 0,1-5 0,2 0 0,1 0 16,2-1 0,3 3 0,-6-5 1,-5 0 1,-3 0 1,0 5 0,-5-4 0,-4 2 100,-1 1 0,-3-1 1,-9 5-413,-1 0 1,-4 0-302,-1 0-11,-5 0 115,2 0 1,-8 0-62,-2 0 36,2 0 111,-4 0 0,6-2-510,0-3 1,0-3 159,0-6 0,0 0 62,0-1 0,0 1 54,0-1 0,0 1-3,0 0 1,0 4-90,0 0 0,0 6 127,0-6 0,0 5 0,1-3-527,4 2 1186,-3 1 1,10 5 3,-2 0 1,-2 0 0,2 2-191,1 2 1,2-2 0,1 4-1,0-1-28,1 0 0,-6 1 0,1-2 0,1 0 30,2 0 1,0-1 0,-2 0 0,-2 2 6,3-2 0,-4 0 0,1 0 88,2 2 0,-4 2-628,-2-3 189,-4-2 0,-2 9 1,-4-4-1,-6-1 336,-7 0 0,0 6 0,-6-3 0,-1 4 67,-2 1 0,-2 2 1,0 2-1,-1 3-26,-4 1 1,4-4-1,-2 2 1,5 0 92,3-1 1,6 5-519,-1-5 0,41-6 0,12-7 0</inkml:trace>
  <inkml:trace contextRef="#ctx0" brushRef="#br1" timeOffset="95">8243 7295 24182,'0'-10'-5169,"0"1"3785,0-3 1,0 4 0,0-1 635,0-2 0,5 3 1054,0-2 1,1 2 0,-2-3-102,0 1 0,3 7 0,-4-3 43,2-1 0,1 4 1009,-1-6-1476,-3 5 0,9-4 1840,-6 4-335,-1 2-948,-4-4 0,2 6 1,1 1-514,2 4 1,0-2 0,-5 7 7,0 1 0,0 2 0,-2 1 0,-1 0 56,-2 1 1,0 4 0,4 2 0,-2 1-232,-2 4 1,-2 1-1,4 2 1,-2 0 227,2-1 0,-3 6 0,1 1 1,0 0-211,-1 0 0,4 5 0,-3-3 0,4 2 21,1-1 1,0-5-1,0 6 1,0 1 57,0 1 1,-5-2 0,0-1 0,2 2 202,1 2 1,-2 6 0,-1 0-1,0 0 79,-1 1 0,-1 1 0,-4 6 1,1-2-25,-1 0 0,-3 4 1,-4-9-1,-1 1 21,2 0 0,5 2 0,3-4 0,-1-3-24,2-5 1,-3 0-1,5-5 1,-1 0 18,1 0 0,-4-4 0,4-4 0,-2 3 67,-3 1 0,3-1 1,0 1-1,0 0-19,0 3 0,-2 1 1,-3-1-1,2 3-6,2-1 0,-1 4 0,-4-5 0,-1 2-26,1 3 0,-1-3 1,1 0-1,1-2-77,4-3 1,-3-2-1,8-1 1,0-2-170,3-3 1,1-3-1,0-7-157,0 1 1,0-1 107,0 1 0,1-1-93,4 0 0,-3-4 164,3 0 0,3-7 0,0 3 0</inkml:trace>
  <inkml:trace contextRef="#ctx0" brushRef="#br1" timeOffset="96">8215 7223 18801,'0'-15'-2734,"0"1"0,0 5 2121,0-1 1,1 7 921,4-2 0,-3 2 0,4 0 374,0-2 0,-2 0-428,5 5 0,1-2 1,4-1-131,1-2 0,-1 1 0,0 4 0,1 0-87,-1 0 0,7 0 1,3-2-1,3-1-6,2-2 0,4 0 0,3 5 0,0-1 169,4-4 1,2 3 0,1-3-1,-1 4-17,-4 1 0,4 0 0,-4-2 0,2-1-149,-2-2 1,-1 0 0,-5 5 0,3 0-120,2 0 0,-5-1 1,1-2-1,-2-2 31,-2 2 0,-1 1 1,1 2-1,0 0 7,0 0 0,-5-2 0,-2-1 0,0-2 74,1 2 0,-6 2 1,3 1-1,-4 0-79,-2 0 1,0 0 13,1 0 0,-1 0 33,0 0 0,-4 0-77,0 0 102,-7 0-58,3 0 6,-6 0-82,0 0 117,7 0 1,-6 1-238,4 4 0,1-2 0,-1 7-17,-2 1 0,-1 2 0,-2 3 0,0 1 59,0 3 1,0 5 0,0-1 0,0 3 32,0 2 0,-2 6 1,-1 4-1,-3 4 47,-2 5 0,-2 3 0,-4 6 0,-2 1 9,-3 0 0,3-1 1,-3 1-1,3 1-3,1 3 1,1-1 0,-1 4 0,1-1 5,0-3 1,-1-2 0,2-1 0,2 1 169,2 3 0,1-9 1,-4 1-1,4-4 45,2-2 1,-3 2 0,2-6 0,1 1-46,-1-3 1,1-2-1,1 3 1,-3 0-4,0 0 1,-5 0 0,5 0 0,-1-1-61,-1-4 0,2 4 1,-3-5-1,3 1-48,2 0 1,-4-4-1,4 3 1,-1 0 33,1-1 0,-4 1 1,4 1-1,-1-2-18,1-1 1,0-5 0,2 4 0,0-5 4,0-6 0,3-2 1,1-6-1,0-1-68,0 0 1,0-4-108,0 0-128,0-1-26,0-1 390,-7 5 1,4-10 158,-6 7 0,4-2 0,-5 3 116,-1-1 1,3-6-19,-1 6 1,1-5 0,-4 3 61,3-2 0,-1 1 0,-4-4-95,-1 2 1,6-1 0,-1-4 0,-1 0-68,-2 0 1,-1 0-1,-1 0 1,1 0-9,0 0 0,-2 0 1,-3 0-1,-5 0-90,-4 0 1,-2 0-1,-4 2 1,-4 1-78,-3 2 1,-4 1 0,-3-1 0,-7 3-8,-5 0 0,-1 5 0,-5-4 0,-1 4-37,-3 2 0,6 4 0,-6 0 1,4-1 11,5-2 0,1-2 0,2-1 1,4-2-6,7-1 1,12-6 0,2 4 0,2 0 112,2 0 1,7-4-1,1 0 1,4 0 61,2 0 0,-2-2-29,7 3-73,4-4 0,1-1 0,10 0-138,4 0 1,-1 0-1,2 0 1,1 0-219,2 0 1,1 0 9,1 0 1,-1 0 73,0 0 0,-4 0-115,0 0 54,-7 0 112,3 0-12,-6-6 1,0 3-21,0-7 0,5 1 0,1-6 131,2 1 1,-3 4-1,3 1 1,0-3 45,0 0 1,2-3-1,4 1 1,1-1 15,-1 1 0,-4 0 0,-1 1 1,2 2 23,2 1 1,-3 5 0,-1-3-70,3 2 1,-5 1 175,3 5-91,-7 0 1,-41 26 0,-18 6-1</inkml:trace>
  <inkml:trace contextRef="#ctx0" brushRef="#br1" timeOffset="97">8948 6460 25615,'0'-9'-5552,"0"-1"4093,0-1 1,0 3-1,0-2 694,0-1 0,0 3 676,0-1 1,0 4-1,0-5 93,0-1 1,2 5 0,1-1 465,2 1 1,1 3-10,-1-7 0,-2 5-483,7-4 1,-5 5 0,3 1 43,-2 6 1,-1 5 0,-5 7-1,0 1 21,0 3 0,0 3 0,-2 9 0,-1 1 45,-2 1 0,-4 7 1,4-1-1,0 4-12,-1 5 0,-1 1 1,-4 4-1,3-3-69,2-1 1,-4-4-1,5 3 1,1-5-247,-3-5 0,6-2 0,-6-9 1,2-2-133,1-1 1,-3-6-1,4 1 1,-2-3 86,2-2 0,-18-44 0,-3-11 0</inkml:trace>
  <inkml:trace contextRef="#ctx0" brushRef="#br1" timeOffset="98">8934 6403 24926,'-10'-5'-2952,"1"0"0,-1 0 3092,-4 5 1,4 0 0,2 2 0,0 3-139,0 4 1,5 4 0,-3 2-113,-1-1 1,1 0-1,-4 1 1,4-1-74,0 0 0,4-4 1,-3 0-83,4 1 0,1-3-375,0 1-16,0-5 0,0 0 973,0-8 1,4 0 0,3-5-378,1-2 0,0-2 0,3 0 0,-3 2 71,-2 1 0,5 1 0,-1-6 85,3 1 1,-4 4 0,1 1 99,1-2 1,0 3-1,1 0 1,-3 1 115,2 4 0,-3 1 1,2 2-1,1 0-77,2 0 0,1 5 0,1 2 1,-1 1-130,0 3 0,6 3 0,0 4-338,3 1 0,6 8 1,4 3-1,6 2 1,-1-1-1</inkml:trace>
  <inkml:trace contextRef="#ctx0" brushRef="#br1" timeOffset="99">20228 3942 20329,'6'-8'-3099,"-4"-4"1,6 5 3045,-4-2 1,-2 1-957,3 3 1496,3 3 1,-5-6-852,7 3 678,-7 4 0,5-6-88,-3 7-233,-4 0 763,6 0-283,-7 0 549,0 0-849,6 0 760,-4 0-800,4 0 51,-6 0 1,2 0-86,2 0-54,-2 0-85,4 0 2,-6 0 62,0 0-173,0 7 1,-1-4 0,-4 7 0,-3 2 30,0 6 1,-5 0-1,2 7 1,-5 4-13,-3 3 0,-5 9 0,3 1 0,0 8-67,1 6 0,-6-2 1,4 10-1,-1-2-101,4 1 0,5-3 0,2-5 0,4-3-101,2 3 1,3-7 0,6-4 0,3-4-270,2 0 0,2-3 0,4 0 358,1-2 1,6 12 0,1-3 0</inkml:trace>
  <inkml:trace contextRef="#ctx0" brushRef="#br1" timeOffset="100">20659 4273 15370,'-8'-14'-4158,"-3"4"3914,6 1 0,1 4-115,4-5 0,0 6 213,0-6 1,0 5 54,0-4 0,0 4 32,0-5 0,1 5 142,4-4 0,-3 4 0,4-3-201,0 2 0,-2-4 1,4 4 328,-2-2 1,3 3-1,-2-3 14,1 1 0,-3-4 43,4 2 0,-4 2 61,5 2 1,-6-1 158,6 1-228,-7 0 1,5 5 0,-5 2-360,2 3 1,0 3 0,-5 6 0,0 1-15,0-1 1,0 2 0,0 2 0,0 2-33,0 3 1,-5-1 0,0 4 0,2-2 12,2 1 0,-1 2 0,-1 4 0,-2-1 16,2-1 0,0 3 0,-1-8 0,0 3-83,0 2 1,3-2 0,1-3 0,0-5-8,0-3 0,0-1 0,-2-1-142,-3 0 0,4-4 501,-4 0 0,-3-7 0,0 0 45,0-6 1,-5 1 0,5-4 0,-1 1-55,-1 0 0,1-1 0,-6 3 0,1-4 66,-1-1 0,1 5 0,0-3-12,-1-1 0,2 4 1,2-5-17,2 2 0,1-1-206,-2 2 1,8 2 0,9-5 134,1 2 0,28-14 0,14-3 0,5-1 0,0 0 0</inkml:trace>
  <inkml:trace contextRef="#ctx0" brushRef="#br1" timeOffset="101">21005 4014 16906,'0'-8'-2729,"0"4"0,0 8 2460,0 6 0,0 4 0,0 4 0,1 3 85,4 1 0,-2-3 1,7 5-1,-1 2 83,-1 1 1,5 2 0,-5 0 0,2-1 25,-1 1 1,-1 5-1,4-1 1,-5-1 5,0-1 0,-2-3 0,-7 3 0,-3 1 107,-4 1 0,-12 1 1,-8-5-1,-8 1-717,-4 4 821,-9-4 0,-9-3 0,-10 0 0,-7 0 0,-1-1 0</inkml:trace>
  <inkml:trace contextRef="#ctx0" brushRef="#br1" timeOffset="102">19494 5338 19548,'0'-14'-2945,"0"4"0,0 0 1902,0-1 0,0 3 29,0-1 803,0 5 0,-2 0 659,-2 8 1,2 0 0,-4 5-373,-1 2 1,4 2 0,-5 2 0,0-1 62,0 0 1,-2 7 0,-4 2 0,0 1-212,-1 0 1,1 1 0,-1 7 0,0 3 248,-5 2 1,4-3 0,-3 4 0,3 2-117,2 2 0,4 5 0,2 1 1,2-3-162,3-5 1,7 0 0,8-6 0,4-1-131,3 2 0,8-9 1,0 1 121,5-4 1,40-4-1,5-5 1</inkml:trace>
  <inkml:trace contextRef="#ctx0" brushRef="#br1" timeOffset="103">19796 5468 25281,'8'-2'-3441,"-3"-3"2668,3 4 1,-5-6 0,5 6-29,-2-4 462,-1 3 0,0-6-629,0 3 858,0 4 1,-4-6-722,4 7 231,-3 0 0,4 2 152,-6 3 1,-2 3 0,-1 6 309,-2 1 0,-1-1 0,3 0 0,-2 2-70,2 3 0,1-3 1,2 5-1,-1-2 6,-4 1 0,3 0 1,-3 0-1,2 2 90,-2 0 1,4 4-1,-4-5 1,3-1-145,2 1 0,-4 3 0,-1-5 0,2-1 28,1-2 0,0-2 187,-2 1 0,2-20 0,-4-5 0</inkml:trace>
  <inkml:trace contextRef="#ctx0" brushRef="#br1" timeOffset="104">19983 5727 13740,'0'-10'-4096,"-1"2"3568,-4 2 0,3 2 822,-3 9 0,4-2 0,1 7-344,0 1 1,0-3-1,0 2-12,0 1 0,0 2 0,0 1-3,0 0 1,0 1 0,0-1-33,0 1 1,0-1-1,0 0-151,0 1 1,0-6 0,0 1 247,0 1 0,0-24 0,0-4 0</inkml:trace>
  <inkml:trace contextRef="#ctx0" brushRef="#br1" timeOffset="105">20041 5525 14106,'-5'-10'-4962,"0"1"4711,0 6 1,5-2-97,0 10 247,0 3 0,13 25 1,3 6-1</inkml:trace>
  <inkml:trace contextRef="#ctx0" brushRef="#br1" timeOffset="106">20199 5554 14106,'0'-15'-2096,"-6"1"1,4 8 2260,-3 6 1,2 6 0,0 8-259,-2 1 0,0 1 0,5 1 1,-1 3 30,-4-3 1,3 1-1,-3-1 1,4 3 1,1-3 0,-5 4 1,0-2-1,2-1 39,1-2 0,-2-2 0,-1 0 1,2 1-35,1-1 1,0-1-1,-1-2 1,-2-1-340,2 1 1,2-3 127,1 2 223,0-7 1,19-29 0,5-14 0</inkml:trace>
  <inkml:trace contextRef="#ctx0" brushRef="#br1" timeOffset="107">20357 5640 12161,'0'-14'-680,"0"4"1,0 1-129,0-3 1,-1 6 192,-4 1 1,2 5 727,-7 5 0,2-2 0,-3 7 0,1 1-44,-1 2 1,0 1 0,0 1 0,1-1-27,-1 0 1,-2-4 0,-1 0 0,1 1-30,3 2 1,-1 1 0,5-1-1,-1-2-89,1-2 1,1-4 308,5 5-253,0-7 1,2 3 0,3-6 104,4 0 0,4-1 0,1-2-108,1-2 1,-1-5 0,0 5 102,1 2 1,-1 2 51,1 1-58,-1 0 0,-1 1-69,-4 4 1,3-2-1,-6 5-148,2-1 1,-5 4-1,4-3 61,-1 0 0,-3 5-222,7-4 0,-2-1 237,1 2 0,4-7 0,-5 3 0</inkml:trace>
  <inkml:trace contextRef="#ctx0" brushRef="#br1" timeOffset="108">20515 5798 8494,'0'-14'-2324,"0"4"2406,0 1 66,0 6 0,2-4-122,3 7 0,-2 0 0,7 0-42,1 0 1,-3 0 9,1 0 1,-4 0 0,3-1-17,-1-4 1,2 2 5,-4-7 0,5 5 13,-6-4 0,0 6 2,-9-2 1,2 3-1,-7 2 4,-1 0 1,-2 0 0,-1 0 0,1 2 15,3 3 0,-3 3-2,4 6 0,1 0 0,0 1 10,1-1 1,3-4 0,4-1-12,0 2 0,6 1 0,4-1 0,2-3-49,3-2 1,1-1-1,1-3 1,4 1-27,2 2 1,-4-1-1,3-4 1,-1 0-17,-4 0 1,4 0 74,-2 0 0,7-19 0,-4-5 0</inkml:trace>
  <inkml:trace contextRef="#ctx0" brushRef="#br1" timeOffset="109">20789 5468 8544,'0'-15'-448,"1"7"0,3 5 312,0 6 1,8 5-1,-3 7 1,6-1 158,4 0 1,-3 2 0,4 2 0,0 1 82,-1-1 1,2 2 0,-4 1 0,2 0-49,-1 0 1,-4 0 0,-4-2-1,-5 3-4,-4 1 1,-2 4 0,-6-3 0,-7 3-55,-8 2 0,-20 6 0,-12 3 0,-15 5 9,33-19 0,-8 0 0,-18-2 1,-16 1-1,-7-1 0,2 1 1,9-2-1,1 0 0,0 0 1,0 0-1,-1 0 0</inkml:trace>
  <inkml:trace contextRef="#ctx0" brushRef="#br1" timeOffset="110">7797 10604 14676,'-16'15'0,"-1"-1"-452,-2 0 0,4 1 1,6-1-1,-2 0 423,-2 1 1,0-1 0,2 1 0,1-1 2,-1 0 0,3 1 0,0-1 1,0 1-1,0-1 1,5-4-220,-2-1 132,-3 1 119,6-2 1,-2-2-1,7-7-18,2-4 0,1 2-60,-1-7 1,3 2 0,5-3-107,-4 1 186,4 7 1,-5-23 0,6 2 0</inkml:trace>
  <inkml:trace contextRef="#ctx0" brushRef="#br1" timeOffset="111">7639 10518 12482,'-9'-10'-674,"-1"1"1,0-3-37,2 0 0,-3 2 0,5 2 501,-2 2 554,5-6-253,-4 11 0,7-7 63,0 3 1,2 3 47,3-2 0,-2 2-230,6 2 0,1 0 1,4 0 105,1 0 1,-6 0 0,1 0 20,1 0 1,2 0-1,1 0-18,1 0 0,-1 0 1,1 0 29,-1 0 0,0-5 149,1 0 1,-6-4 78,1 4-300,-7 0 0,2 5-98,-10 0 0,3 7 1,-4 2 41,0 4 1,4 1 0,-4 1-1,1 1-6,0 3 0,-1-1 0,2 4 0,-2 0-4,-2 1 0,3 1 1,-3 5-1,2-2-19,3-3 1,-4 1 0,1-4 0,0 0-29,-1 0 1,-2 3 0,2-5-1,1-2 42,-1-1 0,-4-6 0,3 0 0,-1-1 27,-1-1 1,2 0 0,-3-5 0,1 2 114,-1-2 1,3-1-1,-2-2 21,-1 0 0,5-2-155,1-3 1,3 2 0,2-6-73,0-2 0,0 3-204,0-2 0,0 5 114,0-4 1,5 4 0,2-3-8,1 1 1,1 3 0,4 2 18,-3-3 1,2 4 0,-2-4 171,3 3 0,46-17 1,11-5-1</inkml:trace>
  <inkml:trace contextRef="#ctx0" brushRef="#br1" timeOffset="112">8200 10647 10025,'0'-14'-956,"0"0"1,0 4 0,-1 2 944,-4 2 0,3-1 262,-3 2 41,4-3-144,1-6-160,0 0 1,-6 6 52,-4 3 1,2 5 0,0 5-1,0 4-4,0 4 0,3 0 0,-4-2 0,-1-1 18,2 1 1,-3 6 0,6 2-1,0-3-16,-1-4 1,4 0 0,-3-2 0,4 3-53,1 1 0,0-4-40,0-1 1,6-1-1,4 2 26,3-5 1,1-4 0,0-2 0,2-4-51,4-5 0,-9 2 0,3-1 1,-1-2 26,0-2 1,-4 3 0,1 1 0,-1-3 37,-1 0 0,0-1 0,-4 2 0,0 1 38,0-1 1,-3 3 0,-1-2 123,0-1 1,0-2 26,0-1 1,-5 4-151,1 1 1,0 6-18,9-2 1,-2 3-1,7 2-61,1 0 0,2 2 1,1 1 19,1 2 1,-2 6-1,-2-3 1,-3 2-9,-2-1 1,4 1 0,-5 4-1,-1 1 5,3-1 0,-6 0 0,4 1 26,-3-1 0,-2 0 1,-2-1 30,-3-3 22,4-4 1,-6-7 0,7-4-96,0-5 0,0-3 1,0-3-1,0-1-47,0-2 1,7 0 0,1 3 0,1-2 52,1-1 0,-2 0 0,3 4 0,-1 1 4,1-1 0,2 3 0,-1 0 0,0 4-49,-3 2 0,1-4 121,4 6 0,26 5 0,7 7 0</inkml:trace>
  <inkml:trace contextRef="#ctx0" brushRef="#br1" timeOffset="113">8977 10316 9996,'0'-14'-96,"0"0"1,0 4 0,0 0-1,2 1-934,3 1 1,-4 0 817,4 3 680,-3 3-462,-2-4 0,0 8 30,0 2 0,0 4 0,0 7 28,0-1 1,-5 1 0,-2-1 0,1 0-19,0 1 1,-6 4 0,4 0 0,-1 0-4,-1 2 0,2-3 0,-3 4 0,1-1-15,-1-4 1,3 6 0,-1-1 0,-1 2-42,2 0 0,-5-5 0,5 4 1,-1-3-44,-1-2 1,5 3 0,-3-2-13,2-1 0,0-7-78,1-2 0,5-5 62,0 0 1,5-4-1,6-3 1,-2-3-130,3-2 1,0 3 229,3-5 1,12-12 0,3-8 0</inkml:trace>
  <inkml:trace contextRef="#ctx0" brushRef="#br1" timeOffset="114">9063 10590 9996,'-1'-13'-459,"-2"2"-716,-2 1 0,0 5 1029,5-4 0,0 7 400,0 2 1,-5 7 0,1 7-174,0 0 1,1-1 0,0-2 0,-2-1-43,2 1 0,0 2 0,0 1-35,-2 1 0,-2-3 0,4 0 0,-2-3-291,2 2 0,2-3-206,1 2 533,0-7 1,19-28 0,5-15 0</inkml:trace>
  <inkml:trace contextRef="#ctx0" brushRef="#br1" timeOffset="115">9179 10316 9996,'-15'0'-433,"6"-4"0,1-3-374,1-1 0,2 7 792,5 1 1,0 1 0,0 9 0,0 1-137,0 2 1,0-4 0,0 1 0,0 1-84,0 2 222,0 1 0,32 1 0,8-1 0</inkml:trace>
  <inkml:trace contextRef="#ctx0" brushRef="#br1" timeOffset="116">9351 10316 9996,'0'-8'-1237,"-1"2"1,-3 8 1374,0 2 0,-1 4 0,5 7 1,-2-1-33,-3 1 1,4 1-1,-6 1 1,1 4-42,-4 1 0,2-3 0,0 4 0,0-1-43,1 1 1,-1 1 0,-4 4-1,3 1-28,-2 0 0,-2-5 0,0 0 1,2 1-30,1 3 0,2-6 0,-1-3 0,2-3-276,1-1 31,4-1 1,-3-6 129,10-3 1,-2-10 0,7-5 0,3-2 236,4-3-80,-1-6 0,9-9 1,3-7-1,-1-5 1,0 0-1</inkml:trace>
  <inkml:trace contextRef="#ctx0" brushRef="#br1" timeOffset="117">9495 10446 8583,'0'-10'-711,"0"1"0,-1 5 724,-4 0 1,-2 4 0,-4 3 0,2 3 49,-3 2 1,4 2 0,-1 4 0,-2 1-15,-2-1 0,-2 0 0,1 1 0,0-1-82,-1 1 0,2-1 0,2 0 0,2 1-29,-3-1 0,4-4 0,0-1-262,2 2 254,1-4 1,7-1-1,3-6 26,4 0 1,4-1 0,1-3 33,1 0 1,-6-1 0,1 5 33,1 0 0,-3 0 1,2 0-13,1 0 1,-3 5-1,0 1-23,-2 2 1,4 2 0,-4 4-45,2 0 0,-3 1 0,3-1 1,-1 1-11,-4-1 0,3 2 0,1 2 1,1-1 64,3-4 0,40-11 0,11-10 0</inkml:trace>
  <inkml:trace contextRef="#ctx0" brushRef="#br1" timeOffset="118">9768 10662 8583,'-14'0'-199,"0"0"1,4 0-867,0 0 736,7 0 362,-3 0 0,8 0 0,2 0-57,6 0 1,3-2-1,1-1-54,0-2 1,1-6 39,-1 1 1,-4-1-1,-2 0 16,-2 1 0,-1 6 9,-5-6 1,-2 2 50,-2-2 0,-4 4 0,-7 6 0,1 0 122,-1 0 1,1 6-1,0 2 1,-1 2 12,1 0 0,0-1 0,-1 6 0,2 0-111,4 5 1,1-9 0,5 5-65,-2 1 0,0-2 0,7 4 0,2-3-75,6-2 1,3-4-1,3-2 1,1-2-340,2-2 1,7-3 415,-2-1 0,15-13 0,7-6 0,4-1 0,0 0 0</inkml:trace>
  <inkml:trace contextRef="#ctx0" brushRef="#br1" timeOffset="119">10157 10144 7694,'-8'-7'-1654,"0"6"1704,3-4 0,4 10 0,-6 4-27,1 4 1,3 1 0,-5 1-62,1-1 0,2 1 0,5-1-366,0 0 404,0 1 0,7-7 0,1-2 0</inkml:trace>
  <inkml:trace contextRef="#ctx0" brushRef="#br1" timeOffset="120">10445 10101 8570,'-15'-5'0,"1"0"-357,-1 2 0,6 3 71,-1 5 1,7 3 0,-2 6 285,4 0 0,-44 33 0,-11 7 0</inkml:trace>
  <inkml:trace contextRef="#ctx0" brushRef="#br1" timeOffset="121">6819 10158 17423,'0'-14'-4826,"-1"1"4257,-4 3 0,3 6 776,-3 8 0,4 0 0,1 5 0,0 2-285,0 2 1,0 1-1,0 1-35,0-1 1,6 1-73,4-1 1,1 0 0,0-1-1,-1-3-110,1-5 0,-3 1 320,1-1 0,20-13 0,10-8 0</inkml:trace>
  <inkml:trace contextRef="#ctx0" brushRef="#br1" timeOffset="122">7021 10086 15247,'-2'-9'-2140,"-3"-1"1,-1 8 2227,-4 2 1,5 7-1,9 7 1,2 1-443,2-1 0,6 5 1,7 0 371,2-1 1,27 0 0,13-1 0,7 2 0,1 0 0</inkml:trace>
  <inkml:trace contextRef="#ctx0" brushRef="#br1" timeOffset="123">11020 8417 26321,'-14'-1'-1131,"-1"-4"1,1-2-1,1-4-1474,4 2 921,2 5 1602,7-8 0,7 10 0,2-3 0,4 4 401,1 1 0,2 0 0,4 0 1,2 0-153,0 0 1,5 0 0,-1 0 0,4 0-66,4 0 1,1 4-1,-3 1 1,3-2-146,2-1 1,1-2 0,4 2-1,-4 1 77,-4 2 0,1-1 0,-1-4 0,-2 0 314,-2 0 1,-6 0-1,-2 0 177,-1 0 0,-2-4 5,-4-1 1,-9 0-1185,-6 5 0,-6 0 0,-9 0 651,1 0 0,-2 5 0,-2 1 107,-1 2 0,-29 5 0,-13 3 0,-2 3 0,0 0 0</inkml:trace>
  <inkml:trace contextRef="#ctx0" brushRef="#br1" timeOffset="124">10747 8748 24213,'5'-14'-1684,"1"1"0,2 2 1719,3 1 1,4 7 0,4-4-1,5 3-41,3-1 1,8-2-1,5 4 1,5-1 94,3 0 1,6 1 0,-3 0 0,0-2 18,-3 2 1,-8-3 0,-3 1-1,0 2-50,0 1 1,-7 0 0,0-1 0,-6-2-29,-3 2 0,-2 2 0,-4 1-225,-1 0 0,0 0 401,1 0 1,-6 0-603,1 0 305,-7 0 0,10-13 0,-5-3 0</inkml:trace>
  <inkml:trace contextRef="#ctx0" brushRef="#br1" timeOffset="125">11783 8302 21445,'-13'-6'-1488,"2"-2"0,3-2 752,1 0 0,1 7 0,3-3-115,-2-1 1,0 7 804,5 0 0,0 7 1,0 7-194,0 1 1,2-3-1,2 0 1,4-3 111,0 2 1,5 2 0,-5 2-1,2-3 63,-1-2 1,1 3-1,3-4 1,-2 4-311,-1 1 0,-1-4 0,6 0 296,-1 1 1,0 2 0,1-1 0,-1 0 77,0-3 0,-4-1 0,0 2 0,1-4 181,2 1 1,-4-4 0,1 5-342,1-2 0,-5 1 1,1-4 247,-1 2 1,-6 1-1,2-1 169,-5 4 1,-10-1-1,-2 2 1,-7 1 42,-5 2 0,-4 6 0,-2 2 0,-5 1 87,-4 4 0,-1-4 0,1 2-164,4 2 1,3-5-1,6-1 1</inkml:trace>
  <inkml:trace contextRef="#ctx0" brushRef="#br1" timeOffset="126">12603 8288 8880,'-15'0'-1597,"7"-7"1363,2 6 215,6-6-88,0 7 0,1 0 111,4 0 71,-3 0 0,6 0 212,-3 0 11,-4 0-146,6 0 1,-7-6-109,0-4 1,0-3-1,0-1-46,0 0 0,0 4 0,0 0-28,0-1 0,0-1 0,0-3-18,0 1 0,-2 1 1,-3 2-5,-4 1 0,-4 7 1,-1-2 26,-1 4 0,-1 1 1,-1 1 27,-3 4 1,1 3 0,5 6-1,-1 1-5,1-1 0,1 1 1,2-1-1,3 0 13,2 1 0,-4 1 0,4 1 0,-1 2-5,1-1 0,1 0 1,5-1-1,0 2-6,0-1 0,0 3 0,0-2 0,0-1-3,0-3 0,5 5 1,1-1-1,1-2-10,-1-1 1,5-1 0,-1-1-12,3 1 0,-1-1 0,0 0-31,-3 1 1,-4-6 0,5 1-1,1 1 1,-5-3-6,-1 2 46,-3-7 1,-4 8 0,-1-4 30,-2 1 0,-6-4 0,0 6 0,-5-1-21,-4-1 0,1 5 0,3-5 0,-1 2-14,-3-1 0,-3-1 0,3 4 0,3-4-21,1-2 1,1 4-1,1-6-117,0 0 46,6-3 136,8-1 1,46-32-1,16-8 1</inkml:trace>
  <inkml:trace contextRef="#ctx0" brushRef="#br1" timeOffset="127">12818 8503 7841,'-14'-14'-1544,"6"6"1676,2 2-7,6 6 0,-2 6 0,-1 4-98,-2 2 1,0 3-1,4-1 1,-2 1-32,-2-1 0,-2 0 1,4 1-1,-3-1 1,-2 1 1,5 1 0,-4 1-1,2 2-28,1-1 0,-3-2 0,4-2-109,-2 1 1,0-1-225,5 0 364,0 1 0,7-39 0,1-10 0</inkml:trace>
  <inkml:trace contextRef="#ctx0" brushRef="#br1" timeOffset="128">12890 8230 8563,'-6'-22'0,"0"1"0,-6 8-480,3 4 1,6 4 183,-2 10 1,5 3 0,3 6 0,2 2 295,-2 3 0,-1-3 0,-2 3 0,0-3 0,0-1 0,0 5 0,6 22 0,2 11 0</inkml:trace>
  <inkml:trace contextRef="#ctx0" brushRef="#br1" timeOffset="129">12991 8532 8563,'-14'-6'-2133,"-1"4"1993,1-3 0,4 10 1,2 5-1,2 3 233,3 1 0,0 0 0,-1 2 0,0 2-48,0 1 1,-2 0-1,1-4 18,2-1 1,1 0 161,2 1-194,0-7 1,0-3-1,2-10-28,3-5 0,-2 2 0,7-1 1,-1-4-42,-1-5 1,5 2 0,-3-3 0,2 2 2,3-3 0,-6 4 1,1-4-1,1 0 27,2 1 1,1 0 0,-1 5 0,-2-1 7,-1 1 0,-2 4 1,3 2 37,-1 2 1,-1-4 23,6 6 1,-7 0 0,-4 9-5,-2 5 1,-2-2 0,0 1 0,0 2-4,0 2 1,-5-3-1,0-1 1,2 3-48,2 0 1,-4 3 0,0-1 0,2 1-72,1-1 1,2-4-1,0-1 1,0 2-99,0 2 0,0 2 0,0-1-26,0 0 1,0 1 0,2-3 186,3-2 0,9-10 0,8-8 0</inkml:trace>
  <inkml:trace contextRef="#ctx0" brushRef="#br1" timeOffset="130">13351 8431 8539,'0'-14'-2053,"1"0"1840,4-1 1,-3 1 282,3 0 0,-2 6 53,2 3-51,-4 3 1,4 4 0,-8 3 0,-4 4 1,-1 4 0,4-2 0,-6 2 0,-1 3-21,-2 0 1,3 0-1,1 0 1,-1 1-38,2 3 1,-3-1 0,5-5-1,-1 1-31,1-1 1,-4 5 0,5 0-1,2-1-11,2-2 0,1-2 1,0 1-21,0-1 0,1 0 0,4-1-9,5-3 1,2-4 0,3-6-1,-1 0-16,1 0 1,-1 0 0,0 0-1,2 0-51,4 0 1,-4-5 0,3-1 121,-3-2 0,11-33 0,3-14 0</inkml:trace>
  <inkml:trace contextRef="#ctx0" brushRef="#br1" timeOffset="131">13480 8532 8539,'-9'0'-1461,"-1"0"1021,7 0 556,-4 0 14,7 7-94,0 1 0,7 0-31,2-4 0,-1-2 32,2-2 0,0-6-38,4-4 1,-1 2-1,-4-2 1,-2 1-43,-1 1 0,-4-5 1,4 5-1,-1-2 10,0 1 1,1-1-1,-3-4-1,2-1 1,0 1 14,-5 0 1,0 4 29,0 1 0,-6 5 0,-4 1 84,-3 6 0,-1 4 0,-1 4 0,3-1 14,2 1 0,-3 1 0,4 4 1,-3 2-75,3 1 0,2 0 0,7-4 0,0-1-18,0 1 0,0-1 0,2 0 0,3 1-48,4-1 0,11-4 0,4-1 0,4 1-92,6-2 0,0 3 123,9-6 0,5-5 0,8-2 0,8-2 0,1 0 0</inkml:trace>
  <inkml:trace contextRef="#ctx0" brushRef="#br1" timeOffset="132">14473 8129 8583,'10'-14'-1311,"-1"0"0,-6 4 1320,2 0 0,-2 2 0,1-3 91,0 2 0,1 4 1,-5-5-26,0-1 1,2-2-1,1-1 1,2-1 0,0 1 0,-4 0 0,2-1-23,2 1 1,0 4 0,-4 1-51,4-2-31,-3-2 1,9 2 20,-6 6 0,0 2 0,-5 14 0,-2 5 14,-3 6 1,2 5 0,-7 2 0,1 1-2,1 4 1,-5 3 0,5 4 0,-1 1-4,-1 1 1,0-5-1,-2 7 1,0-5-84,3 0 0,1 2 0,-3-1 0,3-2-9,1-6 1,-2-2 0,4-3 0,0 1-136,-1 0 224,4-7 0,-4-20 0,6-12 0</inkml:trace>
  <inkml:trace contextRef="#ctx0" brushRef="#br1" timeOffset="133">14272 8331 7761,'-10'-5'-1790,"0"0"1871,7 0 0,-3 4 1,7-2-5,4-2 1,-2-5 0,7 5-20,1 2 1,2-3 0,1-1 0,1 1-7,-1 0 0,0-1 0,1 4 0,-1-3-49,1-2 1,4 3 0,2-3 0,-1 0-13,1 0 1,0 5 0,-3-4 0,1 2-59,-2 1 0,1-1 0,-1 5 0,3 0-20,-3 0 1,-1 0-1,-1 0-5,-1 0 0,-4 0 0,-2 1 92,-2 4 0,-27 22 0,-11 12 0</inkml:trace>
  <inkml:trace contextRef="#ctx0" brushRef="#br1" timeOffset="134">14746 8374 8583,'0'-14'-590,"0"-1"1,0 6 0,2 1 571,3 1 1,-4 1 150,4 1-180,-3 3 1,-1-4 36,4 6 1,-3 6 0,2 4-1,-2 3 1,-2-4 0,0 1-14,0 1 1,0 2 0,0 1 17,0 1 0,0-1 1,-2 0-114,-2 1 0,2-1 0,-3 1-119,4-1 1,1-4 236,0-1 0,-7-12 0,-1 1 0</inkml:trace>
  <inkml:trace contextRef="#ctx0" brushRef="#br1" timeOffset="135">14804 8129 8583,'-2'-14'0,"-1"0"0,-3-1-1071,-2 1 1004,4-1 0,0 9 0,7 6-174,2 8 0,1 0 0,-3 2 0,2 1 153,-2 2 1,0 1 0,1 2 0,0 2-7,0 1 94,-3 0 0,6 27 0,1 9 0</inkml:trace>
  <inkml:trace contextRef="#ctx0" brushRef="#br1" timeOffset="136">14919 8345 8583,'-8'-1'-601,"2"-3"-630,-1 0 1016,6-1 1,-6 6 188,7 4 1,0-2 0,2 7 14,3 1 0,-4-3 0,4 2 12,-3 1 0,-2-3 0,1 0 1,2 0-3,2 0 0,0-3 34,-5 4 30,0-6-29,6 4 1,-2-9 0,4-3-25,-2-4 1,0 1 0,-2-2 0,2-1-32,2-2 0,-3 4 0,3-1 0,0-1-19,0-2 1,-4 0 0,4 2 0,0 3-8,0 2 0,2-4 0,3 4 20,-4-2 0,4 5 33,-3-2 1,-2 3-1,0 4-2,-2 3 1,-1 3-1,-5 6 28,0 0 1,0 1 0,0-1-12,0 1 1,-2-3-1,-1 0 1,-2-3-11,2 2 0,2-3 0,-1 2 32,-3 1-1,4-5-44,-6 1 1,7-9 0,2-1-1,1-3-7,2-2 0,4 3 0,-2-5 0,-1-1-19,1-2 0,4 1 1,-3 0-1,1 3 10,1-2 0,0-2 16,4-2 0,0 3 34,1 2 17,-1 4 0,-1 7-29,-4 4 1,-2-2-1,-7 7-18,0 1 0,5 2 0,-1 1-54,0 1 0,-3-1 1,-1 0-1,0 1-31,0-1 1,5 0 82,0 1 0,6-7 0,-3-2 0</inkml:trace>
  <inkml:trace contextRef="#ctx0" brushRef="#br1" timeOffset="137">15365 8374 8583,'-2'-8'-1608,"-1"2"1274,-2-1 0,1 4 321,4-7 1,1 7 51,4-2 1,-2 2-17,7-2 1,-5 4 0,4-4-24,2 3 0,-3 1-8,2-4 0,-2 2 1,3-5 3,-1 1 0,-7 1-8,2 1 1,-4 2 8,-1-7 0,-1 7 35,-4-2 1,2 4 0,-7 1 29,-1 0 0,-2 6 1,0 4-48,4 3 0,-2-4 0,6 1 1,0-1-7,-1-1 0,4 5 0,-3-3-20,4 3 0,1 1-8,0 0 0,1-1 0,2-2-25,2-1 0,6-2 0,-1 3-103,3-1 1,1-7 0,0 2 146,1-4 0,31-14 0,9-3 0</inkml:trace>
  <inkml:trace contextRef="#ctx0" brushRef="#br1" timeOffset="138">15681 8273 8583,'-4'-9'-826,"-1"-1"1,0 0 449,-1 2 1,2-4 530,-5 2-140,6 4 20,-10-1 1,11 9-1,-2 3 22,2 4 0,2-1 0,0 2-31,0 1 1,0 2 0,2 0 0,1-2 5,1-2 1,3-1 0,-4 4-30,2-3 0,4 1 1,-4 4-15,-2 1 1,4-6-1,-2 1-2,-2 1 1,-2-10 15</inkml:trace>
  <inkml:trace contextRef="#ctx0" brushRef="#br1" timeOffset="139">15681 8449 6851,'-4'2'1,"-8"4"-13,0 2 1,-3-5 0,1 2 0,0-3-38,-1-2 0,1 0 0,-1 0-104,1 0 0,6-2-5,3-3 1,5-3 157,5-6 0,3-1 0,6 1 0</inkml:trace>
  <inkml:trace contextRef="#ctx0" brushRef="#br1" timeOffset="140">17365 8086 9917,'0'-9'-1554,"0"-1"1,0 5 1499,0-4 1,0 4 80,0-5 1,-5 5 141,0-4-128,0 6 1,5-5-48,0 3 0,-1 3-30,-4-3 69,3 4 0,-6 6 0,5 1 0,-3 2 37,-2 3 0,3-1 1,-3 3-1,0 3 28,0 0 0,-2 1 1,-2 1-1,0 3-54,3 1 0,-1-3 1,-3 5-1,2 0-38,6-12-3</inkml:trace>
  <inkml:trace contextRef="#ctx0" brushRef="#br1" timeOffset="141">17235 8449 7287,'15'6'-168,"-5"-1"159</inkml:trace>
  <inkml:trace contextRef="#ctx0" brushRef="#br1" timeOffset="142">17292 8471 7079,'15'4'-13,"0"-4"-5</inkml:trace>
  <inkml:trace contextRef="#ctx0" brushRef="#br1" timeOffset="143">17451 8201 8558,'0'-14'-792,"0"0"0,2-1 541,2 1 1,4 4 204,7 1 0,-1 5 0,-1 1 78,-3 6 1,1 1-1,-5 5-7,2 2 1,-5-3 0,2 2 0,-3 1-8,-2 2 1,0 1-1,0 1-12,0-1 0,0 0 0,0 1 0,0-1-10,0 1 0,0-6 0,0 1-10,0 1 0,0 2 0,0 1 5,0-6 0,6-1 1,4-7-30,3 0 0,1-2 1,0-1-20,1-2 1,-1-1-1,0 2-91,1 0 0,-1-6 148,1 5 0,-1-19 0,0 0 0</inkml:trace>
  <inkml:trace contextRef="#ctx0" brushRef="#br1" timeOffset="144">17710 8086 8558,'0'-14'-246,"0"-1"1,0 6 0,2-1-176,2-1 0,-2 3 0,3-2 553,-4-1 0,6 5-51,2 1 0,4 3 0,2 2-27,-1 0 1,-4 0 0,-1 2 0,2 3-50,2 4 0,1-1 1,1 2-1,-1 1 5,1 2 1,-3 1-1,0 1 1,-4 1 15,-2 3 0,4-3 0,-6 5 0,0-2-16,-3 0 1,-2 2 0,-4-2 0,-5 3-38,-3 1 0,-7 4 1,-4-3-1,-2 3-115,2 2 1,-3 0-1,5-1 1,-1 1 141,4 0 0,3-13 0,2-3 0</inkml:trace>
  <inkml:trace contextRef="#ctx0" brushRef="#br1" timeOffset="145">18573 8057 8558,'0'-14'-1983,"-1"0"1800,-4-1 0,3 1 256,-3-1 1,4 1 47,1 0 1,-5-1 26,0 1 0,0 0 186,5-1-174,0 1 1,0 4-167,0 1 1,0 12 0,-1 2 0,-2 6 35,-2 3 0,0 7 0,3 1 0,-1 4-47,-2 3 0,-1-4 1,3 10-1,-2-1 3,2 0 1,-4-1 0,1-3 0,0 2-73,-1 2 0,3 0 1,4-7-1,-2-2-100,-3-1 1,4-1 0,-4 1 0,3-5-54,2-3 0,0-2 239,0 1 0,-13-39 0,-3-10 0</inkml:trace>
  <inkml:trace contextRef="#ctx0" brushRef="#br1" timeOffset="146">18343 8302 8255,'-2'-22'0,"-1"1"-784,-2 0 0,1 5 828,4-3 0,6 4 0,4 6 0,2 3-88,3-1 1,-1 6-1,1-4 1,-1 3 26,0 2 1,1 0 0,-1 0 0,2 0-24,3 0 1,-3 2 0,3 1-1,-3 3-74,-1 2 1,-1-3 113,1 5 0,12 6 0,3 6 0</inkml:trace>
  <inkml:trace contextRef="#ctx0" brushRef="#br1" timeOffset="147">18789 8216 8558,'0'-15'-226,"0"1"1,-2 1 0,-1 2-404,-2 1 0,1 6 584,4-6 0,-2 2 153,-3-2 0,2 4-60,-7 6 0,1 6 0,-4 4-25,3 3 0,-1 1 0,5 1 0,-1-1-27,1 0 1,1 1 0,4-1-1,-2 0 1,-2 1 1,0-1-1,5 1-19,0-1 0,0-4 9,0-1 1,6-1 5,4 2 0,3-5-69,1-10 1,0-2 0,-1-4 0,-2 2 46,-1-3 1,-5 4-1,3-1 1,0-1 2,0 2 1,-3-5 30,4 4 20,1 2-26,4 1 0,-1 12 1,-3 4-13,-6 3 0,3-4 0,-2 1 0,-1 0-20,3-2 0,-6 4 0,6-4 0,-2 2-122,-1 0 1,3-7 154,-2 2 0,-4-29 0,5-8 0</inkml:trace>
  <inkml:trace contextRef="#ctx0" brushRef="#br1" timeOffset="148">19019 7899 7782,'0'-24'0,"0"2"-551,0 1 1,2 3 614,3 9 0,-4 4 1,6 10-53,-1 4 1,-4 4-1,2 3 1,-2 3 70,-2 5 1,0 4 0,0-1 0,0-2-68,0-1 0,0 0 0,-2 5 1,-1 0-54,-2 0 1,1-1-1,4 1 1,0 0-23,0 0 0,-5-1 1,0 1-1,2-2-33,1-3 0,2 2 1,0-5-475,0 1 566,0-4 0,19-55 0,5-21 0</inkml:trace>
  <inkml:trace contextRef="#ctx0" brushRef="#br1" timeOffset="149">19264 8000 7497,'0'-10'-405,"0"1"0,-2 5 404,-3 0 1,-1 4-1,-5 4 1,1 4 8,-1 0 1,-2 5 0,-1-3 0,1 3 10,3 1 1,-2-1-1,2-2 1,-1-1-30,1 1 0,-2 0 1,4 0 11,0-1-15,1-1 1,9-1 0,3-3-1,4-3 1,-1-2 0,2 0 0,1 0 9,2 0 1,1 0 0,0 0 2,1 0 0,-6 0 0,1 0 0,0 1 0,-2 4 0,3-2 0,-5 5 0,2-1 0,-3 4 0,3-2-54,-2 4 1,4 2-1,-4-1-81,2 0 0,-3-4 0,3 0 135,-1 1 0,10 2 0,-1 1 0</inkml:trace>
  <inkml:trace contextRef="#ctx0" brushRef="#br1" timeOffset="150">19379 8201 8558,'-13'-1'0,"2"-3"-327,1 0 0,6-3-532,-6 3 508,7 2 403,-4-4 1,14 6-60,2 0 1,4 0 0,1 0-2,1 0 1,-6 0 0,1 0 8,1 0 0,2 0 1,1 0-26,1 0 0,-7-2 1,-2-1 1,1-2 1,-6-1-1,6 2 19,-1 0 0,-4-3 1,1 4 35,-6-2 0,-1 0 0,-5 5 9,-2 0 1,-2 0 0,-2 0-1,1 0 1,4 5 0,2 2 0,0-1-42,0 0 1,4 6-1,-4-3-4,1 4 1,2 1-1,5 1 1,0-1-53,0 0 0,0-4 0,0 0 1,2 1-132,3 2 0,1-4 186,4 1 0,41-13 0,5 1 0</inkml:trace>
  <inkml:trace contextRef="#ctx0" brushRef="#br1" timeOffset="151">19652 8115 8558,'0'-10'-694,"0"1"270,0-2 0,0-2 0,0-2 441,0 1 1,0 4 0,-1 2 76,-4 2 1,2 1 63,-7 5 0,0 2-134,-4 3 1,4 3-1,2 6-17,2 0 1,1 1-1,5-1 1,0 1-31,0-1 0,0-4 0,2-1 0,1 2 10,2 2 1,4-3 0,-2-2 0,-1 0 7,1 0 0,-1-4 1,-3 6 8,2 1 1,1-4 0,-2-1 5,0 0 0,0 1 0,-8 4-8,0-1 0,-8-7 0,3 3 0,-4-1-64,-1 0 0,-1 0 0,1-5-207,0 0-106,-1 6 375,7-4 0,59-22 0,21-12 0</inkml:trace>
  <inkml:trace contextRef="#ctx0" brushRef="#br1" timeOffset="152">20242 8101 8558,'0'-15'-237,"0"1"1,0 7 0,-2 7-1,-1 8 301,-2 5 1,-1 2 0,3-1 0,-2 0-65,2 1 1,1-1 0,2 1 0,0 0-58,0 5 0,-4-8 0,-1 6-69,2 0 1,1-1 0,2-2-411,0-1 1,0-4 535,0-1 0,0-6 0,13-47 0,3-20 0</inkml:trace>
  <inkml:trace contextRef="#ctx0" brushRef="#br1" timeOffset="153">20256 7942 8558,'0'-27'0,"0"2"-181,0 1 1,0 6 0,0-1-625,0 3 767,0 1 0,-1 14 0,-2 6 0,-2 6 21,2 3 0,1 1 0,2 1 0,0 1-78,0 2 0,0 7 0,0-2 1,0 3 94,0 2 0,-6 51 0,2-34 0,0 1 0</inkml:trace>
  <inkml:trace contextRef="#ctx0" brushRef="#br1" timeOffset="154">20357 8144 8558,'0'-10'0,"0"1"-725,0-3 1,0 4 258,0-1 537,0 6 0,0 7-20,0 11 0,0 2 0,0-2 0,0-1-50,0 1 0,0-1 0,0 0-8,0 1 1,0-1 0,0 0 5,0 1 1,0-6-5,0 1-19,0-7 1,2 4 0,1-9-44,2-3 1,1-3 0,-3-6-1,4-1-5,1 1 0,-3 0 0,4-1 0,1 1 53,-2 0 0,5 4 0,-5 0 0,1 1 29,1 1 0,-6 0 62,6 3 0,0 5-17,4 0 1,-6 2 0,-3 7-1,-4 2-28,-1 2 1,5 2 0,0-1 0,-2 0-55,-1 1 1,3-1-1,-1 0 1,1 1-156,2-1 1,-6-4 0,6-1 181,-1 3 0,15-25 0,9-5 0</inkml:trace>
  <inkml:trace contextRef="#ctx0" brushRef="#br1" timeOffset="155">20702 7842 8558,'-9'0'-1859,"1"1"1788,1 4 1,3 8 0,4 8 0,0 1 198,0 4 1,-5 2 0,0 4-1,2 3-29,1 2 1,1-2 0,-2 5 0,-2 2-100,2-2 0,1 0 0,0 3 0,-1 0-37,-2 0 1,-1-6 0,3-2 0,-2-1-55,2-1 1,-4-2 0,3-6 0,-1 1-36,-2-5 0,6-4 0,-4-2 0,2-3 126,-2-2 0,3-4 0,-10-31 0,4-7 0</inkml:trace>
  <inkml:trace contextRef="#ctx0" brushRef="#br1" timeOffset="156">20616 8259 8558,'15'-23'0,"-6"-2"0,1 6-184,1 1 1,2 4 0,1 3 0,0 3-298,1 1 0,-1 2 1,1 5 531,-1 0 0,0 0 51,1 0 0,-7 7-47,-3 2 1,-4-1-65,-1 2 0,-1-2 0,-3 3-65,0-1 0,-6-6 0,4 6 0,-2 0-153,-4-2 0,6 4 227,1-2 0,16-10 0,5-2 0</inkml:trace>
  <inkml:trace contextRef="#ctx0" brushRef="#br1" timeOffset="157">20947 8158 8558,'-14'0'-447,"-1"0"1,6 0 0,1 2 0,1 3 476,4 4 0,1-1 1,2 2-1,0 1 69,0 2 0,0-4 0,0 1-41,0 1 0,2 2-52,3 1 0,1-4 0,5-2-20,-1-2 0,0-1 1,4-5-95,0 0 1,1-6-1,-2-4 55,-4-3 0,2 4 0,-4-1 0,-1-1 15,1-2 0,4-1 0,-3-1 1,1 1 5,1 0 0,-5-1 0,3 1 0,0-1 28,0 1 1,-3 1 0,2 2 0,1 3 168,0 2-100,-4 1 0,7 6 0,-6 4 0,-2 5 43,-2 3 0,-1 1 0,0 0 0,0 1-85,0-1 1,0 1 0,0-1 0,0 0-28,0 1 1,0-1-1,2-1 1,1-2-165,2-1 1,0-1-124,-5 6 1,1-3-10,4-2 300,-3-4 0,17-31 0,-3-7 0</inkml:trace>
  <inkml:trace contextRef="#ctx0" brushRef="#br1" timeOffset="158">21220 7957 8558,'-6'-15'-304,"-2"3"-584,-6 2 1,6 5 903,3 10 0,-2 3 0,3 6 1,0 1 22,3-1 0,1 5 1,0 2-1,0 0-25,0 0 0,0 4 1,0-2-1,0 1-98,0 0 0,0-5 1,0 3-1,0 0-70,0 1 0,5-6 0,-1 3 154,0-4 0,10-15 0,2-2 0</inkml:trace>
  <inkml:trace contextRef="#ctx0" brushRef="#br1" timeOffset="159">21163 8043 8558,'0'-19'0,"1"0"-478,4 1 0,-2 4 0,7 4 0,1 5 321,2 4 0,1 1 1,2 0-1,2 0-127,1 0 284,0 0 0,28 6 0,7 2 0</inkml:trace>
  <inkml:trace contextRef="#ctx0" brushRef="#br1" timeOffset="160">21983 7971 8558,'-7'-14'-51,"6"-1"1,-5 1 0,1 0-17,0-1 0,0 6 0,7-1-60,3-1 0,1 3 1,5 0-1,-1 0 135,1 0 0,-3-2 1,1-4-1,1-1-40,-2 1 1,3 0 0,-4-1 0,1 1 4,3-1 1,-5 1 0,1-2 0,-3-1 46,1-3 0,0-4 1,-5 5-1,0 0 27,0-2 1,-2 5 0,-1-3 0,-3 3-33,-2 2 0,0 4 0,-3 2 1,1 2-9,-1 2 0,-2 4 1,-1 5-1,-1 6-14,1 7 1,1 0-1,2 7 1,1 4-2,-1 3 0,0 8 0,0-2 0,3 4 6,1 1 0,-2 7 0,2 1 0,1 2 0,0-1 1,-6 6 0,4 6-1,-1 0-69,-1 0 0,2-2 1,-1-6-1,2-3-42,1-5 1,3-5 0,-5-6 0,1-7-11,4-4 0,-5-9 0,0 2 0,-2-3-69,1-1 0,4-6 0,-4-1 192,-3-1 0,-26-47 0,-8-16 0</inkml:trace>
  <inkml:trace contextRef="#ctx0" brushRef="#br1" timeOffset="161">21638 8273 8558,'4'-29'-194,"1"2"0,0 3-302,1 5 1,4 3-1,8 2 1,2 1 502,3 3 1,1 2 0,4 5 0,1-2 21,0 2 0,0 2 0,0 1 0,-2 0-86,-3 0 1,1 0-1,-6 0 1,1 1 167,0 4 0,-4 1 0,4 6 0,-6-3 16,-4 2 0,1 2 1,-6 2-1,-2-1-133,-2 0 0,-1 2 1,-1 2-1,-4 1-42,-5-1 1,-2-2-1,-3-2 1,-1 0-15,-3 1 0,3-2 1,-3-2-1,3-3 61,2-2 0,-1-1 0,1-5 0,-1-2 65,1-2 0,6 0 0,3-5 0,4-2-21,1-2 1,0-2-1,1-1 1,4-1-20,5-2 0,2-5 0,3 3 0,1 0-78,3 0 0,-2-3 0,7 4 0,2-1-59,1 0 1,0 2 0,-1 6-1,-2 3-345,2 6 458,-6-4 0,7 25 0,-4 1 0</inkml:trace>
  <inkml:trace contextRef="#ctx0" brushRef="#br1" timeOffset="162">22256 8129 8558,'-14'0'-225,"-1"0"1,1 2-103,0 3 1,-1 4-1,3 9 214,2 1 1,-1 0 0,4-4 0,1-1 163,0 0 1,1 1-1,5-1-20,0 1 1,5-6-1,1-1 1,2-1-39,3-4 1,2-2 0,1-1 0,1-1 22,-1-4 1,-1 2 0,-2-7 0,-1-1 22,1-2 0,-5 4 0,1-1 1,-3-1 6,1-2 1,0-1 0,-5-1-1,0 1 5,0 0 0,0-1 0,0 1-74,0-1 1,-6 3-1,-4 2-204,-3 5 0,4-1 1,-1 1-577,-1 2 803,-2 8 0,5 35 0,2 14 0</inkml:trace>
  <inkml:trace contextRef="#ctx0" brushRef="#br1" timeOffset="163">22371 8129 8542,'0'-14'-2128,"0"0"2298,0 6 1,0 3-109,0 10 1,0-2-1,-1 6 1,-2 3-58,-2 0 0,0 3 0,3-2 0,-1-2-32,-2-2 1,1 1 0,4 4 43,0 1 0,0-6 35,0 1 1,1-7-48,4 2 0,-2-4 0,7-2 0,1-2-2,2-2 1,-4-6 0,1 1-1,1-3 2,2-1 0,1 0 1,1-1-1,-1 1-85,0-1 1,1 3-1,-1 0 1,1 3 22,-1-2 0,-4 4 0,-2 1 26,-2-1 0,-1 7 105,-5 0 1,0 7-1,-2 7 14,-3 1 0,2-1 1,-5 0-45,2 1 1,-4-1-1,4 1 16,-2-1 1,5-5 80,-2 1-113,3 0 0,4-2-31,3-4 0,3-8 1,6-4-34,0 0 1,-1-5-1,-2 3 1,-1-1 3,1 2 1,2-4-1,1 5 1,-1-2-4,-3 1 1,2 1 0,-2-2 0,3 4 45,1-1 0,-4 6 0,-1-4 87,3 3 0,0 2 1,1 2-5,-3 3 1,-2-2 0,-5 6-1,3 3-52,2 0 1,-3 4-1,5 2 1,1 3-96,2 1 1,1-3 52,0 5 0,20 39 0,-15-25 0,0 0 0</inkml:trace>
  <inkml:trace contextRef="#ctx0" brushRef="#br1" timeOffset="164">23666 7755 17993,'5'-16'-3271,"1"-1"2199,2-3 1,-3 1 785,5 5 1,-2 4 0,3 2 252,-1 2 0,-6 1 0,4 7-52,-1 3 1,-3-2 0,-4 6 4,0 3 0,0 0 0,0 3 0,-1 1 53,-4 3 1,2-3 0,-5 5-1,0-2-154,0 0 0,3 7 0,-4-2 0,-1 3 150,2 2 1,-5-2-1,5 0 1,-1 0-49,-1 3 0,2 2 0,-3-3 0,3 0 0,1 0 1,-2 0-1,4-1 1,2-1-72,1-3 0,2-3 0,0-6 0,0-1 14,0 0 0,7-6 0,2-3 0,4-3 182,1-2 1,1 0-1,-1 0 1,1 0-75,-1 0 0,0-5 1,1 0-1,-1 0 27,0-1 0,1 0 1,-1-6-1,1 4-19,-1 2 0,-19-31 0,-4-3 0</inkml:trace>
  <inkml:trace contextRef="#ctx0" brushRef="#br1" timeOffset="165">23508 8101 10185,'8'-15'0,"-2"1"-443,1-1 1,-4 6 0,6-1 0,3 1 568,0 1 0,3 1 0,-1 6 0,2-3-127,3 0 1,-3-1 0,5 5 0,-2 0 16,1 0 1,-1 0 0,-3 0-1,1 0-33,2 0 0,1 5 0,-6-1 0,0 1-146,1 2 126,-1 1 0,1 12 0,-1 3 1</inkml:trace>
  <inkml:trace contextRef="#ctx0" brushRef="#br1" timeOffset="166">23983 8057 10786,'0'-14'-1870,"0"4"1523,0 1 1,1 6 424,4-2 0,-3 5-59,2 5 0,-2 3 1,-2 6-6,0 0 1,0 6-1,0-1 0,0-2-40,0-1 1,-5 0 0,0 2-1,1 1-138,-3-1 0,6-2 1,-6-2-1,2 0-94,1 1 0,-6-6 1,5 1-67,2 1 359,-5-4 0,7-3 0,-4-10-74,3-8 1,2-1 0,2-6-1,1 1 49,2-4 0,1 1 1,-3-1-1,4-1 42,1-2 0,-4-2 0,4 0 0,0 0 9,0 0 1,-3 1 0,3 1 0,0 3-20,0 4 1,-3 6-60,5 4 1,-7 6 0,2 8-38,-4 6 0,-1 3 0,0 3 0,0 1-59,0 2 0,-5 7 0,1-4 124,0 1 0,-4 42 0,0 6 0</inkml:trace>
  <inkml:trace contextRef="#ctx0" brushRef="#br1" timeOffset="167">24127 8129 8586,'6'-14'0,"-4"4"-672,2 1 1,-2 4 479,-2-5 1,0 9 230,0 1 1,0 6 0,0 9 23,0-1 0,0 0 0,0 1 1,0-1-82,0 1 1,0-1 0,0 0 0,0 1-69,0-1 0,0-4 1,0-1 36,0 2 0,0-3 33,0 2 0,2-7 15,2 2 1,0-5 0,5-5-57,2-4 0,-3-3 0,2 1 0,1 2-11,2-3 0,-4 1 1,1 0-1,0 1-3,-2-1 0,4 3 90,-2-1 0,-2 6 3,2-2 1,-7 5 0,2 5 41,-4 4 0,-6-1 0,-1 2-2,-2 1 1,5 2 7,-2 1 0,-1-4 85,1-1-156,0-6 1,11 4-77,4-7 0,3-7 0,1-2 14,1-4 1,-1 0-1,0 2 1,1 1 33,-1-1 0,1 3 0,-1 0 1,0 0 24,1 0 1,-3 4-1,0-4 1,-3 1 38,2 4 1,-3 1 0,0 4 3,-1 3 1,-2-2 0,-5 7 0,0 1 2,0 2 1,0 2 0,0 3-35,0 1 1,0 0-1,0-4 1,0-1 6,0 1 1,0 1 0,0 1 0,0 2-142,0-1 0,0-2 126,0-2 0,19-6 0,5-1 0</inkml:trace>
  <inkml:trace contextRef="#ctx0" brushRef="#br1" timeOffset="168">24616 8273 8586,'-8'-6'-948,"-5"-2"1,11-2 897,-2 1 0,8 5 0,6 0 55,3 2 0,-1 0 0,0-1 0,-3-2-3,2 2 1,-3 0 0,2 0-25,1-2 1,-3-5 0,0 4 3,-1-2 0,-3 3 12,-4-4 1,-6 6 0,-4-2 1,-2 3 1,-3 2 0,1 0 0,-1 0 89,1 0 0,0 5 1,1 1-1,2 2-34,1 3 0,7-3 0,-3 2 0,1 1 14,0 2 1,0-3-1,5-1 1,2 2-75,3 2 0,-2-3 1,6-1-1,3 1-38,0-2 1,3 5 0,-1-5 0,0 1-112,1 1 1,1-5 0,1 3 0,3-2 156,-3-3 0,31-20 0,6-7 0</inkml:trace>
  <inkml:trace contextRef="#ctx0" brushRef="#br1" timeOffset="169">25076 8000 8586,'-6'-15'-1176,"-4"1"1,-3 6 1433,-1 3 1,0 4 0,1 2-175,3 4 1,-1 3 0,6 6-37,2 1 1,1 4 0,2 0 0,0-1-7,0-2 0,0 0 0,2 1 0,3 3-57,4-3 1,-1-1-1,2-1 1,1-1 5,2 0 1,0 1-1,-2-1 1,-2 0-2,3 1 1,-1-6 0,0-1 0,-3 0 50,-2 0-70,6 2 1,-17 3-1,0-4 1,-6-4-5,-4-3 1,-1-1 0,-3 3 0,-3 0-20,0 0 0,-1-3 1,6-1-1,-3 0-69,3 0 0,6-5 0,3-1 6,1-2 0,2 3 0,5-4 0,2-1 115,3 2 0,35-24 0,14 0 0</inkml:trace>
  <inkml:trace contextRef="#ctx0" brushRef="#br1" timeOffset="170">25277 7914 8553,'0'-15'-147,"0"1"0,0-1 0,0 1-701,0 0 792,7 6 1,-6 3 0,4 10 90,-3 4 0,-2 6 0,0 2 0,1 4 31,4 1 0,-3-2 0,4 3 1,-1 3-136,0 1 1,1-3 0,-3-1 0,2-1 38,-2 0 0,4 1 0,-2 1 1,-2-5-10,-2-3 1,4 3 0,0 0 0,0-1-61,1-2 0,-4-2-134,3 1 0,1-1 233,-1 0 0,-13-25 0,-8-6 0</inkml:trace>
  <inkml:trace contextRef="#ctx0" brushRef="#br1" timeOffset="171">25220 8187 8553,'0'-29'-4,"0"7"-135,0 3 1,6 9 0,4 5 0,3 4-287,1 1 0,5 0 1,0 0-1,-1 0 425,-2 0 0,43 19 0,12 5 0</inkml:trace>
  <inkml:trace contextRef="#ctx0" brushRef="#br1" timeOffset="172">25565 8187 8553,'-9'-5'-709,"-1"0"1,7-1-1,0 3 687,6-2 0,0 0 0,7 5 35,1 0 0,2 0 1,1 0-14,0 0 0,1 0 0,-2-1-3,-4-4 1,-1 3 0,-5-4 0,2-1 0,0 6 1,-7-10-1,-2 6 17,-6 2 0,-3 1 0,-1 2 1,-1 0 51,1 0 0,0 0 0,-1 0 19,1 0 1,-1 5-1,3 1 1,2 2-34,5 3 0,-1 2 0,1 2-57,2-1 0,3 0 0,3 1 1,3-1-56,2 0 1,2-1-1,4-2 1,1-3-98,-1-1 1,5 2-1,2-2 1,0-1 155,0 1 0,30-15 0,3-8 0</inkml:trace>
  <inkml:trace contextRef="#ctx0" brushRef="#br1" timeOffset="173">25810 7914 8553,'0'-15'0,"-2"2"-410,-3 4 1,4 4 251,-4 10 0,3 4 0,2 9 1,0 3 215,0 1 0,0 2 1,0 5-1,0 0-25,0-1 1,0 3 0,0 1-1,0 3-49,0 2 1,-1-1 0,-2 4 0,-2-1-34,2 1 0,-5 1 0,0 1 0,-2-4-39,0-4 0,2 1 0,-3-1 0,2-4-226,-3-4 0,5-1 314,-3-6 0,7-6 0,-4-7 0</inkml:trace>
  <inkml:trace contextRef="#ctx0" brushRef="#br1" timeOffset="174">25752 8173 8441,'13'-15'-658,"-3"1"1,2 4 0,-2 2 625,3 2 0,1-4 0,2 5 0,2 2 150,1 2 0,0 1 1,-4 0-1,-1 0-55,0 0 0,1 6 0,-1 2-39,0 0 1,-6 5-19,-3-4 1,-3 4 0,-4 0-45,-3-3 1,-3 1 0,-6-5-1,-2 0-68,-3 1 1,3 4 0,-3-3 0,3 2-131,1-1 1,1-4 235,0 5 0,12-14 0,4 3 0</inkml:trace>
  <inkml:trace contextRef="#ctx0" brushRef="#br1" timeOffset="175">26443 7928 8441,'8'-10'-709,"-3"1"0,-4 4 0,1-3 809,3 2-86,-4-6-64,12 4 1,-10 0-91,7 4-24,-7 2 107,3 2 1,-6 2 29,0 2 79,0-2 168,0 11-57,0-12-21,0 6-79,0-7-32,0 0-8,0-7 84,0 6-12,0-6 29,0 7-56,0 0 1,0 7-50,0 2 1,-1 4 0,-2 2 0,-2 1-12,2 3 0,-4-2 0,2 7 0,1 2-60,-3 1 1,1 3-1,-5 2 1,1 2-52,-1-2 0,-2-2 0,-1-1 0,-1 0-112,1 0 1,4-5-1,1-2 215,-2-1 0,-2-15 0,-2-7 0</inkml:trace>
  <inkml:trace contextRef="#ctx0" brushRef="#br1" timeOffset="176">26213 7942 8441,'0'-14'-691,"0"0"1,0-1 559,0 1 0,0 4 0,0 1 173,0-3 0,0 4 196,0-1-203,0 6 1,-2-4 0,-1 9-1,-4 3 60,-1 4 0,-1 4 0,-7 3 0,-2 3 11,-1 5 1,-2 3 0,4 2 0,-2 0-81,1 0 1,2 4 0,2 1 0,-1-1-39,1 3 1,6-6 0,1 3 0,3-2-85,-1-2 0,2-1 0,7 0 0,6-4-116,3-5 0,8-3 1,3-2 211,3 0 0,53-18 0,-34-1 0,0 0 0</inkml:trace>
  <inkml:trace contextRef="#ctx0" brushRef="#br1" timeOffset="177">26659 7885 8441,'0'-15'0,"1"3"-435,4 2 0,-2-1 344,7 6 0,-1 2 0,6 8 179,-1 4 1,1 9 0,-1 3 0,0-1 7,1 1 0,-6 5 0,1-1 1,1 6-50,2 2 1,-5 1 0,-3-4 0,-4 4-80,-1 4 0,-14 4 1,-12 1 31,-14 0 0,-6-20 0,-20 1 0,-12 0 0,-4 0 0,4 1 0,6-2 0,0 0 0,0 0 0,-1 1 0,1-1 0,0 0 0</inkml:trace>
  <inkml:trace contextRef="#ctx0" brushRef="#br1" timeOffset="178">15969 8043 12936,'0'-8'-1869,"0"2"0,2 6 1798,3 0 181,-4-7 1,7 6 64,-3-4 1,-3 2-182,2-2 0,0 3 180,0-3-159,-2 4 0,4-1 158,-6-3 24,0 4-295,0-6 0,0 6-74,0-4-238,0 3 182,0-4 103,0 6 0,0 2 0,0 2 62,0 6 1,0 3 0,-1 1-1,-2 2-16,-2 3 0,-2-3 0,4 5 1,-2 0 97,2 3 1,-3 2 0,-1-1 0,1-1 1,0 2 1,-4 1 0,4 2 0,-1-2-5,1-3 1,1 1 0,5-5 0,0-3-36,0-1 0,0-2-30,0 1 1,2-2-68,2-4 0,0-2 0,5-7 128,2 0 1,2-2 0,2-1 3,-1-2 1,0-5-1,1 6 26,-1 0 0,1-29 1,-1-7-1</inkml:trace>
  <inkml:trace contextRef="#ctx0" brushRef="#br1" timeOffset="179">15868 8331 12936,'8'-15'-1307,"5"1"1,-3 0 1288,3-1 0,-2 7 0,2 3 0,3 2 44,0-2 1,0 4-1,-2-4 1,0 3-4,1 2 1,-1-4 0,1-1 0,-1 2-29,0 1 1,1 2 0,-1 0-48,0 0 0,7 13 0,2 3 1</inkml:trace>
  <inkml:trace contextRef="#ctx0" brushRef="#br1" timeOffset="180">16199 8345 12832,'-8'0'-2084,"2"0"2040,6 0 0,5-1 0,1-3 1,1-2 41,-1-2 1,5 5 0,-3-4 0,2 3-15,-1-1 0,-4-5 0,3 4-26,-1-2 0,2 3 142,-4-5-212,0 1 0,-12 1 1,-2 3 95,-4 3 0,3 2 0,1 0 0,-2 2 57,-2 3 0,0-2 0,2 5 0,3 0-1,1 0 1,-2-3-1,2 4 1,1 3-70,0 0 0,1-2 1,5 0-68,0 1 1,0 2-1,1 1-3,4 0 0,3-4 1,7-2-1,-1 0-36,0 0 0,2-5 1,2 2-1,1-4 101,-1-1 1,2 0 0,0 0 77,-3 0 1,12-19 0,1-5 0</inkml:trace>
  <inkml:trace contextRef="#ctx0" brushRef="#br1" timeOffset="181">16458 8086 9618,'-1'-19'0,"-4"0"-2188,-5 1 2338,4 9 0,0 4 0,6 10-138,0 4 1,0 6 0,0 2 0,0 4 47,0 1 0,0-2 0,0 4 0,0 0-17,0-2 1,0 5-1,0-3 1,0 3-42,0 2 0,0 0 1,0 0-1,0-1-54,0 1 1,0 1 0,0 2-1,0 4-58,0 0 0,-2-2 0,-1 3 0,-4-2 13,-1-3 0,4-3 0,-6-4 0,0-2 304,2-3-89,2 0 0,-7-32 1,-3-5-1</inkml:trace>
  <inkml:trace contextRef="#ctx0" brushRef="#br1" timeOffset="182">16358 8431 9462,'4'-20'0,"1"-4"-246,-2-3 1,1-1-1,-1 4 1,3 5 111,2 3 0,-3 3 1,5 2-1,1 3 202,2 2 0,-4 1 1,2 5-1,4 0-29,2 0 0,3 0 1,-6 0-1,0 0-11,1 0 0,-1 5 0,0 1 0,1 2-42,-1 3 1,-1-3 0,-2 0-1,-1 0-37,1 0 0,-3 2-2,2 4 0,-9 1 1,-1-1 62,-8 1 0,-5-6 0,-3 1 0,-3-1-52,-5-1 0,2 5 0,-1-3 0,3 1-118,2-2 1,-3 3 0,2-6 164,2 2 0,-6-11 0,1 1 1</inkml:trace>
  <inkml:trace contextRef="#ctx0" brushRef="#br1" timeOffset="183">17235 8043 10380,'5'-10'-410,"0"1"1,0-1-3,-5-4 1,6-1 0,4 3 418,2 2 1,-2-1 0,0 4 94,1 0 0,-3 3 0,0-2-32,-2 0 1,-1 6-35,-5 0 0,0 6 0,-2 8 0,-4 2 98,-8 3 0,-2-1 0,-7 6 0,1 2-81,-1 1 1,-1 2-1,-4-1 1,-1 1-35,0 0 0,2 0 1,1 1-1,4 2-36,1 2 0,2-6 1,5-4-1,1 2-34,3 1 1,4-5-1,6-2 1,3-4-63,7-2 1,1-1 0,13-2 0,1-3-64,3-2 1,0-1-1,3-3 1,1 1-353,1 2 542,1 0 1,33-18 0,10-3 0</inkml:trace>
  <inkml:trace contextRef="#ctx0" brushRef="#br1" timeOffset="184">17365 8273 10513,'-10'-5'-350,"2"-1"-222,2-2 0,-1 0 1,4-3 288,-2 1 1,1 1 0,5-4 293,4 3 0,-2-1 1,5 5-1,0-1 84,0 1 1,2-5 0,4 1-54,0-3 1,1 5 0,-1 2 0,1 1-3,-1 0 0,-4-4 0,-1 4-10,2 2 1,2 0 0,2-1 40,-1 0 0,-4-1 1,-1 5 53,2 0 1,-4 1-86,-2 4 1,-2 2 0,0 4 0,2-2-46,-2 3 1,-1-4-1,-2 1 1,0 2-23,0 2 0,0-3 0,-2-1 0,-1 2 7,-2 2 0,-5 2 1,4-1-1,-2 0 6,-3 1 1,-2-1 0,-1 1 0,-1-1 0,1 0 1,-1 1-1,1-1-4,0 1 0,-1-1 11,1 0 1,4-4 68,1 0 0,7-7 0,2 2-4,8-4 1,5-2 0,1-3-1,1-2-6,-1-2 0,0 5 0,2-4 0,2 3-23,1-1 1,0-5 0,-4 5 0,-1 1-33,1-3 0,1 4 0,1-5-56,2 2 0,0 1 0,-6 3 0,-2-1-168,-1-2 1,-5 0-346,4 5 578,-5 0 0,-24 0 0,-12 0 0</inkml:trace>
  <inkml:trace contextRef="#ctx0" brushRef="#br1" timeOffset="185">17595 8086 10513,'0'-14'-720,"-2"-1"0,-1 1-129,-2 0 0,1-1 828,4 1 1,0 4-1,1 2 153,4 2 0,3 1 0,6 5 40,1 0 1,-1 0-1,0 2-83,1 2 0,-1 4 1,1 7-1,-1 1-15,0 3 0,-4-1 0,0 4 0,1 0-14,2 1 0,-4-1 1,-1 4-1,0-4 5,0-1 0,-3 4 0,5-2 0,-1 1-33,-1 0 1,3-7-1,-6 4 1,0-2-85,1 1 1,-4-1-1,3-3 1,-4 1-217,-1 2 1,-13 7 269,-6-2 0,-24 4 0,-21 7 0,-1 0 0,-6 3 0,0 1 1,0 0-1</inkml:trace>
  <inkml:trace contextRef="#ctx0" brushRef="#br1" timeOffset="186">27061 8431 8259,'13'-1'-733,"-3"-4"0,-2 2 531,-3-7 1,-2 2 0,5-3 359,-2 2 1,-1 4 0,-3-3 0,1 0 72,2 0 0,-1 3 6,-4-5 1,0 6 21,0-6-266,0 7 0,0-2 0,0 10-73,0 4 0,-6 6 1,-4 4-1,-2 5-309,-3 3 1,-4 7 388,0-1 0,-13 21 0,-6 9 0,-2 3 0,1 1 0</inkml:trace>
  <inkml:trace contextRef="#ctx0" brushRef="#br1" timeOffset="187">27637 8029 8376,'0'-10'-1098,"0"0"0,0 6 1180,0-6 0,0 5 25,0-4 0,0 4 5,0-5 0,5 1 0,1-6-33,2 1 0,-5 4 0,4 1 1,-2-2-4,-1-2 1,6 3-1,-4 2-19,2 2 0,0 3-1,2 7 1,-4 4 0,-6 8 0,0 4-54,0 4 1,-1 7 0,-3 3 0,-2 0-19,-2 1 0,0 0 1,-3 5-1,1-3-74,-1-2 0,-2 3 0,1-3 0,0 1-93,3-1 1,-1-3 0,-4-7 0,1-2-406,3-3 587,-2 0 0,-9-32 0,-10-5 0</inkml:trace>
  <inkml:trace contextRef="#ctx0" brushRef="#br1" timeOffset="188">27349 8129 8376,'0'-16'-89,"0"-3"0,0 3 1,0-3-282,0 3 0,2 8 1,3 2-1,4 1 441,4 0 0,1 0 1,1 5-1,1 0-13,3 0 0,-2 5 0,7 0 0,2-2 33,1-1 0,2-2 0,1 0 1,2 0-59,2 0 0,1 0 1,-3 0-1,2 0-56,-2 0 1,-2-2 0,-1-1 0,-2-4-64,-3-1 1,-2 4-1,-4-6-24,1-1 1,-6 3 0,-8-2 25,-4-1 1,-1-2 0,-1 1 89,-4 2 0,-3-3 0,-7 5 31,1 0 1,0 0 0,-1 5 12,1-2 0,0 0 1,-1 7-1,1 3 4,-1 4 1,1 4 0,0 2 0,-1 1-13,1 3 0,1-2 1,2 7-1,1 2-29,-1 1 0,3 2 0,0 1 0,0 2-29,0 2 0,5 1 1,-2-3-1,3 1-45,2-1 0,0-8 0,0-4 0,0-4 40,0-2 0,2-6 0,3-3 14,4-4 1,4-7 0,0-4-1,-2-2-5,-1-3 1,-1-1-1,6-1 1,-1-4-16,1-2 1,-1 6 0,0-2-1,1 3 7,-1 1 0,-4-2 0,-1 1 0,1 3-34,-2 0 0,5 5 37,-4-1 1,-2 7 0,-3 2 37,-2 8 0,-2 0 0,0 2 0,0 1 13,0 2 1,0 1 0,0 0 0,2 1-23,2-1 1,-2 0-1,3 1-43,-4-1 1,4 1 0,2-3 0,-1 0-71,0-3 1,6-4 0,-3 3-10,4-2 0,-3-1 110,-1-5 0,14-19 0,7-5 0</inkml:trace>
  <inkml:trace contextRef="#ctx0" brushRef="#br1" timeOffset="189">28069 8244 8376,'-10'0'-222,"2"-1"-418,2-4 1,-4 2 570,5-7 1,0 5 149,5-4-46,0 6 0,2-4 0,1 6 0,4-3-17,1 0 0,-4-1 0,6 5-33,1 0 0,-3-5 1,2 0-32,1 2 0,-3-3 27,1 1 1,-4-5-1,3 4 116,-1-2-30,-3 5 1,-5-4 0,-4 7 108,-5 0 1,-2 2-88,-3 3 0,3 3 0,0 6-76,3 1 0,6-1 0,-2 0 1,3 1-73,2-1 1,2-1 0,3-2 0,4-1-43,4 1 0,3 2 0,3-1 1,5 0-296,3-3 1,2-4 395,0 5 0,44-20 0,-30 5 0,-1 0 0</inkml:trace>
  <inkml:trace contextRef="#ctx0" brushRef="#br1" timeOffset="190">28673 8144 8376,'0'-15'-312,"0"1"231,0 0 0,1 1 0,3 2 49,0 1 219,1 7 0,-3-4-161,3 7 1,-4 7 0,4 2-88,-3 4 1,-2 2 0,0-1 0,0 0 26,0 1 1,0-1 0,0 1 0,0-1-84,0 0 1,0 1-1,0-1-185,0 0 1,0 1 0,-2-2-416,-3-4 717,4 4 0,-19-43 0,4-4 0</inkml:trace>
  <inkml:trace contextRef="#ctx0" brushRef="#br1" timeOffset="191">28702 7942 7610,'-15'0'-560,"7"7"0,3 2 1,4 4 512,1 1 1,0 1 46,0-1 0,6 52 0,2 12 0</inkml:trace>
  <inkml:trace contextRef="#ctx0" brushRef="#br1" timeOffset="192">28860 8158 8368,'0'-14'-1040,"-5"-1"605,0 1 508,-6 6 0,9 3 0,-2 10-1,2 5 1,2-2-1,0 1-104,0 2 0,0 2 0,0 2 18,0-1 1,0-5 0,0 1-8,0 1 0,2-4-6,2-3 1,0-2 5,5-2 1,-4 0-3,5 0 1,-7-2 0,3-1 0,-1-3-4,0-2 0,4 3 1,-2-3-1,-1 0 13,1 0 1,2 3 0,-2-3 21,1 2 0,1 1 2,6 5 0,-1 0-6,0 0 1,-4 5 0,-2 1 0,0 1-18,0-1 1,-3 5 0,3-1-47,-2 3 0,5 1 0,-1 0-125,3 1 1,-4-6-1,1 1 183,1 1 0,-5-4 0,1-1 0</inkml:trace>
  <inkml:trace contextRef="#ctx0" brushRef="#br1" timeOffset="193">29291 8187 8368,'15'-14'-1239,"-6"-1"1112,1 1 1,-5-1 0,3 1 240,-2 0 1,-1 4-1,-3 2 543,2 2-505,-2-6 0,3 6-119,-10-4 0,2 9 0,-7 7 0,1 2 10,1 3 0,-5 1 1,5-1-1,-2-2-55,1 3 0,5 0 0,-2 3 1,1-1-33,0 1 1,1-1 0,4 0-1,0 1-108,0-1 0,0 0 1,0 1-32,0-1 0,1 1 1,4-1-1,5 0-117,2 1 0,3-6 0,-1-1 300,1-1 0,25-15 0,6-8 0</inkml:trace>
  <inkml:trace contextRef="#ctx0" brushRef="#br1" timeOffset="194">29507 8244 8368,'0'-9'0,"0"-1"-305,0-1 0,-5-2 0,1-1 204,0 0 1,1 6 0,0 1 836,-2 1-694,0 4 1,1-3 0,-1 10-1,2 5 1,-4 3 0,2 1-61,2 0 0,2 1 1,-1-1-1,-1 0-52,-2 1 1,0-1 39,5 1 1,2-1-3,3 0 0,-2-6-25,6-3 0,1-3-27,4-2 1,-6-2 0,-1-3 36,-1-4 0,-4-4 0,3-1 46,-4-1 1,-1 1 0,0-1 18,0 1 1,0 0 0,0-1-1,0 1 0,0 0 0,2 1-4,3 3 1,-2 2-1,6 5-13,3-2 1,-4 0 0,1 5-3,2 0 0,2 2-1,2 3 0,-1 3 0,-1 6 1,-4 1 1,4-1-1,-5 0 1,0 1 0,0-1 0,-5 0 0,2 1 0,0-6 0,-5 1-2,0 1 0,0-3 0,-2 0-9,-3-1 1,2-3 10,-6-4 0,4 0 0,-3-1 6,2-4 1,1 2 0,5-7 10,0-1 1,0-2-1,0-1 1,1-1 1,4 1 0,-2 0 0,5-1 0,0 1-15,0 0 1,2 4-1,3 0 1,-2 1-11,-2 1 1,1-3 0,4 6 4,1 2 0,-1 1 1,1 2-4,-1 0 1,-4 2 0,-2 2 15,-2 6 1,0 3-1,-2 1 18,0 1 0,1-6 0,-5 1-4,0 1 0,0-3 0,-1 0 143,-4-2-7,3-1-158,-11-5 1,12-2 0,-4-2-19,3-6 1,4-1 0,1 0 0,4 1-6,1-1 0,-4 3 1,4-2-1,0 1-30,0 1 0,2-5 1,4 5-6,1 0 0,-6 2 0,-1 4 1,0-1-84,0-2 0,-3 0 1,5 5 43,1 0 1,-5 2-1,1 1 1,-3 3-77,1 2 0,0-3 1,-5 5 34,0 1 0,2-3 1,1 2 133,2 1 0,-1-3 0,-4 1 0,0-5 0,0 2 0</inkml:trace>
  <inkml:trace contextRef="#ctx0" brushRef="#br1" timeOffset="195">29982 8173 8331,'-14'0'-1206,"-1"0"0,6 0 1294,-1 0 6,0 0 1,1 0 193,-1 0-113,7 0 0,-2 0 7,10 0 0,-2 0 159,7 0 1,-5 0-76,4 0 1,-4 0-182,5 0 0,-6 0 0,6 0-54,1 0 1,-3 0 0,2 0-61,1 0 1,-3 0 0,2-2-138,1-3 0,2 4-98,1-4 0,0-3 171,1-2 0,-7 2 96,-4-1 11,-2-1 0,-4-3 1,-2 4-1,-6 4 75,-3 3 0,-1 2 0,0 2-33,-1 3 0,1 3 1,-1 6-48,1 0 1,6 1-1,2-1 1,1 1-36,0-1 1,0-5 0,5 1 0,0 1-44,0 2 0,7 1 1,2 1-1,4-2-204,1-4 0,2 4 0,2-5 273,1 0 0,51-8 0,9-8 0</inkml:trace>
  <inkml:trace contextRef="#ctx0" brushRef="#br1" timeOffset="196">30255 8187 8331,'0'-21'-38,"-1"5"1,-2-3-1,-4 3 114,-1 2 0,3 4-17,-4 0 1,4 9-57,-5 1 0,7 6 0,-3 9 0,1-1 28,0 0 0,0 6 0,5-1 0,0-2-87,0-1 1,0 3 0,0 1 0,0-1-30,0 2 1,2-5 0,1 3 0,2-3-67,-2-2 1,5 1 0,0-1 0,2-1-7,-1-4 0,1 3 0,4-8 0,1 0 23,-1-3 1,1 4 0,-1 0 0,0-2 133,1-2 0,12-58 0,3-15 0</inkml:trace>
  <inkml:trace contextRef="#ctx0" brushRef="#br1" timeOffset="197">30414 8129 8331,'8'-27'0,"-4"2"-352,-2 1 0,-2 6 0,0-1 0,0 3 665,0 1-121,0 7 1,0 4 0,0 8-172,0 6 1,0 3 0,0 1 0,0 2 26,0 3 0,0 2 0,0 5 0,0-2-76,0 1 1,0-2-1,2-1 1,1 0-75,2 1 0,-1-1 1,-4 2-1,2-3-93,3 0 0,-4-4 1,4 6-1,-3-2-464,-2-4 659,0 6 0,0-27 0,0 1 0</inkml:trace>
  <inkml:trace contextRef="#ctx0" brushRef="#br1" timeOffset="198">30313 8244 8331,'-5'-19'0,"-1"-2"-621,-2-1 1,5 5-1,-1-1 678,8 7 1,5 4-1,9 7 1,2 0 2,3 0 1,-4 0 0,5 0 0,2 0-739,1 0 678,2 0 0,44 13 0,-31-5 0,1 0 0</inkml:trace>
  <inkml:trace contextRef="#ctx0" brushRef="#br1" timeOffset="199">30946 7942 8331,'0'-14'-27,"0"0"1,0-1-29,0 1 0,0 4 114,0 1 1,0 13-1,0 4 1,0 10-33,0 4 0,-2 7 0,-1 6 1,-2 2 2,2 3 1,-3-3 0,1 1 0,0 2-51,-1 2 0,4 1 0,-4 0 1,1 0-94,0 0 0,0-1 0,4-2 0,-2-3 22,-2-2 0,-2 3 0,4-4 1,-2-2-109,2-2 1,-3-6 0,-1-2 0,1-1-825,0-3 1023,-6-2 0,-15-53 0,-11-13 0</inkml:trace>
  <inkml:trace contextRef="#ctx0" brushRef="#br1" timeOffset="200">30744 8331 8331,'0'-29'-302,"2"5"0,1 2 1,4 1 4,1 3 0,1 2 0,6 3 0,-1 4 412,0 4 1,1 4 0,-1 1 0,1 0 39,-1 0 0,0 0 0,1 1-88,-1 4 1,1-2 0,-1 7-59,0 1 0,-4-3 12,-1 1 1,-1 1-63,2 4 1,-5-4 0,-10-2-29,-5-2 0,-2 4 0,-3-4 0,1 1-92,0-1 0,-1 4 1,1-4-143,-1 2 1,6-3 302,-1 5 0,1-7 0,-6 3 0</inkml:trace>
  <inkml:trace contextRef="#ctx0" brushRef="#br1" timeOffset="201">31061 8244 8254,'6'-14'-308,"-2"1"252,5 4 0,-4 2 4,5 7 1,-7 2 12,2 3 1,1 3-1,-1 6 28,-2 0 0,-1 1 1,-2-1-33,0 1 0,0-6 0,0 1-340,0 1 305,0-5 187,0 1 0,4-9-90,1-3 0,6-3 0,-3-6 1,2 0 0,0-1 0,-2 6 0,3-1 0,-2-1-86,2-2 1,2 3 0,2 1-163,-1-2 1,0 4-1,1 2-239,-1 4 467,-6 1 0,-1 19 0,-7 5 0</inkml:trace>
  <inkml:trace contextRef="#ctx0" brushRef="#br1" timeOffset="202">31320 8259 8254,'-10'0'0,"2"-2"-345,2-3 0,-5 4 417,1-4 0,4 2 186,1-2-222,3 3 0,4-4 0,3 6 0,4 0-138,4 0 0,-3 0 1,-1-2-1,3-1-15,0-2 0,-2-1 1,0 3-5,1-2 1,-5-1 330,-1 1 63,-3 3 0,-4-4-183,-3 6 0,2 0 0,-5 1-130,2 4 0,-4 3 0,5 7 0,2-1-76,1 0 0,2-4 1,0 0-1,0 1-130,0 2 1,0 3 0,2 1 245,3 2 0,47 1 0,19-6 0</inkml:trace>
  <inkml:trace contextRef="#ctx0" brushRef="#br1" timeOffset="203">31507 8302 8254,'0'-14'-34,"0"-1"0,0 1 0,-2 1-158,-2 3 1,0 4-1,-4 4 271,2-2 1,-5 4 0,1 0 6,-3 8 0,1 4 1,0 3-1,4-1-23,2 1 1,-4-1 0,6 0-1,0 1 7,3-1 0,1-4 1,0-1 28,0 3 1,2-6-50,2-1 0,4-4 0,7-1-119,-1 0 0,0-1 1,1-4-1,-1-3-117,1 0 0,-1-5 1,0 4-1,1-6-4,-1-4 1,-1 1 0,-2-4 0,-3 0 24,-1-1 0,2-6 1,-4-4-1,-2-1 80,-1-1 0,-2-2 0,0-6 0,0-2 94,0-2 0,0 0 1,0-4-1,0-2 72,0-3 0,0 8 0,0-4 0,0 5 61,0 4 1,-2 8 0,-1 6 82,-2 8 1,-4 13-1,4 10 1,0 11-149,-1 9 1,-1 5 0,-4 4 0,3 2-36,2 6 0,-1-1 1,4 2-1,-2 1-45,2-1 1,1 5-1,2 3 1,0 0-40,0 2 1,0-6-1,0 6 1,0-2-78,0 0 1,0 1 0,0-2 0,0-1-95,0-4 1,0-5 0,0-10 0,0-2-489,0-1 701,7-6 0,-6 3 0,6-7 0</inkml:trace>
  <inkml:trace contextRef="#ctx0" brushRef="#br1" timeOffset="204">31737 8230 7890,'0'-14'-945,"-6"6"982,-4 3 1,2 5-1,0 5 192,2 4 0,-4 4 0,5 1 0,1 1-185,-3-1 1,6 5 0,-4 1 0,3-1-186,2 2 0,0-4 0,0 6 0,0-1 141,0 0 0,7-11 0,1 2 0</inkml:trace>
  <inkml:trace contextRef="#ctx0" brushRef="#br1" timeOffset="205">31982 8244 8308,'0'-14'0,"0"0"118,0-1 0,-2 7 0,-3 3-98,-4 4 0,1 2 1,-2 4-1,1 5 49,1 3 1,-4 1-1,6 2 1,0 2-98,-1 1 1,2 2 0,5-4 0,0 2-8,0-1 1,0 0-1,2-1 1,3 2 1,4-1 0,4-7 0,2-1 1,1-1-66,3-1 0,-2 3 0,6-6 0,-1-2-127,0-1 1,1-2 0,1 0 0,-3 0-93,-1 0 0,-4-5 1,4-1-1,-6-2 317,-4-3 0,-30-60 0,4 28 0,0 0 0</inkml:trace>
  <inkml:trace contextRef="#ctx0" brushRef="#br1" timeOffset="206">32140 7985 8308,'5'-36'-133,"0"4"0,-2 5 13,-2 3 0,-1 1 0,0-1-92,0 5 284,0 9 1,0 10 0,-1 12 0,-2 5 9,-2 7 1,0 3-1,5 2 1,0 0-69,0 0 0,0 4 0,0 2 0,0 2-45,0 3 1,0-5 0,0 1 0,0-3-119,0 1 0,0 1 0,0-3 0,0 1-1,0-1 0,5-3 1,0-3-1,-2-2-163,-2 1 0,-1-4 313,0-2 0,-25-48 0,-7-12 0</inkml:trace>
  <inkml:trace contextRef="#ctx0" brushRef="#br1" timeOffset="207">32039 8316 8308,'8'-14'-41,"3"0"1,-4-1 0,1 2-117,3 4 0,-3-2 0,2 6 1,1 2 169,2 1 0,1 2 0,2 0 0,2 0 66,1 0 1,0 0 0,-5 0 0,1 2-41,-1 2 0,0 3 1,-1 4-1,-2-1-76,-1 1 1,-2 2-1,2 1 1,-6 0-6,-2 1 1,3 1 0,0 1 0,-2 3-79,-2-3 1,-5-1 0,-3-2-1,-1 1-10,-3-1 0,-2-1 0,0-2 0,2-3-442,2-1 572,-1 4 0,-17-42 0,-3-2 0</inkml:trace>
  <inkml:trace contextRef="#ctx0" brushRef="#br1" timeOffset="208">32341 8144 8308,'0'-19'0,"0"-1"-968,0 3 800,0 1 1,0 9 0,-1 7 0,-2 8 47,-2 5 0,0 3 0,5 2 1,-2 3 119,-2 1 0,8 40 0,-2 15 0</inkml:trace>
  <inkml:trace contextRef="#ctx0" brushRef="#br1" timeOffset="209">32457 8331 7245,'-15'-8'-331,"6"1"0,-1 7 554,-1 0 0,3 0 0,0 2-103,1 3 0,3 3 1,4 6-75,0 1 0,0-6 1,1 1-23,4 1 1,3-3 0,6 0-1,1-2-40,-1-2 0,1-3 0,-1-1 0,0 0-27,1 0 0,-1 0 0,0 0 88,1 0 1,-6-6-1,-1-4 1,-1-3 84,-4-1 0,-3-2 0,-5-2-46,-4-1 1,-4 0 0,-2 5-1,1-1-22,0 1 0,-5 4 0,-1 2 1,3 2-203,1 3 0,1 1 0,1 2 1,0 0-165,-1 0 0,7 6 0,3 4 1,4 3 303,1 1 0,25 20 0,7 4 0</inkml:trace>
  <inkml:trace contextRef="#ctx0" brushRef="#br1" timeOffset="210">32672 8302 8308,'-1'-14'-735,"-4"-1"1,3 6 832,-2-1 1,2 8-27,2 2 0,0 7 0,0 7-57,0 1 0,-5-1 0,0 0-9,2 1 1,2-1 266,1 1 139,0-1-347,0-6 1,1-3-86,4-10 1,-2-1 0,5-6-1,0 3-1,0-2 1,2-1 0,4 1 0,0 2 30,1-3 0,-1 1 0,1 0 0,-1 3 53,0 2 1,1 1 0,1 5 0,1 0 52,3 0 0,-1 1 0,-5 4-98,1 5 0,-3 7 0,0 4 0,-3 2-1136,2 2 1118,-4 2 0,12 47 0,-11-32 0,0 1 0</inkml:trace>
  <inkml:trace contextRef="#ctx0" brushRef="#br1" timeOffset="211">12473 9798 23185,'7'-14'-3701,"-4"0"3323,6-1 0,-4 7 0,3 2 956,-1-1 0,4 4 1,-2-5-269,4 2 1,-3-4 0,-1 5-1,1 1-57,-2-3 1,5 4 0,-4-5 0,2 0-74,-1 0 0,3 3 0,-4-3 1,3 0 44,-3 0 1,4 4 680,-3-6-605,-4 0 0,-1-2-643,-10 2 1,-3 4 0,-6 7 0,-1 2 398,1 2 0,-5 6 1,-1-1-1,1 3-46,-2 1 1,6 0 0,-5 1 0,4-1-65,2 1 1,0-1 0,-1 0-1,2 1-88,4-1 0,-2 2 1,6 2-1,2 1-292,1-1 0,2-2 1,2 0-1,2 1-338,6 2 1,3-1-1,3-7 1,1-1 263,3 1 0,5-3 0,-2 0 0,0 0 517,1 0 0,-4-5-278,4 2 1,-13-4 0,2-1 0</inkml:trace>
  <inkml:trace contextRef="#ctx0" brushRef="#br1" timeOffset="212">12833 9813 8362,'0'-15'-329,"0"1"482,0 0-310,0-1 1,-2 2 139,-3 4 1,-1 4 0,-5 10 25,1 4 1,2 4 0,-3 2-1,3-1-25,2 0 1,-4 1 0,5-1-1,2 1-8,2-1 0,1 0 0,0 1-60,0-1 1,0-4-42,0-1 0,6-6 0,4 2 11,2-3 1,-2-4 0,-1-3-1,3-4 56,0-4 1,-2 4-1,-2-1 1,0-1 71,0-2 1,-5 3 0,2 1 0,-2-1 321,2 2-208,-3-5-102,4 12 0,-6-4 0,0 10-22,0 4 0,5 4 0,0 2 1,-2-1-48,-2 0 1,1-4 0,1 0 0,4 1-200,1 1 0,-4 3 0,6-1 242,1 1 0,15-20 0,4-5 0</inkml:trace>
  <inkml:trace contextRef="#ctx0" brushRef="#br1" timeOffset="213">13034 9842 7558,'-5'-10'-321,"1"0"0,-3 7 429,2-2 0,4 5-36,-4 5 0,3 3 1,1 5-19,-4-3 0,4 2-19,-4-2 1,3 3 175,2 1-217,0-6 0,2-2-9,3-6 1,2-6 0,8-4-12,-1-2 0,-4-1 1,-1 2-1,3 1-16,0-1 0,-2 0 0,0 0 22,1 1 0,2 7 0,1-2 14,0 3 0,-4 2 0,-2 2-12,-2 3 1,4-2 0,-4 7 0,1 1-72,-1 2 1,4 1-1,-4 2 1,0 2-87,1 1 1,4 0-1,-3-5 175,0 1 0,5 25 0,-5 6 0</inkml:trace>
  <inkml:trace contextRef="#ctx0" brushRef="#br1" timeOffset="214">13739 9482 8362,'0'-15'-257,"0"1"0,0 0 0,0-1 45,0 1 309,0 6 0,0 8 0,0 11 0,0 5-34,0 3 0,0 5 1,0-3-1,0 1-42,0 4 1,0 1 0,0 2 0,0 0-23,0-1 1,0 0 0,0-3 0,0-1-75,0 2 0,0 1 0,0 2 0,-1 0-44,-4-1 1,3-4 0,-3-1 0,2-3-191,-2-2 274,4-8 1,-6-6 0,7-8 20,0-6 1,0-3 0,0-1 0,0-1-22,0 1 0,2-5 0,1 0 0,4 1-57,1 2 1,1 7 0,4-1 0,-2 0 82,-1 2 0,-1-3 0,6 6 32,-1 2 1,1 2 0,-1 1 95,0 0 0,-4 6 0,-2 4-50,-2 2 1,-1 3 0,-5-1 0,0 1 62,0-1 0,0 0 1,-2 1-73,-2-1 1,-4-4 0,-7-1 0,1 1-73,0-2 0,-1 3 0,1-6 1,-1 0-73,1 1 1,0-4-247,-1 2-213,1-2 543,6-2 0,33-19 0,15-5 0</inkml:trace>
  <inkml:trace contextRef="#ctx0" brushRef="#br1" timeOffset="215">13998 9885 8362,'-14'0'-1384,"1"-2"1268,3-3 225,4 4 1,8-6 0,2 7-20,6 0 0,-2 0 0,2 0 0,1 0-98,2 0 0,1 0 0,0-1-21,1-4 0,-1 3 0,-1-4 0,-2 1-47,-1 0 1,-6-1 0,4 1-43,-1-4 1,-2 1 99,-5-2 0,-2 2 0,-3-2 57,-4 6 0,-4 2 1,-1 2-1,-1 0 68,1 0 1,-1 5 0,3 1 0,0 1-18,3-1 1,4 5 0,-3-1-71,2 3 0,1 1 1,5 0-1,0 1-37,0-1 0,0-4 0,1-1 0,3 2-56,0 2 0,8 0 1,-3-2-1,4-1-181,1 1 1,1-3 0,-1 0 0,1 0 253,-1 0 0,26-18 0,6 1 0</inkml:trace>
  <inkml:trace contextRef="#ctx0" brushRef="#br1" timeOffset="216">14257 9827 8362,'0'-14'-350,"0"-1"0,0 1-826,0 0 1371,0-1 0,-5 9 1,1 6-67,0 8 1,-2 5 0,1 1 0,0 0-25,-1 1 0,4-1 1,-2 1-1,2-1-105,2 0 1,0 1 0,0-1 0,0 0-6,0 1 1,0-1 0,0 1 0,2-3-123,2-2 0,0 1 0,4-4 1,0-1-151,0 0 1,1 4-1,6-5 83,-1-2 1,0-1 0,1-2 0,-1 0 193,0 0 0,-1-2 0,-2-1 0,-1-4 0,1-1 0,-3-1 0,0-6 0,-1 1 0,-4 0 0,3-1 0,-1 1 81,-2-1 1,-3 1 0,-3 0 82,-2-1 0,-1 7 0,3 2 1,-4 1 187,-1 0 0,3 1-188,-4 4 0,1 6 0,-2 4-65,5 2 0,4-2 1,1 0-61,0 1 0,0 1-91,0 3 0,1-2 0,4-4-2,5-4 1,3-3 0,1-2-1,0 0-62,1 0 1,-1-2 0,1-3 69,-1-4 1,-4 1-1,-2-2 1,0-1 28,0-2 0,-5-1 0,2-1 22,-4 1 0,-1 0 0,-1-1 16,-4 1 1,-2 4-1,-4 2 1,2 2-59,-3 3 0,0 1 0,-3 2-87,1 0 0,1 6 0,2 2 0,3 2-278,1 0 402,3-1 0,10 38 0,2 7 0</inkml:trace>
  <inkml:trace contextRef="#ctx0" brushRef="#br1" timeOffset="217">14602 9827 8362,'0'-14'-744,"0"-1"612,0 7 1,0 4 0,0 8 168,0 6 1,0-2 0,0 2-1,0 1-35,0 2 0,0 1 0,0 0 0,0 1-27,0-1 0,0 0-37,0 1 0,0-1 8,0 1 1,0-7 0,2-4 13,3-8 1,-4 0-1,6-5 1,-1-2-7,4-2 0,-2-2 1,1 1-1,1 0-10,-2-1 0,5 1 0,-4 0 23,4-1 1,2 2 76,-1 4-27,0 2 0,-4 9 1,-2 3 74,-2 4 1,-1 4-1,-5 2-9,0-1 1,0 0 0,0 1 1,0-1 1,0-4-60,0-1 1,0-4-48,0 5 1,2-7-19,2 2 1,-2-5 0,4-5-33,1-5 1,-4 2-1,5-1-14,-2-3 0,4 5 1,-4-1-1,1 0 15,-1 0 0,5 3 0,-1-3 62,3 1 1,-4-2 0,1 4 52,1 2 0,2 1 117,1 2 0,1 0 0,-2 2-83,-4 3 1,-1-2 0,-5 6 0,4 1-56,1-2 1,-4 3-1,4-4 1,0 1-52,0 3 0,0-3 0,4 1 0,-3 1-89,2-2 1,2 3-1,0-5 116,-3 2 0,22-11 0,0 2 0</inkml:trace>
  <inkml:trace contextRef="#ctx0" brushRef="#br1" timeOffset="218">15164 9856 8362,'-10'-5'-1694,"0"0"1665,7-6 1,-2 10 338,10-4 1,3 3-1,7 2-154,-1 0 1,0 0 0,1 0 0,-1 0-124,0 0 1,-4-5 0,0 1-1,1 0-2,2 3 1,-4-1 0,1-1-60,1-2 1,2-4 0,0 2 0,-2 1-26,-2-1 0,-5 1 0,2 3 0,-1-4-32,0-1 1,-1 4 11,-4-6 1,-6 5 0,-4-3 0,-2 2 52,-3 3 1,1 1-1,-2 2 1,-2 2 76,-1 2 0,-5 0 1,5 5-1,1 1 93,2-2 0,2 5 0,0-4 0,-1 4-6,1 1 0,4 1 1,2-1-1,2 1-43,3-1 0,3 0 0,4 1-88,6-1 1,9-4-1,7-2 1,6-2-200,6-3 0,5-1 0,5-2 186,5 0 0,6-3 0,8-1 0,6 0 0,0 0 0</inkml:trace>
  <inkml:trace contextRef="#ctx0" brushRef="#br1" timeOffset="219">16228 9741 10752,'0'-15'-1765,"0"1"1167,0 0 0,0-1 401,0 1 366,0 6-136,0-5 1,0 10-34,0-7 1,2 7 167,3-2-96,-4 4 147,6 1-167,-7 0 0,-2 6 0,-3 5 15,-4 7 1,1-2 0,-2 3-1,0-3-22,2-2 1,-3 6-1,5-1 1,-1 0-8,1 2 0,-4-5 0,6 3 0,0-3-55,3-2 1,1 1 0,0-1-59,0 0 0,1-6 52,4-3 1,3-3 0,5-4 0,-2-1 16,-1-2 1,-1-6 0,6 3 0,-1-1 17,1-1 0,-6 0 0,1-4 0,1 0-56,2-1 1,-4 1-1,-1-1 1,0 1 16,0 0 1,-5 4 0,4 0 116,-1-1-35,-4 5 1,9 1-44,-6 10 1,0 3-1,-4 6 1,2 1-80,2-1 0,5 0 0,-4 1 0,2-1-61,3 1 0,2-1 0,2 0 0,-1 1-45,0-1 0,2 0 0,2 1 0,3-2-24,1-4 0,-3 2 220,5-6 1,32-13 0,13-8 0</inkml:trace>
  <inkml:trace contextRef="#ctx0" brushRef="#br1" timeOffset="220">16962 9496 8526,'0'-29'-170,"0"1"0,0 5 0,1 4-240,4 3 1,-3 10 496,3 6 1,-4 6-1,1 10 1,1 2-24,2 1 0,0 6 1,-5-1-1,0 4 12,0 0 0,0 1 1,0 2-1,0 1-25,0 1 0,0 1 0,0-4 0,0 4-70,0 4 0,0 2 0,0 0 0,0-2-66,0 2 1,-5 2 0,0 1 0,0 0-114,-1 0 0,4-6 0,-3-3 1,2-4-87,-2-1 0,4-2 1,-4-3 283,3-5 0,-4-35 0,-2-9 0</inkml:trace>
  <inkml:trace contextRef="#ctx0" brushRef="#br1" timeOffset="221">17005 9741 8500,'8'-15'-320,"-2"1"0,1 0 35,2-1 0,-1 7 0,2 2 0,1 1 302,2 0 0,1 2 0,2 6 0,0 4-26,-1 1 1,2 0 0,-9 3 0,2-2 49,-1 3 1,-5 0 0,2 3 12,0-1 1,-4 1 0,1-1-58,-6 0 1,0-1 0,-7-2-1,-1-1-80,-2 1 0,-1 0 0,0 1 0,-1-3-63,1 2 0,-1-3 1,1 0 13,0-1 0,4-1 132,0-1 0,20-23 0,0 1 0</inkml:trace>
  <inkml:trace contextRef="#ctx0" brushRef="#br1" timeOffset="222">17350 9755 8500,'-14'0'-214,"4"0"146,1 0 1,1 7 0,-2 2 0,5 4 21,4 1 0,1 1 1,0-1-1,0 1 92,0-1 0,0 0 0,0 1 0,1-3-46,4-2 0,-2 1 0,7-6 0,1-2-53,2-1 0,1-2 0,1 0 40,-1 0 1,0-5-1,-1-1 1,-2-2-9,-1-4 1,-7 0-1,2-3 10,-3 1 1,-2 0 0,-2-1 6,-3 1 0,2 1 0,-7 2 0,-1 1-30,-2-1 1,-1 5 0,-2 1-1,-1 3-102,-3 2 1,1-5-1,5 1-191,-1 0 0,7 4 327,4 5 0,28-3 0,8 4 0</inkml:trace>
  <inkml:trace contextRef="#ctx0" brushRef="#br1" timeOffset="223">17537 9496 8500,'-6'-22'-515,"3"1"-485,-7 7 1181,7 6 0,-3 9 0,6 12 0,0 6-107,0 4 0,4-6 0,1 4 1,0 0-21,1 3 1,-2-2-1,4 1 1,-2-1-33,-3 0 1,4 1 0,-3 2 0,1-1 24,2 2 0,-6 1 1,4 2-1,-3 0-282,-2-1 0,0 1 1,0-2-1,0-1-70,0-2 0,0-2 1,0 2-1,-2-5 305,-3-3 0,-16-27 0,-9-6 0</inkml:trace>
  <inkml:trace contextRef="#ctx0" brushRef="#br1" timeOffset="224">17422 9827 8458,'0'-19'-249,"0"0"0,0 0 0,0 4 228,0 1 1,2 1 0,3 2 0,4 3-71,4 1 0,1 3 0,1 4 0,-1 0 0,1 0 0,-1 0 0,0 0 0,1 0 51,-1 0 1,1 1-1,-1 2 1,0 4-107,1 1 1,-1-5-1,-1 3 146,-4 1 0,-2 1 0,-7 6 0</inkml:trace>
  <inkml:trace contextRef="#ctx0" brushRef="#br1" timeOffset="225">17696 9798 7959,'1'-9'-544,"4"-1"1,-2 7-1,7-2 514,1 4 0,-3-1 0,2-1 25,1-2 1,2-1 0,1 2-11,0 0 0,1-6 0,-3 4 53,-2-2 0,1 3 138,-6-5 1,0 5-15,-5-4 0,-7 6 1,-2-2-59,-4 3 0,4 7 1,1 1-1,0 2-31,0 4 0,3 0 1,-3 3-72,1-1 1,3 1-1,4-1 1,0 0-49,0 1 0,4-1 0,3-1 0,-1-2-49,1-1 0,4-1 1,-2 6-1,4-3-148,1-2 1,1 1 0,-1-4 0,1-1 53,-1 0 0,0-1 189,1-5 0,12-19 0,3-5 0</inkml:trace>
  <inkml:trace contextRef="#ctx0" brushRef="#br1" timeOffset="226">17998 9813 8458,'0'-19'-669,"0"-1"64,0 3 1,0 1 760,0 1-84,0 7 1,0 4-23,0 8 1,0 4 0,1 7-1,3-1-50,0 1 0,1-6 0,-5 1 0,0 1-14,0 2 1,0 1 0,0 1 33,0-1 0,0-4 0,0-1 70,0 2-31,0-4-63,0-1 1,0-8 0,0-2 0,2-4-34,3 0 1,-4-5-1,6 3 1,-1-2-40,3-3 0,-1 1 0,2-1 0,1 3 12,2 2 0,1-3 0,1 5 60,-1 0 0,-4 2 1,-1 6 18,3 0 1,-6 1 0,0 3 0,-1 2 2,0 2 0,1 2 1,-2 4-9,0 0 0,6 1 0,-4-1-62,2 1 1,-3-6 0,3 1-147,-1 1 0,4-5 198,-2-1 0,10-35 0,4-10 0</inkml:trace>
  <inkml:trace contextRef="#ctx0" brushRef="#br1" timeOffset="227">18285 9611 8124,'0'-24'0,"2"0"-522,3-1 0,-4 2 1,4-1-1,-2 0 494,2 2 1,-2 1 0,5 7 0,0 0 190,0-1 1,-3 7-75,5 3 0,-7 10 1,3 5-1,-1 3-13,0 1 0,0 5 1,-5 2-1,0 1-28,0 4 0,0-1 1,0 3-1,0-3-45,0 1 0,0 4 0,0-6 1,0 3-7,0 2 1,0 0-1,0 0 1,0-2-56,0-3 1,0 3-1,0-3 1,0 1-172,0-1 1,0 2 228,0-7 0,-13 0 0,-3-4 0</inkml:trace>
  <inkml:trace contextRef="#ctx0" brushRef="#br1" timeOffset="228">18271 9770 8458,'0'-15'-155,"0"1"1,0-1-1,2 3 1,1 0-145,2 3 0,6 1 0,-2-2 0,4 4 363,2-1 0,-1 6 1,0-4-1,1 3 105,-1 2 1,-4 0-1,-1 0 1,1 2-90,-2 3 1,3-2 0,-4 7 0,-1 1-34,0 2 1,-1-4 0,-5 1-1,2 1-55,3 2 0,-4 1 0,4 1 0,-3-1-152,-2 0 1,0 1-1,0-1-277,0 1 0,0-1 437,0 0 0,0-12 0,0-4 0</inkml:trace>
  <inkml:trace contextRef="#ctx0" brushRef="#br1" timeOffset="229">18458 9597 8458,'0'14'0,"0"-6"0,0 24 0,0 0 0</inkml:trace>
  <inkml:trace contextRef="#ctx0" brushRef="#br1" timeOffset="230">18703 9784 8224,'-10'-5'-687,"1"0"1,4-4 782,-5 4 1,5 0-12,-4 5 0,4 0 1,-3 2-1,0 1 44,0 2 1,5 6-1,-4-1-107,1 2 0,4 3 0,-2-1 0,2 1-59,2-1 1,0 0-21,0 1 0,0-1 5,0 0 1,2-6 28,2-3 1,0-3 0,4-4-1,0-1-48,0-2 1,0-6-1,3 3 1,-2-1 18,3-1 1,-4 2-1,0-3 1,-1 3 24,1 1 0,-3 1 1,5 3 17,1-2 1,-5-1 0,1 2 29,-1 0 0,-4 0 0,4 9 30,1 5 0,-6-2 1,6 1-1,-3 3-8,1 0 0,2-2 0,-4 0 0,3-1 45,2-1 0,2 3 1,4-6-1,1-2-43,-1-1 0,0-2 0,1 0 0,-1 0-32,0 0 0,2-2 1,2-3-1,3-4-78,1-4 1,-4-6 0,1-2 0,-3 0-56,-2 1 0,1-6 1,-2 2-1,-2-3 68,-2-2 1,-5 0 0,0-1 0,-2-2 25,-2-2 0,0-1 0,-2 2 1,-1-6 21,-2-2 1,-4 2 0,2 1 0,1-2 34,0-2 0,-1 4 1,4 3-1,-2 4 8,2 9 0,-5 13-36,-2 9 1,2 12 0,0 12-1,0 3 0,0 2 1,4 6-1,-4 2 1,1 2 4,4-1 1,1 0-1,2 5 1,0 1-60,0-1 1,0 0 0,0 0-1,0 0-108,0 0 1,0 5 0,0 0 0,0-1 158,0-3 0,58 12 0,-22-26 0,0 0 0</inkml:trace>
  <inkml:trace contextRef="#ctx0" brushRef="#br1" timeOffset="231">19782 9539 8458,'-15'-6'-238,"3"3"1,0-5 140,3 1 0,6 4 20,-2 8 1,3 3 167,2 6 0,2-4 1,3-2-81,4-2 1,-1-1 0,2-5-22,1 0 0,-3 0 0,2 0 14,1 0 1,-3 0 0,1 0 14,2 0 1,-3 0-5,2 0 0,-5 0-18,4 0 0,-1 2 1,2 3 6,-5 4 0,-4-1 0,-1 2 0,0 1-10,0 2 1,0 1 0,-1 0 0,-4 1 6,-5-1 1,-2 5 0,-3 1 0,1-1-2,-1 2 0,1-5 1,-2 3-1,-1-3-8,-3-2 0,1-4 0,5-2 0,-1-2-80,1-3 1,0 4-383,-1-2 136,7-1 1,3-4 0,9-1 333,0-4 0,40-16 0,4-9 0</inkml:trace>
  <inkml:trace contextRef="#ctx0" brushRef="#br1" timeOffset="232">19969 9726 8017,'-7'-8'-391,"4"2"1,-5 8 459,2 2 0,-1 0 0,4 5-5,-2 2 1,1 2-1,4 2 1,0-1-27,0 0 1,-5-4 0,0 0-64,2 1 0,1-3 40,2 1 1,2-5-21,3 0 1,1-4 0,5-3 0,-3-3 1,-1-2 1,4 0-1,-3-3 1,1 1-31,1-1 0,0-2 0,4 0-28,0 4 1,1-4-1,-1 5 46,0 0 1,-4 1 0,0 7-1,1 0 9,2 0 1,-4 0 0,-1 2 0,0 3-8,0 4 1,0 4 0,2 2 0,-4-1-28,1 0 1,-6 1-1,6-1 1,-3 1-99,1-1 0,0 2 0,-3 3-68,2 5 0,-2-8 206,3-2 0,-4-9 0,-1 2 0</inkml:trace>
  <inkml:trace contextRef="#ctx0" brushRef="#br1" timeOffset="233">20213 9496 8172,'-9'-27'-258,"-1"3"0,7 3 0,-2 7 517,4 0 0,1 7 0,0 7-270,0 8 0,0 10 0,0 1 0,0 0 56,0 2 0,0 0 1,0 4-1,1-1-15,4 2 1,-3 1 0,4 2 0,-1-1-70,0 1 0,-1 0 0,-4 0 0,0 0-30,0-1 1,0 1 0,0 2 0,0 1-83,0 1 1,0 2-1,-1-3 1,-4 2-148,-5-2 0,-2-2 0,-1-3 298,3-3 0,-22-9 0,0-9 0</inkml:trace>
  <inkml:trace contextRef="#ctx0" brushRef="#br1" timeOffset="234">20228 9698 8433,'14'0'0,"-4"-5"0,-1 0 0,2 2-377,2 1 1,-3-3-1,-1 1 278,3 0 0,-1 4 1,-2 5 187,-4 5 1,-3-2 0,-2 1-30,0 3 0,0 0 0,-2 1 0,-1-2-33,-2-1 1,-6-5 0,3 4-1,-2 1-105,1-2 1,-1 5-1,-4-4-226,-1 4 0,3-3 0,0-2-46,3-2 350,6 5 0,15-22 0,12 2 0</inkml:trace>
  <inkml:trace contextRef="#ctx0" brushRef="#br1" timeOffset="235">20400 9784 7333,'7'-8'28,"-6"2"1,6 7 0,-7 4 94,0 5 1,0 2 0,0 3-73,0-1 1,1 1 0,3-1-32,0 0 1,1 1 22,-5-1 0,2-1 0,1-2-15,2-1 0,1-7-58,-1 2 1,-4-5 0,6-4 0,-2-2-45,-1-2 0,6-2 1,-4-4-1,1 0-4,-1-1 1,4 1 0,-4 0 0,1-2 23,-1-4 1,4 4 0,-4-4 0,2 0-39,3 1 1,-3 0-1,0 5 1,0 1 111,0 3 1,-3-1 39,5 6 0,-7 2 0,3 8 0,-1 4 111,0 4 0,0 2 1,-5-1-1,0 2-29,0 3 1,0-3-1,0 5 1,0-2-79,0 0 0,0 1 0,1-6 0,2 0-110,2 1 0,2-1 0,-4 0 0,2 1-149,-2-1 1,3 1-1,0-3-204,2-2 0,-4-2 1,2-5 398,0 2 0,-4-19 0,4-10 0</inkml:trace>
  <inkml:trace contextRef="#ctx0" brushRef="#br1" timeOffset="236">20746 9295 8424,'0'-15'0,"0"1"-310,0 0 0,0 7 270,0 7 1,0 8 0,1 10-1,2 3 181,2 1 0,0 4 0,-5 6 0,0 1 22,0-1 1,0 3-1,0-1 1,0-2-66,0-2 0,-5-1 0,0 1 0,2 2-41,2 2 1,1-5-1,0-5 1,0 0-93,0-2 0,0 4 0,0-7 0,1-2-59,4-1 1,-2-3 0,7-2 0,1-3-163,2-1 1,-2-1 0,2-3-1,3 2 13,0-2 0,0-1 0,-2-2 1,0 0-167,1 0 0,-6 0 409,1 0 0,-26-26 0,-2-6 0</inkml:trace>
  <inkml:trace contextRef="#ctx0" brushRef="#br1" timeOffset="237">20602 9683 7624,'0'-14'-342,"0"-1"0,1 3 354,4 2 1,3 4 0,7 6-1,-1 0-30,0 0 0,5 0 1,2 0-1,0 0-89,0 0 1,4 5 106,-1-1 0,-9 8 0,-2-5 0</inkml:trace>
  <inkml:trace contextRef="#ctx0" brushRef="#br1" timeOffset="238">21148 9870 8391,'0'-14'0,"0"0"559,0-1 1,0 6 0,0-1 31,0-1 0,2 3-169,3-2-422,3 1 0,-83-19 0,26 13 0,0 0 0</inkml:trace>
  <inkml:trace contextRef="#ctx0" brushRef="#br1" timeOffset="239">22069 9338 10438,'8'-24'-1392,"-3"0"1016,-3 0 0,2 5 943,1 0-542,6-1 1,-7 12 0,4 5-35,-2 6 0,-1 1 1,-5 5-1,0 2 65,0 2 1,0 2 0,0-1 0,0 0-39,0 1 0,0 4 0,0 2 1,0 1-78,0 4 1,0-1-1,0 1 1,-2-2-171,-3 1 243,4 3 0,-6 0 0,6 1-212,-4 0 0,3-5 0,-4 0 0,1 0-571,0-2 804,-6 5 0,-29-23 1,-14 0-1</inkml:trace>
  <inkml:trace contextRef="#ctx0" brushRef="#br1" timeOffset="240">21781 9295 10438,'0'-27'-228,"0"3"0,0-2 0,2 8 294,3 6 0,3 4 0,6 8 0,2 0-165,3 0 1,2 0 0,5 1 0,-2 2 92,1 2 0,1 2 0,-1-4 0,-2 3 43,-2 2 0,3-5 1,-4 4-1,1-2-96,0-1 1,0 3 0,-4-4 0,3 2-47,-3-2 0,4-1 0,-2-2-56,-1 0 1,-2-2-1,-2-1 1,-1-4 87,-4-1 0,3-1 1,-8-6-1,0 1-5,-3 0 1,4-1 0,0 1-23,-2 0 1,-1 4 52,-2 0 0,-2 7 37,-3-2 1,-1 10 0,-4 5-1,4 3 2,-1 1 0,6 5 0,-6 2 0,3 1 11,-1 4 0,0 1 1,3 3-1,-1 2-7,-2 2 0,-4 4 0,4-3 0,0 2-24,-1 3 1,3-3-1,-5 0 1,0-2-60,0-3 1,4-3 0,-2-5 0,1-5 8,0-3 77,1-2 0,4-7 0,0-7-1,0-8 0,1-5 0,2-2 1,4 1 37,1 0 0,1-6 1,6 1-30,-1 2 1,1-2 0,-1 3 0,0 3-8,1 0 1,-6 2-1,1 0 1,1 3 9,2 1 0,-3 1 0,-1 3 10,2-2 0,-3 2 0,2 7 4,1 6 0,-3 3 0,0 1-15,-2 1 0,1-1 1,-4 0-1,2 1-44,-2-1 0,3 0 0,-1 1 0,0-1-118,1 1 1,-2-1 0,5 0-430,2 1 583,2-1 0,21-25 1,4-7-1</inkml:trace>
  <inkml:trace contextRef="#ctx0" brushRef="#br1" timeOffset="241">22616 9611 9048,'-14'0'-929,"-1"0"812,7 0 0,3 0 123,10 0 1,3 0-1,7 0-82,-1 0 0,-4 0 1,-1 0-38,2 0 0,-3-4 0,0-3 53,-1-1 0,2 3 0,-4-4 40,-2-2 1,-1 3 87,-2-2 0,0 5 0,-2-3 164,-3 2-1,-3 1 1,-4 7-162,2 2 1,2 0-1,5 5 1,-2 2-78,2 2 1,1 2 0,2-1 11,0 0 0,5 1 0,1-1 1,2 0-171,4 1 1,2-1 0,4 1-1,2-3-316,3-2 1,1 3 480,5-4 0,50-15 0,-32 1 0,-1 0 0</inkml:trace>
  <inkml:trace contextRef="#ctx0" brushRef="#br1" timeOffset="242">23306 9698 8580,'-9'0'-318,"-1"0"-662,-1 0 0,5 1 874,1 4 0,3-2 150,2 7 0,0-5 192,0 4 1,2-4 500,3 5-423,-4-7 0,12 3-117,-3-6 0,-2 0 0,1-1-151,2-4 0,1 2 1,-1-7-1,-2-1-123,3-2 0,0 3 0,3 1 0,-1-2-2,1-2 1,-1-6 0,-1 0-1,-2-1 43,-1 0 0,-2 2 0,3-4 1,-3-1 50,-2 1 1,-1 3-1,-5-4 1,0 2-7,0 4 0,0 1 1,-2 2-1,-1-1-14,-2 1 0,-6 6 1,2 3-1,-4 3-101,-2 2 1,6 2 0,-1 3 22,-1 4 1,5 4 0,1 2 50,3-1 1,2 0 0,0 1 29,0-1 1,7-1 0,2-2 13,4-1 0,3-7 0,2 2 0,1-4-6,-2-1 1,6 0 0,-1 0 0,2 0-18,0 0 1,0-1 0,5-3-1,0-2 2,-1-2 0,-1 3 1,-1-4-1,-4-1 8,-1 2 1,-2-3 156,-4 6-111,-1-6 1,-7 9 0,-6-1-1,-6 5 48,-3 2 1,4 8 0,-4-3-1,0 4-72,0 1 1,3 1 0,-3-1 0,1 1-31,4-1 1,2 0 0,1 2-1,0 2-64,0 1 1,0 0 0,0-4 0,0-1-162,0 0 1,4 1-1,3-2 1,-1-2-679,1-2 912,4 1 0,22-15 0,14-4 0</inkml:trace>
  <inkml:trace contextRef="#ctx0" brushRef="#br1" timeOffset="243">23940 9611 8580,'-10'-1'-112,"0"-4"-687,1-3 704,1 0 0,3 2 0,10 6 92,4 0 0,4 0 0,2 0 0,-1-2-4,0-3 1,1 4 0,-1-4 0,-1 2-11,-4-2 0,4 2 1,-3-5-1,1 0-82,-1 0 1,1 3 24,-6-5 1,-1 1 52,-4-6 0,-6 7 1,-4 3-1,-2 4 18,-3 1 1,-4 0 0,0 1 0,1 3 64,2 0 0,2 8 0,0-4 0,-1 1-6,1 1 0,4-1 0,2 6 0,2-1-47,3 1 1,1-1 0,2 0-17,0 1 0,6-2 0,4-2 0,3-2-80,1 2 0,1-4 0,-1-1 1,2-1-122,3 0 0,-3 0 208,3-5 0,29-20 0,7-4 0</inkml:trace>
  <inkml:trace contextRef="#ctx0" brushRef="#br1" timeOffset="244">24285 9424 8542,'-2'-14'-552,"-1"0"-603,-2-1 1178,-6 7 1,9 3 73,-2 10 0,2 3 0,2 7 0,2-1 4,2 0 1,-2-4 0,4-1 0,-1 3-69,0 0 1,5 3 0,-4-1-1,0 1 37,1-1 1,-1-4 0,-3-1 9,2 2 0,5 2 0,-5 2-83,-2-1 0,-2-4 1,-1-1-1,-1 1-21,-4-2 1,2 3 0,-8-5-1,-4 1-49,-2-1 1,-3-1-1,4-4 1,-1 3-44,-2 0 0,-1 1 0,6-5-504,0 0 273,6 0 1,3-1 346,10-4 0,54-22 0,-20 8 0,0-1 0</inkml:trace>
  <inkml:trace contextRef="#ctx0" brushRef="#br1" timeOffset="245">24457 9554 8542,'-14'-7'-278,"4"4"0,1-5-275,-2 2 1,3 1 644,-2 5 1,7 2 9,-2 2 0,8 0 0,4 4 0,1-2 35,3-3 0,2-1 0,1-2-138,0 0 0,6 0 0,-1 0 0,-2 0-5,-1 0 1,-1 0 0,-2-2 0,-2-1-29,-2-2 1,1-1 0,4 3 0,-1-4-10,-3-1 0,1 3 0,-5-3 0,1 0-38,-1 0 0,-1 4 0,-5-6 1,0-1 1,-2 3-1,-3 0 45,-4 1 1,-4 3 0,-1 4 0,-1 1 41,1 4 0,0-2 0,-1 7 0,1 1-8,-1 2 1,6 0 0,-1-2-1,1-2 17,1 3 1,0 0 0,4 3 0,0-1 6,0 1 1,3-6 0,1 1 0,1-1 68,4-1 1,3 5 0,7-5-45,-1 0 1,0-2 0,1-6 0,-1 0-33,1 0 0,4 0 0,0 0 0,-2 0-22,-1 0 0,4-1 0,-1-2 0,-2-4-50,-1-1 0,-1 4 0,-1-6 1,1 0 9,-1 2 0,0-4 0,-1 2 32,-3-3 1,1-1 19,-6-1 0,-1 1-10,-4 0 1,-1 6 0,-4 3-34,-4 3 0,1 2 1,-2 0 21,-1 0 1,-2 7 0,0 2 21,4 4 0,-3-3 1,6-1 9,-2 2 1,3 2-1,-3 2-2,2-1 1,1-4 0,5-1 41,0 2 1,0-3 52,0 2-105,0-7 1,2 3-58,2-6 0,3-1 0,4-2 0,-3-4-1,-2-1 0,4 4 0,-4-4 0,1 0 16,-1 0 0,4 3 0,-4-5 14,2-1 1,-3 5 55,5 1 58,-7-3 0,3 8 9,-6 0 1,0 1 0,0 9-52,0 1 0,0-3 0,0 2 36,0 1 1,0-3 0,0 2 57,0 1 0,7-3-126,2 1 1,4-6 0,1 2 0,1-3-41,-1-2 0,-4 0 0,-1 0 0,2-2-25,2-3 0,2 4 0,-1-6 0,0 1-37,1-3 1,-6 1 0,1-2 0,0-1 1,-2-2 0,-2 3 1,-6 1 87,0-2 1,0-2 0,-2-2 34,-2 1 0,0 4 0,-5 2-17,-2 2 0,3 1 1,0 4-235,1-4 109,2 3 0,7-4 0,3 6 12,4 0 1,4 0 0,2 0 54,-1 0 0,0 1 0,1 3 0,-1 0 36,0 0 1,1-3 0,-1-1 40,1 0 0,-1 0 1,0 0 104,1 0 0,-6 0 187,1 0-131,-7 0 1,2 7-202,-10 2 1,2 4 0,-5 1-34,2 1 0,-4-1 1,5 1-131,2-1 0,1 0 0,2 1-591,0-1 752,0 7 0,0-5 0,0 5 0</inkml:trace>
  <inkml:trace contextRef="#ctx0" brushRef="#br1" timeOffset="246">25349 9496 7581,'0'-14'-364,"0"-1"1,0 6 0,0-1 584,0-1-71,0 5 1,-1 6 0,-2 9 0,-2 4-63,2 1 0,1 1 0,2 1 0,0 1-23,0 3 0,0-1 1,0-5-1,0 2-69,0 3 0,0-3 1,0 4-1,2-6 6,2-5 1,3 4-1,4-5 1,-1 2-111,1-1 1,2-5 0,1 0-1,2-2-190,3-2 1,-3 0-1,3 0 1,-3 0 297,-1 0 0,-1-6 0,20-53 0,-15 19 0,0 1 0</inkml:trace>
  <inkml:trace contextRef="#ctx0" brushRef="#br1" timeOffset="247">25680 9208 8403,'-6'-8'-348,"-4"4"0,4 5 0,0 7 0,1 7 406,0 1 0,-1 6 0,2 2 0,0 3 62,0 2 1,-2 0 0,0 0 0,-1-1-75,1 1 1,-5 0 0,3 0 0,-2-1-40,0 1 0,2-6 0,-1-4 1,2-3 3,1-2 137,4 0 0,-4-7-161,6-7 1,0-7 0,2-5 0,1 1-66,2 1 1,4 0 0,-2-4 0,1 1-56,3 4 1,-3-4 0,1 3 0,3-1 22,0 1 0,3-2 0,-1 4 44,1 0 1,-6-4 0,1 8 107,1 0 0,2 3 5,1 1 1,-6 1 0,-2 4 0,-1 5-16,0 3 0,0 1 0,-5 0 0,1 1-16,4-1 1,-3 1-1,4-1-32,1 0 1,-1 1-1,4-1 1,-4 0-496,0 1 511,2-1 0,13-6 0,2-1 0</inkml:trace>
  <inkml:trace contextRef="#ctx0" brushRef="#br1" timeOffset="248">25839 9597 8403,'-10'0'-860,"0"0"547,7-6 251,-3 4 0,7-4 0,4 6 97,5 0 0,3 0 0,1 0 0,0 0-28,1 0 1,-1 0-1,1 0 1,-1 0-11,0 0 1,1 0 0,-1 0-1,-1-2 20,-4-3 1,4 2-15,-3-7-3,-4 1 0,-1-4 0,-10 3 57,-4 6 0,-4 2 1,-2 2-1,1 0 62,0 0 1,-1 6 0,1 2 0,0 2-48,-1 0 1,6-1 0,-1 4 0,0-2-55,2-1 1,2-1 0,6 6 0,0-1-41,0 0 0,0 1 0,2-1-87,2 1 1,0-6-1,5 1 1,2-1-270,2-1 1,2 4 0,-1-8-201,0 0 578,1 4 0,18-32 0,6-2 0</inkml:trace>
  <inkml:trace contextRef="#ctx0" brushRef="#br1" timeOffset="249">26026 9554 8403,'1'-15'-17,"4"1"1,-3 0 0,4 1 47,0 3 1,-2 2 0,5 5-1,2-2-90,2 2 1,2 6-1,-1 4 1,-1 1 55,-4 3 0,4 2 0,-5 1 1,2 2 28,-1 3 0,-6-3 0,4 3 0,-2-3-66,-1-1 1,1-1 0,-5 0-1,0 1-9,0-1 1,0 1 0,0-1-78,0 0 1,-6-1 149,-4-3 0,2-5 12,-1-10 0,5-3 1,0-7-1,2 1-6,2 0 0,0-1 1,2 1-1,1-1-22,2 1 0,4 0 1,-2-1-1,1 1-131,3 0 0,0 4 0,0 0 0,-1 1-307,1 1 0,2-3 0,1 6 430,1 2 0,12 7 0,3 4 0</inkml:trace>
  <inkml:trace contextRef="#ctx0" brushRef="#br1" timeOffset="250">26443 9482 8403,'-15'-7'-335,"1"-2"1,4 2 198,1 3 0,1 4 0,-2 4 185,5 6 1,4 3-1,1 1 1,0 1 82,0-1 1,1 0-1,3 1 1,2-1-29,2 1 1,-3-1 0,4-1 0,1-2-17,-2-1 0,5-1 1,-4 5-6,4 1 1,0-6-1,-3 1-120,-6 1 1,-4-3 0,-4 0-108,-6-1 0,-4-1 1,-4-3-1,-3 2-137,-1-2 1,-2-1 0,-5-2-1,2 0-5,3 0 1,3 0 0,8 1 285,4 4 0,28-16 0,13 1 0</inkml:trace>
  <inkml:trace contextRef="#ctx0" brushRef="#br1" timeOffset="251">27105 9309 8403,'4'-14'-252,"1"-1"1,5 1 0,-5 0 0,-1-1 80,3 1 0,-4 4 1,7 1-1,-1-3 281,-1 0 0,3-3 0,-4 1 0,-1 0 54,1-1 0,2 1 1,-4-1 415,-2 1-537,-1 6 0,-2 8 0,0 11 1,-2 7-27,-3 6 0,4-2 1,-6 2-1,3 2-76,-1 1 1,0 3 0,3 2 0,-1 2-38,-2-2 1,-1-2-1,3-1 1,-4 0 26,-1-1 1,4-4-1,-4-1 1,0-1 8,0 1 0,3-7 1,-3 0-1,0-7 28,0-2 1,3-3 18,-5-4 0,7-6 0,-2-4 0,4-2-2,1-3 1,0 1-1,0-1 1,1-1-14,4-3 1,-2 5-1,7-2 1,1 5 5,2-1 1,-3 0 0,-1-1-1,2 2 48,2 1 0,2 5 0,-1-3 0,0 2 61,1 3 1,-6 1-1,1 2 1,1 2 7,2 3 1,0 3 0,-2 6 0,-3 0-58,-2 1 1,4 1-1,-4 1 1,1 2-72,-1-1 0,4-2 1,-6-2-1,0 1-115,-3-1 0,4 1 0,0-1 1,-2 0-332,-1 1 1,2-1 478,1 0 0,0 1 0,14-33 0,5-7 0</inkml:trace>
  <inkml:trace contextRef="#ctx0" brushRef="#br1" timeOffset="252">27450 9583 8403,'0'-15'-669,"0"1"1,0-1 461,0 1 1,0 4 0,0 1 842,0-2-514,0-2-32,0 5 1,0 8-1,0 9 1,-2 4-9,-2 2 0,2 1 1,-3 1-1,4 2-61,1-1 0,0-2 0,0-2 3,0 1 0,1-2 0,2-2 6,2-2 0,6-1-62,-1 2 1,3-4-1,1-6-10,0 0 1,-4-1 0,-2-4-1,-2-5-80,-2-3 0,-3-1 0,-1 0 107,0-1 0,0 1 0,-1 0 0,-3-1 14,0 1 0,-8 1 0,4 2 0,-1 3-110,-1 1 0,1 3-606,-6 4 717,1 0 0,6 6 0,40 15 0,16 9 0</inkml:trace>
  <inkml:trace contextRef="#ctx0" brushRef="#br1" timeOffset="253">27723 9539 8403,'-14'-4'-20,"1"-3"0,2 1 39,1-1 0,5 3 1,-2 5-96,0 4 0,2-2 0,5 7 0,0 1-27,0 2 0,0 1 0,0 1 180,0-1 1,0 0 0,0 1 0,0-1-66,0 0 0,0-4 1,0 0-30,0 1 1,2 0 0,1 0-1,4-3 6,1-1 0,-4-3 0,6-4-94,1 0 0,2 0 0,1 0-31,1 0 1,-6-6-1,1-2 1,-1-2 37,-1 1 0,5-1 0,-3-4 108,3-1 0,-5 1 0,-2 0 0,-1-1-1,0 1 0,1 4 18,-1 1 0,-2 1 52,7-2 0,-7 5 0,2 10 30,-4 5 1,-1-2-1,0 1 1,2 3-24,3 0 1,-4 3 0,6-2-1,-3-2-6,1-2 1,5-4 0,-4 3 0,2 0-13,3 0 1,2-5-1,1 2-84,1-3 1,-1-2 0,1 0 0,-1-2-14,0-3 1,1 2-1,-2-7 1,-2 1-19,-2 1 0,1-5 0,3 4 0,-2-4-73,-2-2 1,-1 1 0,4 0 13,-3-1 1,-6 1-1,2-1-157,-3 1 0,-1 6 0,3 2 263,0-1 0,1 12 0,-5-3 0</inkml:trace>
  <inkml:trace contextRef="#ctx0" brushRef="#br1" timeOffset="254">28256 9611 8403,'-15'0'-287,"1"0"30,-1 0 386,1-6 1,8 9-56,6-3 0,1 8 0,9-3 80,1-2 0,-3-1 1,2-2-1,1 0-185,2 0 0,1 0 1,0 0-352,1 0 0,-1 0 218,0 0 0,-4-5 0,-2-1-51,-2-2 1,-1 3 152,-5-5 1,-6 2-1,-2-3 1,-2 3 160,1 2 1,-1-1 0,-4 4 84,-1-2 1,1 0-14,0 5 0,6 7 0,3 2-122,3 4 1,2 2 0,0-1 0,2 0-64,3 1 0,3-1 0,6 0-80,0 1 1,2-2 0,2-2-1,1-2-124,-1 3 1,-2-6 0,-2 0-1,0-1-106,1 0 1,-1 1 0,1-2 323,-1 0 0,-1 0 0,-2-9 0,-1-5 0,-7-3 0,2-1-44,-4 0 1,-1-6 0,0 1 0,2 2 154,3 1 1,-4 1 0,4 1 0,-3-2 36,-2-3 0,4 3 0,1-3 0,0 3-68,1 1 1,-2 6 0,4-1 0,-1 0 47,1 2 1,-3 2-107,5 6 0,-7 6 0,2 4 24,-4 3 1,-1 3 0,0 1 0,0 3 13,0-3 1,0-1-1,0-1 1,0-1 11,0 0 1,0-4 0,0 0-29,0 1 0,0 1 0,2 1-41,3-3 1,-2-2-1,7-5-24,1 2 1,-3 0 0,1-7-48,3-3 0,0 2 1,3-7 28,-1-1 0,1-2 0,-3-1 0,0 1 4,-3 4 0,-4-4 1,3 3-13,-2-2 0,1 2 9,-2 0 1,-2 2 27,6-1 75,-6 2 0,5 7 52,-3 0 0,-2 0-96,7 0 0,-2 2 0,3 1-11,-1 2 1,-1 0-31,6-5 0,-2-2-9,-4-3 0,2 2 17,-6-6 1,0 4 0,-5-5 1,-6 7 0,-4-2 47,-3 4 0,4 5 1,-1 3-1,-1 1 53,-2 3 1,3 0-1,1 0 1,-2-1-19,-2 1 0,3 2 0,2 3 0,2 2-66,3 1 0,-4 0 0,3-5 0,0 1-3,3-1 1,1 0-1,1-1 1,4-2-32,5-1 0,2-7 0,3 4 0,1-3-29,3 1 0,-1 0 0,6-5 0,0-2-9,-2-2 0,4-3 1,-7-4-1,-2 1 43,-1-1 1,-3-2 0,-2-1 0,-3-2 8,-1-3 0,-3 3 0,-4-3 0,0 3-12,0 1 1,0-4 0,-1 0-1,-4 1 83,-5 2 1,-2 2 0,-1 0 3,3-1 1,-2 2-120,2 4 1,2-2-32,-2 6 0,7 2 75,-2 7 1,5 0 0,5 5 12,5 2 0,3-3 0,1 0 9,0-1 0,-4-1 0,-1-3 0,3 2 6,0-2 1,-2-1 0,0-2-12,1 0 0,2 0 0,1 0-3,0 0 0,1 0 152,-1 0-54,1 0 1,-7 2 0,-4 2-51,-2 6 0,-2-2 0,0 2 1,0 1-54,0 2 0,0 1 0,0 2 0,-2 2-9,-2 1 0,2 1 0,-3-2 0,4 3-58,1 1 1,0-3 0,0 5-1,1 2-353,4 1 0,-3-3 425,2 0 0,30 19 0,6 10 0</inkml:trace>
  <inkml:trace contextRef="#ctx0" brushRef="#br1" timeOffset="255">29795 9683 25140,'-14'0'258,"4"0"0,0 2 0,-1 3-441,-2 4 1,1 4 0,0 1-1,3 1-286,-2-1 1,3 5 0,0 1 0,1-3-149,4-1 0,1-1 1,4-3 250,3-2 1,3 1-1,6-6 1,1-2 523,-1-1 1,0-4 0,2-1-1,2-3-277,1-2 0,0-2 1,-3-4-1,2-2-225,1-4 0,0 3 0,-4-7 0,-1 0-85,0 1 0,-4-4 0,0 2 1,1-6 129,2-2 1,-4-2 0,-1 1 0,0-4 76,0-4 0,-5-1 0,2 0 0,-3 0 92,-2-1 0,0 3 1,0 1-1,0 3 68,0 2 0,-7 3 0,-1 8 0,-1 6-168,-1 7 0,1 5 0,-6 6 0,-1 3 1119,-3 7 0,3 4 0,-3 13 0,3 0-1188,2 4 1,-1 2 0,2-1-1,4 3-2,4 2 1,3 0-1,2 3 1,0-3-8,0-2 1,7 3-1,2-3 1,6 1 56,4-1 1,-3 3 0,5-4 0,-2-4 21,0-4 0,5 4 0,-5-4 0,0-2 259,2-2 0,14-16 0,10-7 1</inkml:trace>
  <inkml:trace contextRef="#ctx0" brushRef="#br1" timeOffset="256">30097 9712 11143,'-8'-10'-2625,"3"1"2348,4 6 0,2-9 378,4 8 1,3-1 0,6 3 56,1-3 0,-1 4 0,1-6-60,-1 1 1,0 3 0,1-7-36,-1-1 1,-6 3 0,-1 0-41,-1 2 1,-4-5 0,1 3-87,-6 0 1,-5 1 0,-8 7 190,-4 0 1,4 0-1,-3 0 1,3 2-2,2 3 1,-1 3 0,1 6-1,0 0-112,-1 1 1,6-1 0,1 0-1,1 1-83,4-1 1,2 1 0,1-1-1,0 0-108,0 1 0,1-1 0,4 1 1,5-1-256,2 0 0,4-4 0,2 0 470,1 1 1,45-30 0,6-7 0</inkml:trace>
  <inkml:trace contextRef="#ctx0" brushRef="#br1" timeOffset="257">30428 9539 11143,'0'-14'-2406,"0"0"2075,0-1 0,0 9 429,0 6 0,-2 6 0,-2 9 0,-4 1-27,0 3 0,-4-3 0,6 5 0,0-2-55,-1 0 1,-2 5 0,4-3 0,2-1-32,1 1 1,2-2-1,0-3 1,0 2-50,0 1 0,0 0 1,2-4-109,2-1 0,0-6 0,5-1 0,2-3 45,2 1 0,2 0 0,-1-5 0,0 0 375,1 0-227,-1 0 1,20-45 0,4-11 0</inkml:trace>
  <inkml:trace contextRef="#ctx0" brushRef="#br1" timeOffset="258">30601 9654 11143,'0'-7'-2244,"0"-6"2204,0 11 0,0 2 0,0 10 0,0 2-29,0 3 1,0-1-1,0 1 1,0-1-66,0 0 0,-2 2 0,-1 2 0,-2 1-84,2-1 0,1-2 1,2-2-1,-1-1 235,-4-3 0,3-4 0,-4-6 1</inkml:trace>
  <inkml:trace contextRef="#ctx0" brushRef="#br1" timeOffset="259">30759 9683 10085,'-15'0'-269,"6"0"0,-1 0 302,-1 0 0,0 2 1,0 1-1,1 2-38,-1-2 1,3 5-1,-2 2-7,-1 2 1,3 4 0,0 2-1,2 1-11,3-1 0,1-2 1,2-2-1,0 1 23,0-1 1,2-4-1,2-2 35,6-2 1,3-1 0,1-5-39,1 0 0,-1 0 0,0-2 1,-1-3-123,-3-4 0,2-4 0,-2-1 0,1-2-29,-1-4 0,1 4 0,-5-4 0,1 0 34,-1 1 1,1-6-1,-4 2 1,2-1-12,-2 0 1,-2 0 0,1-6 0,1-2 93,2-2 1,1-4 0,-2 3 0,2-2 28,2-3 1,-3-1-1,3-1 1,-2 4 3,-3 4 1,4 10-1,-2 5-5,-2 3 0,-2 10 0,-2 7 0,-2 12 14,-2 9 0,-6 5 0,1 4 0,-1 1 61,1 1 0,-1 3 1,5-3-1,-2 5-4,-4 4 1,4-4 0,0 1-1,2 1-141,3 1 1,-4-1 0,3 0 0,0 2-77,3-2 1,-1-2 0,-1 1 0,-2-4-44,2 0 0,1-5 1,2 2 217,0-6 1,32-37 0,8-15 0</inkml:trace>
  <inkml:trace contextRef="#ctx0" brushRef="#br1" timeOffset="260">30888 9856 8569,'0'-14'-584,"0"-1"1,2 6 547,3-1 0,-2 7 0,5-4 56,-2 1 0,6 4 0,-4-4 0,1 1-41,1 0 0,-1-1 0,6 1-16,-1-4 0,-4 1 268,-1-2-90,1 0 0,-9-2 1,-5 2-33,-8 5 0,-2 8 0,0 4 1,-1 1-71,1 3 0,0 0 1,-1 0-1,2-1-51,4 1 0,-2 2 0,6 1 0,2 1-92,1-1 0,2 1 1,0-1-1,0 0-73,0 1 1,5-6 0,3 1 0,3 1-139,5 2 1,2-5 0,-4-2 0,0-1 314,1 0 0,-1 0 0,39-37 0,9-8 0</inkml:trace>
  <inkml:trace contextRef="#ctx0" brushRef="#br1" timeOffset="261">31147 9784 8569,'0'-10'0,"-1"1"-470,-4-2 1,3 3 402,-2-2 0,-4 7 91,-2-2 0,2 5 0,0 5 26,2 4 0,-4-1 1,5 2-1,2 1-29,1 2 1,-2 1 0,-1 1 112,2-1 0,1 1-35,2-1 0,2-6 0,2-3-90,6-4 1,-2-1 0,2-1-84,1-4 0,2-3 1,1-6-1,0-1-110,1 1 1,-6-2-1,1-2 1,-1-1 100,-1 1 0,5-2 0,-5-1 1,2-2 45,-1-2 0,-4-2 0,3-2 0,0-1 7,0-4 1,-3 4 0,5-6 0,-1 3 31,-1-1 0,5-4 1,-5 4-1,2 4 1,-1 4 1,-6 6 7,2 5 0,-3 9 1,-4 7-1,-3 12 46,-4 10 0,-4 4 0,-1 3 0,-1 2 64,1 2 0,4 4 0,2-3 1,0 2-69,0 3 0,5-3 1,-2 0-1,4-1-211,1 1 1,0-3 0,1 4 0,4 0 157,5-1 0,28-14 0,13-4 0,4-1 0,0 0 0</inkml:trace>
  <inkml:trace contextRef="#ctx0" brushRef="#br1" timeOffset="262">32054 9367 8569,'-15'0'-192,"1"0"1,0 0 0,-1 1 0,1 4 117,-1 5 1,1 3-1,0 2 1,1 5 142,3 4 0,-3 3 1,5 2-1,-1-1-11,-1 1 1,2 5 0,-3-1 0,3-1-71,2-1 0,-4-3 0,4 1 1,-1 0-143,1 0 0,-4 0 0,6-2 0,-1-3 1,-2-5 1,6 2 152,-4-2 0,3-6 0,2-7 0</inkml:trace>
  <inkml:trace contextRef="#ctx0" brushRef="#br1" timeOffset="263">31665 9726 8569,'-19'-1'-79,"0"-4"0,0 2 1,4-7-24,1-1 1,6 3 224,3-2 1,10 7-1,5-3-72,2-1 0,7 6 0,1-4 0,-1 3-23,2 2 1,-1-4-1,6-1 1,-2 2-138,2 1 1,-1 2-1,1 0 1,-4 0-77,-1 0 1,0 2 0,-4 1-1,2 2-250,-1-2 0,-2 3 435,-2-1 0,1 13 0,-1-2 0</inkml:trace>
  <inkml:trace contextRef="#ctx0" brushRef="#br1" timeOffset="264">32068 9784 8336,'-14'0'-447,"-1"0"0,3-2 0,0-1 650,3-2 0,4 1 0,-5 4-165,-1 0 1,3 4 0,0 3-1,2 1 59,3 3 0,1 2 1,2 1-95,0 1 0,0-1 0,2-1 0,2-2 2,6-1 0,3-3 0,3 3 0,1-5-11,3-4 1,0-1 0,-2 0 0,1 0-64,-1 0 1,2 0 0,0-1 0,-3-4 64,-1-5 0,-6-2 1,-2-3-1,-2-1 35,-3-3 1,-1 2-1,-2-6 1,-3 1 89,-7-1 0,-1 6 1,-11-2-1,-1 3-159,1 1 0,-2 7 0,-5 3 0,0 5 38,1 5 0,24 67 0,6-25 0,0 1 0</inkml:trace>
  <inkml:trace contextRef="#ctx0" brushRef="#br1" timeOffset="265">12703 11108 8592,'8'-15'-1,"-1"6"1,-7-1-424,0-1 1,0-2-1,0-1 430,0-1 0,1 6 0,3-1 119,0-1 0,6-2 0,-5-1 1,0 1-17,1 3 0,-3-2 1,5 2-1,0-3-40,0-1 0,-3 4 0,3 1 0,0-2-44,0-2 0,-5 3 0,3 1-18,1-3 1,-6 4 0,6 0 45,-1 2-102,-4 1 0,3 12 0,-9 2 0,-2 4 12,-2 1 1,5 1 0,-4-1 0,3 2-77,-1 3 0,-5-3 1,4 5-1,-1-2-60,1 0 1,-3 2-1,4-3 1,0 1-13,-1-1 0,4-2 0,-4-2 1,1 0-244,0 1 428,0-1 0,5-25 0,0-7 0</inkml:trace>
  <inkml:trace contextRef="#ctx0" brushRef="#br1" timeOffset="266">12847 10662 8592,'0'-15'-474,"0"1"0,-1 4-103,-4 1 0,3 7 0,-3 2 587,4 8 1,1 5 0,0 1 0,0 1-61,0-1 1,1 0 49,4 1 0,-3 38 0,4 9 0</inkml:trace>
  <inkml:trace contextRef="#ctx0" brushRef="#br1" timeOffset="267">12919 10964 8250,'8'0'-512,"-1"0"0,-12 6 1,0 4 531,2 3 0,1 1 1,1 0-1,-3 1 15,0-1 0,-1-4 1,5-1-29,0 3 1,-2-1 0,-1 0-37,-2-2 8,0-5 0,12 2 0,1-8-13,0-2 1,3-4 0,-5-5 0,2 2-28,4 1 0,-4 2 1,0-3-1,0 1 55,0-1 1,-4 5-1,4-1 1,0 3 39,0-1 1,-3 0 78,5 5 1,-7 2-30,2 2 0,-4 0 0,-1 5-28,0 2 0,0 2 0,0 2-13,0-1 1,0-4-1,0-1-57,0 2 0,0 2-63,0 1 44,0-6 0,2-1-36,3-7 1,-2-7 0,6-1-1,1-1-13,-2-1 1,5 1 0,-4-6 0,4 1 40,2 0 0,-6 1 1,1 2-1,-1 1 58,-1-1 1,4 3 0,-6 0 154,2 1 1,-3 3 33,4 4 1,-5 1-170,0 4 1,-2 3 0,-2 6 0,0 1-40,0-1 0,0-4 1,0-1-1,0 3-189,0 0 0,0 3 0,0-1-474,0 0 665,6-6 0,9-14 0,7-10 0</inkml:trace>
  <inkml:trace contextRef="#ctx0" brushRef="#br1" timeOffset="268">13451 10676 7049,'0'14'178,"-4"1"1,-1 1 0,0 3-92,-1 5 0,4 3 1,-4 4-1,1 2-3,0 5 0,-6 4 0,1 1 0,-2 0-73,-3 1 1,1-1 0,-1 0 0,-1 2-73,-3 3 0,3-5 1,-3 2-1,3-7-85,2-3 1,4-1-1,2-7 1,0-3-295,0-5 0,5-8 100,-2-1 0,4-13 340,1-2 0,12-45 0,4-12 0</inkml:trace>
  <inkml:trace contextRef="#ctx0" brushRef="#br1" timeOffset="269">13437 10978 8571,'6'-8'-1080,"-4"3"1177,3 10 0,-4 3 1,-1 7-1,0-1-51,0 0 0,-1-1 1,-2-2-1,-4-1-92,-1 1 1,5 2 0,-3 1 0,1 1-201,0-1 1,-1-4-1,3-1-676,-2 2 922,0-4 0,24-46 0,5-16 0</inkml:trace>
  <inkml:trace contextRef="#ctx0" brushRef="#br1" timeOffset="270">13725 10619 8516,'-10'6'-1174,"1"3"1105,-3 4 0,4 6 0,0 2 1,0 2 277,0 2 0,4 2 0,-4 2 0,1 0-148,4 0 0,-3-1 0,-1 1 0,1 0-49,0 0 1,-1-5 0,4 0 0,-2 1-36,2 3 1,-3-4 0,1-2 0,2 0-227,1 1 0,0-6 0,-1 2 0,-2-3-635,2-1 884,2-7 0,7 5 0,2-5 0</inkml:trace>
  <inkml:trace contextRef="#ctx0" brushRef="#br1" timeOffset="271">13710 11065 8098,'-8'0'-494,"2"0"1,8-2 508,2-3 0,0 4-88,5-4 1,-4-2-1,3 1-96,-2-2 0,4 3 82,-5-4 1,0 4-118,-5-5 377,0 7 0,0-2 0,-2 10-19,-3 5 0,4-2 0,-6 1 0,2 2-107,1 2 0,-1 2 0,5-1 0,0 0-32,0 1 1,0-1 0,0 0 0,0 1-135,0-1 0,0-3 0,0 2-146,0 3 0,1 0 0,3-5 1,2-3 264,2-1 0,27-28 0,12-11 0</inkml:trace>
  <inkml:trace contextRef="#ctx0" brushRef="#br1" timeOffset="272">13941 10993 7162,'-8'14'97,"0"-4"1,4-1 0,0 2-93,0 2 0,-2 3 0,0 0 0,-1 0-24,1-3 0,-1-2 1,4 3-119,-1 1 32,-1-1 21,5-6 1,6-3-1,4-10 1,2-4 1,-2-4-1,0 0 1,1 2 23,2 1 1,-4 1 0,1-4-1,-1 2 25,-1 1 0,4 5 0,-6-3 135,2 2 124,-5 1 1,4 7-58,-7 3 1,0 3 0,0 6-75,0 0 1,-5 1 0,-2-3-68,-1-2 1,5 3 0,-2-4 0,4-1-27,1 2-118,0-7 0,6-3 23,4-9 1,3-4 0,1-2 0,0 1 20,1 0 0,-1 4 0,-1 1 1,-2-1 32,-1 2 0,-6 0 0,6 5 171,1-2 68,-4 0 1,-1 7 0,-6 3-67,0 4 0,0 4 0,0 1-128,0 1 1,-5-1-1,0 0-64,2 1 1,2-1 0,1 1 0,0-1-159,0 0 0,0 1 0,0-1 217,0 1 0,32-20 0,8-5 0</inkml:trace>
  <inkml:trace contextRef="#ctx0" brushRef="#br1" timeOffset="273">14243 11136 7918,'-8'-1'-707,"3"-4"726,3 3 0,7-6 0,2 5 1,1-3-38,3-2 0,-3 5 0,0-4 0,0 3-20,0-1 0,-3-5 0,3 4 21,-2-2 1,0 3 159,-1-5-26,-3 7 1,2-3-1,-8 7 11,-6 4 1,4-2 0,-1 7 0,3 1-73,-1 2 0,-2-3 0,4-1 1,-2 2-81,2 2 1,2 1 0,1 1 0,0-1-48,0 1 1,0-1-1,0 0-171,0 1 1,6-2 0,2-2-91,0-2 0,5-5 0,-4 0 209,4-2 1,1-2 0,1 0 0,-2-2 122,-4-2 0,4 0 0,-3-5 0,1-2 0,-2-2 0,4-2 0,-5 1 0,2 0 0,-1-1 0,-4 1 0,3-1 0,0 1 0,0 0 0,-3 4 0,3 1 210,-2-3 417,6 0-420,-11 4 0,6 8 0,-9 9 0,-1 4-60,-2 1 1,-5 1-1,4-1 1,0 0-96,-1 1 0,1-1 0,3 1 0,-4-3-43,-1-2 0,5 3 1,-3-5 28,-1 0 86,6 5-161,-6-12 1,9 4 0,3-10 0,3-4-75,0-4 0,4-2 1,-2 1-1,3 0-1,1-1 0,1 1 1,-1-1-1,0 1-20,1 0 1,-1-1 0,0 3 138,1 2 0,-1-1 48,1 6 0,-7 2 51,-4 8 0,-2 3 0,-2 6 0,0 0-39,0 1 1,0-1 0,0 0 0,0 1-72,0-1 1,0 1-1,0-1-141,0 0 0,0 1 0,0-1-125,0 1 1,2-3-131,2-2 0,4-4 400,7-6 0,-1-6 0,20-40 0,4-17 0</inkml:trace>
  <inkml:trace contextRef="#ctx0" brushRef="#br1" timeOffset="274">14962 10762 8328,'-6'8'-622,"3"4"0,-7-6 0,0 2 709,2 3 1,0 7 0,5 3 0,-3-1 203,-2 1 1,3 5-1,-3-2 1,0 3-151,0 2 1,5-1 0,-2 1 0,3 0-102,2 0 1,0-5-1,0-2 1,0-1-50,0-4 0,0-1 0,0-1-72,0-1 0,7-6 0,2-3-140,4-3 1,2-2 0,-1 0-234,0 0 0,-1-2 0,-2-1 454,-1-2 0,-1-19 0,6 0 0</inkml:trace>
  <inkml:trace contextRef="#ctx0" brushRef="#br1" timeOffset="275">14789 10993 8369,'7'-15'-463,"-4"6"0,7-1 358,1-1 0,6 4 1,4 1-1,0 1-70,0 0 0,4 1 175,-1 4 0,23-20 0,5-4 0</inkml:trace>
  <inkml:trace contextRef="#ctx0" brushRef="#br1" timeOffset="276">15984 10633 10132,'0'-14'-573,"0"-1"255,0 1 1,0-1-1,0 1 91,0 0 0,4 4 195,1 0 0,0 9 0,-3-1 65,2 5 1,-2 9-1,3-3 1,-4 4 0,-1 1 1,0 1-1,0-1 1,0 1-60,0-1 1,0 2-1,0 1 1,0 3-52,0-3 0,0-1 1,0-1-1,0-1-121,0 0 1,0 1 0,0-1-486,0 1 708,0-1 1,26-19 0,6-4 0</inkml:trace>
  <inkml:trace contextRef="#ctx0" brushRef="#br1" timeOffset="277">16199 10604 8522,'0'-9'-870,"0"-1"695,0 7 0,0-2 181,0 10 1,0 3 0,0 6 0,0 2-25,0 3 1,0-1-1,2 4 1,1 1-35,2-1 0,0 0 0,-4 4 52,4-2 0,10 26 0,7 10 0</inkml:trace>
  <inkml:trace contextRef="#ctx0" brushRef="#br1" timeOffset="278">16660 10762 8522,'0'-8'-189,"-5"8"0,0 12 0,0 5 317,-1 7 0,3-1 0,-5 1 1,0 1-47,0 2 0,3 7 0,-3-1 0,0 1-81,0 1 0,3-3 0,-3 5 0,0 0-95,0-1 0,5-4 0,-3 2 0,1-4-133,0-1 0,0-2 0,5-1 0,0-4-112,0-1 1,0-2 338,0-4 0,0-1 0</inkml:trace>
  <inkml:trace contextRef="#ctx0" brushRef="#br1" timeOffset="279">16458 11136 7686,'-4'-9'-737,"-1"-1"782,0 7 0,11-3 0,4 6 0,3 0 32,1 0 1,5 0 0,0 0 0,1 0-119,0 0 1,-2 0-1,4 0 1,1 0-114,-1 0 0,-3 0 0,4 0 154,-2 0 0,30-19 0,3-5 0</inkml:trace>
  <inkml:trace contextRef="#ctx0" brushRef="#br1" timeOffset="280">16789 11194 8522,'-9'0'-2007,"-1"0"2439,7 0-149,-4 0 0,19 0-264,2 0 0,-1 0 1,-4 0-1,3 0-39,0 0 0,-2-2 0,0-1 0,-1-3-25,-1-2 0,3 3 0,-4-3 0,-1 0-110,1 0 0,-1 0 0,-3-3-31,2 1 112,0 1 1,-7-4 88,-3 3 0,-1 6 0,-5 7 0,1 3 192,-1 2 1,3 2 0,0 4-159,2 0 1,-1 1 0,4-1 0,-2 1-54,2-1 0,1-4 1,2-1-1,0 2-46,0 2 0,2-3 1,3-1-148,4 3 1,4-1 0,2 0 0,-1-3 196,0-2 0,45-20 0,12-10 0</inkml:trace>
  <inkml:trace contextRef="#ctx0" brushRef="#br1" timeOffset="281">17221 11165 8470,'8'-14'-660,"-3"-1"1,-4 1 566,-1 0 1,0 4 233,0 1 1,-1 5-61,-4 0 1,2 4 0,-7 4 0,-1 4-10,-2 0 0,3 5 0,1-3 0,-2 2-20,-2 3 0,-1-1 1,1 1-32,3-1 1,2-1 0,5-2-141,-2-1 28,0-1 1,5 1 0,2-2-89,3-2 0,1-3 0,5-6 0,-1-2 29,1 2 0,0-5 0,1 0 1,-3-1 98,2-1 1,-3 5 0,0-4-1,0-1-14,0 2 1,-3 0 223,5 3 0,-7 2 1,3-5 51,1 2 0,-6 2-139,4 9 1,-3-2-1,-2 7-83,0 1 0,0 2 1,0 1-44,0 1 0,0-1 0,1-1 0,2-2-276,2-1 0,6-1 330,-1 6 0,16-7 0,4-2 0</inkml:trace>
  <inkml:trace contextRef="#ctx0" brushRef="#br1" timeOffset="282">17451 11108 8459,'-2'-13'-728,"-2"3"1,2 6 860,-3 8 1,-1 4 0,1 7 0,2-1 32,1 0 0,2 1 0,0-1 0,0 1-92,0-1 1,2 0-1,1 1 1,3-1-196,2 1 0,2-1 0,4 0-106,1 1 1,-1-6 0,1-1-1,-1-1-514,0-4 741,1-1 0,18-41 0,6-9 0</inkml:trace>
  <inkml:trace contextRef="#ctx0" brushRef="#br1" timeOffset="283">17782 10849 8433,'-5'9'-284,"-1"-1"1,-1 0 56,1 0 1,-4 2 0,4 6 0,0 3 428,-1 5 1,-2-2 0,2 2-1,-1 2-98,-3 1 1,0 7-1,0-1 1,1-1-94,-1-1 0,-2-3 0,0 1 1,2-2-53,1-3 0,6 0 1,-4-8-115,1-3 133,3-8 0,5 0 0,2-10-30,2-5 0,6-2 1,-3-3-1,2 2-78,-1 4 1,1-4-1,3 3 1,-2-2 43,-1-3 1,-2 6 0,3 1 0,-2 0 60,3 0 1,0 3 0,3-3 58,-1 1 1,-4 3 0,-1 4-23,3 0 0,-1 1 1,0 2-1,-3 4 38,-2 1 0,1 1 0,-4 6 0,2-1-55,-2 1 0,0-1 1,0 0-1,2 1-101,-2-1 0,0 1 1,1-1-1,0 0 106,0 1 0,16-7 0,4-2 0</inkml:trace>
  <inkml:trace contextRef="#ctx0" brushRef="#br1" timeOffset="284">17955 11280 8433,'-8'-6'-1609,"1"3"1661,7-7 1,2 7 0,3-2-16,4 4 1,-1 1 0,2 0-38,1 0 0,2-5 0,1 0 0,-1 0-34,-3-1 0,2 3-72,-2-7 0,1 5 12,-1-4 110,-4-1 1,-12 2-1,-4 3 152,-3 4 0,-1 7 0,1 4-67,4 2 1,-3-2-1,8 0 1,-1 1-31,-2 2 1,6-4 0,-4 1 0,3 1-54,2 2 1,0 1-1,0 1-106,0-1 0,2 0 0,3-1 0,3-2-107,0-1 0,5-2 1,-4 3-1,4-3-529,1-2 724,1-1 0,44-24 0,11-5 0</inkml:trace>
  <inkml:trace contextRef="#ctx0" brushRef="#br1" timeOffset="285">18228 11223 8427,'8'-15'-337,"0"1"274,-3 0 1,-2 6 0,6 3 264,3 3 0,-4 4 0,0 3-92,-2 4 0,-1 4 0,-5 1 1,1 1-38,4-1 1,-3 5 0,3 1-1,-4-3-100,-1-1 1,-1 0 0,-3 2 0,0 1-20,0-2 0,-2-5 0,1-3 58,2 2 13,-5 2 0,6-6 1,-1-7-1,6-8-72,7-5 0,3-6 0,3-2 1,1-1-138,3-4 1,5 0-1,-1 1 1,3 1-308,2-2 1,0 1 490,0 1 0,31-29 0,-25 26 0,-1 0 0</inkml:trace>
  <inkml:trace contextRef="#ctx0" brushRef="#br1" timeOffset="286">19206 11021 8511,'0'-14'-1917,"2"6"1928,3 3 0,-2 4 0,6-1 90,3-3 1,-4 4 0,1-6-82,2 1 1,-3 4-1,2-4-9,1-1 0,2-1-31,1-6 1,-1 0-1,-3-1 2,-5 1 1,-4-1 0,-1 1 48,0 0 1,0-1-1,0 1 38,0 0 0,0 4-53,0 0 1,-1 7-1,-3 0 47,0 6 1,-6 0 0,4 9 0,-1 2 43,1 4 1,-4 7-1,4-1 1,-1 3-43,1 2 1,-4 1 0,4 4 0,-2 4-54,-3 4 0,3 1 0,-2 2 0,-1 1-36,-2 2 1,0 5 0,2-5 0,2-2-79,-3-1 1,0-7 0,-3-1-1,3-2-141,2-3 1,-1-3 0,4-5-1,1-5 243,0-3 0,-6-21 0,4-4 0</inkml:trace>
  <inkml:trace contextRef="#ctx0" brushRef="#br1" timeOffset="287">19077 11367 8511,'0'-15'0,"1"1"-610,4 0 1,-2 1-1,7 2 554,1 1 0,2 7 0,3-2 0,1 3 116,3 2 1,-1 0 0,-3-1-1,1-2 18,3-2 0,5 0 1,-2 5-1,1 0-43,0 0 1,-7 0 0,4 0 0,-2-2 48,0-2 1,0 2-1,-4-3 134,-1 4-140,-6 1 1,-3 6 0,-10 4-19,-4 2 0,1 1 1,-2-2-1,-1-1-35,-2 1 0,3 2 0,2 1 0,0-1-43,0-3 0,5 2 1,-3-2-9,-1 3 1,6 1 0,-2-1 1,6-3 0,0 1 0,7-6 1,1-2-26,2-2 1,1-1-1,0-1 1,1-2-21,-1-2 1,1-6 0,-1 3-1,-1-2-7,-4 0 0,3 1 1,-6-6 68,2 1 0,-5 0 1,2-1-1,-3 1 13,-2 0 1,-5 4 0,-2 2 0,-1 0 5,-3 0 1,3 3 0,-1-3-19,-3 2 1,0-4-127,-3 5 97,7-6 1,2 8 0,7-5 0,4 2 63,5 2 0,3 3 0,1 1 0,0 0 56,1 0 0,-1 0 0,1 0 0,1 1 13,3 4 1,-3-2 0,3 7-42,-3 1 1,-2 2-1,-1 1-65,-3 1 0,1-1 0,-6 1-73,-2-1 1,-2 0 0,-1 1-68,0-1 1,-1-4 121,-4-1 45,-3-6 0,0-3 0,3-9 5,4-4 1,1 3 0,0 1-12,0-2 1,1-2 0,2-1-1,4 1-116,1 3 0,-3-3 1,4 5-1,1-1-226,-2-1 0,5 7 0,-4-2 329,4 4 0,27 1 0,6 0 0</inkml:trace>
  <inkml:trace contextRef="#ctx0" brushRef="#br1" timeOffset="288">19969 11208 8473,'-8'-9'0,"1"-1"-194,1-1 1,3 5-1,-7 1 22,-1 3 1,3 2-1,-2 0 212,-1 0 0,3 7 0,0 2 0,0 4 65,0 1 0,5 1 1,-3-1-1,1 1-55,0-1 0,0 0 1,5 1-1,0-1-31,0 1 1,5-1 0,1 0-83,2 1 0,2-3 0,4 0 0,1-4-72,-1-2 0,-4-1 1,-1-4-1,3 3-394,0 0 1,3 1 321,-1-5 0,1 0 1,-3-1 206,-2-4 0,1-3 0,-5-7 0,2 1 0,-4 4 0,0 1 0,-2-2 11,-2-2 0,0-1 0,0-1 277,0 1 1,0 4-79,0 1 1,0 4-48,0-5 0,5 9-121,0 1 0,-1 6 1,-4 8-134,0 1 1,-1-1 0,-2 1-104,-2-1 1,0 0 0,5 1 193,0-1 0,0-6 0,0-2 0</inkml:trace>
  <inkml:trace contextRef="#ctx0" brushRef="#br1" timeOffset="289">20098 11151 8463,'-8'0'0,"2"19"0,6 5 0</inkml:trace>
  <inkml:trace contextRef="#ctx0" brushRef="#br1" timeOffset="290">20228 11324 7796,'-7'-8'-1019,"4"1"1099,-6 7 1,5 2-1,-2 3 150,0 4 1,4 4-206,-3 1 0,4-4 22,1-1 0,1-5-47,4 0 0,3-2 0,5-4-14,-4-2 0,4 0 1,-3-5-1,2-2-26,3-2 0,-1 3 1,1 1-1,-1-2-36,0-2 1,1 3-1,-1 1 1,1-1 22,-1 2 0,-4 2 0,-1 6 39,2 0 0,-4 1 27,-2 4 1,-4 3-1,-1 6-9,0 1 1,0-1 0,0 1 0,0-1-91,0 0 1,0-4 0,2-1-61,3 3 1,-2 0 0,6 1 64,2-3 0,-3-4 0,2-6 0,1 0 81,2 0 0,-3 0 0,-1 0 0,2-1 0,2-4 0,2-3 0,-1-7 0,0 3 0,1 2 0,-6-3 0,1 4 0,1-6-37,2-4 0,1 3 0,-1-3 0,-2 3 60,-1 2 1,-2-1 0,3 1 0,-3-1 47,-2 1 1,-1 0 0,-5-1 55,0 1 1,-1 6-1,-4 3-11,-5 3 1,-3 2 0,-1 0 0,0 2-29,-1 3 0,1-2 0,0 7 0,-1-1 23,1-1 1,4 5-1,1-3-50,-3 2 0,6-2 98,1 0-169,4-1 0,7-1 0,4-3 5,2-3 1,3-2 0,-1-2 43,1-3 1,-1 4-1,0-4 7,1 3 0,-6 2 19,1 0 0,-2 7 0,1 2 0,-4 4-7,-3 1 0,-2 1 0,0 1 0,0 3-19,0 5 1,-2 3-1,-1 2 1,-3 1-22,-2 4 0,-7-2 1,-6 6-1,1 1-37,-1-3 0,-5-1 0,2-4 0,-3 1-4,-2 1 0,1-5 0,0-9 0,3-3-1,1-2 0,2-6 0,-2-3 1,4-3 25,4-2 0,4-7 0,0-1 0,4-1-16,2-1 0,1 0 1,5-4-1,0 0-59,0-1 0,2 1 1,3-1-1,4 1-102,4 0 1,1-1-1,1 1 1,1-2 174,3-3 0,14-20 0,7-9 0,7-6 0,-1 0 0</inkml:trace>
  <inkml:trace contextRef="#ctx0" brushRef="#br1" timeOffset="291">21148 10575 8231,'-14'0'-459,"4"2"1,1 1-1,-1 4 449,2 1 1,-3 3-1,5 6 1,-2 2 53,-3-1 1,3 0 0,0-1 0,0 4-76,0 1 1,3-4 0,-3 1-1,0-1-179,0 1 0,5-3 210,-2 3 0,3-16 0,2-4 0</inkml:trace>
  <inkml:trace contextRef="#ctx0" brushRef="#br1" timeOffset="292">21249 10633 8451,'-9'0'-573,"-1"0"1,2 6-1,-2 4 433,6 3 140,2 1 0,-11 32 0,-3 9 0</inkml:trace>
  <inkml:trace contextRef="#ctx0" brushRef="#br1" timeOffset="293">21710 11007 13489,'8'-10'-358,"-2"1"0,-1-2-258,0-2 0,-1 3 1,-2 1 335,3-3 1,-2 1-1,5 0 203,-2 1 1,1 7 12,-3-2 0,-2 5 1,3 5 90,-4 5 0,-5 3 0,-3 3 1,1 1-30,-1 2 1,-2 7 0,3-4-1,-1 2-170,1 0 1,-4-1-1,4 2 1,-1-2 49,1-3 0,0 4 0,2-4 0,0-3-41,0-1 0,3-1 0,1-1-113,0 0 0,1-6 179,4-3 1,3-8 0,7-3 0,-1-2 2,0-4 0,-4 0 1,-1-3-1,3 1 40,0-1 1,-2 1 0,0 0 0,-1-1 16,-1 1 0,0 1 0,-5 2 12,2 1 81,0 7 0,-5-2 1,0 10-1,-2 5 8,-2 2 1,2-2 0,-3 0 0,4 1 73,1 2 0,0 1-49,0 0 0,1-6 0,4-3-53,5-3 0,2-2 1,3 0-1,-1 0-41,1 0 1,-1-7-1,0-2 1,1-4-18,-1-1 1,-4-1 0,-1 1-1,2-1-27,2 1 1,0-5 0,-2 0 0,-3 1-110,-1 2 1,2-3 0,-4 0-148,-2 1 1,4 2 304,-3 2 0,1-26 0,-5-7 0</inkml:trace>
  <inkml:trace contextRef="#ctx0" brushRef="#br1" timeOffset="294">22227 10690 7918,'-6'-14'-349,"3"6"0,-5 5 1,0 6 558,0 7 0,0 9 0,-3 3 1,3 2-177,1 0 1,-2 0-1,2 7 1,-1 1-52,-3 1 1,3 1 0,0-6-1,0 1 16,0 0 0,3 0 1,-3 0-1,0-1-78,0 1 0,5-7 0,-3-2 0,1-4-171,0-2 1,2-6 179,8-3 1,-2-10 0,7-5 0,1-2-26,2-3 0,-4 1 1,1-1-1,1 1 19,2 0 0,1-1 1,1 1-1,-1 1 32,0 4 0,-4-3 0,-1 6 181,3-2 0,-4 5 48,1-2 1,-4 3 0,3 4-51,-2 3 0,-1 3 1,-5 6-1,0 1-122,0-1 0,-5 0 1,1 1-1,0-1 5,3 0 0,1-4 0,0 0 0,0 1-509,0 2 491,0 1 0,6-6 0,2-2 0</inkml:trace>
  <inkml:trace contextRef="#ctx0" brushRef="#br1" timeOffset="295">22371 11122 8282,'-8'0'-660,"2"-6"1,8 4 0,2-4 674,6-1 1,-2 6-1,2-6-18,1 1 1,0 3 0,0-5-1,-3 0-2,-2 0 0,1 5 0,-4-4-1,2 1 0,0-2 231,-5-7-120,0 7 1,-7 2 0,-1 8 0,-1 2-38,-1 6 1,5-2 0,-3 2 0,2 1-25,3 2 1,-4 1-1,1 0 1,0 1 11,-1-1 1,2 0-1,5 1-17,0-1 1,0 1 0,2-1-42,3 0 0,3-1 1,6-2-1,1-3-7,-1-1 0,0-2 0,1-5 0,-1 0-37,0 0 1,1-2 0,-1-3 0,1-3-29,-1 0 1,0-5 0,1 4-12,-1-4 0,-1-1 1,-3-1-1,-4 1 69,0-1 1,-4 6-1,3-1 33,-4-1 1,-1-2 0,0-1-30,0 0 0,2 4-21,3 0 1,3 1 0,6-4-25,0 3 1,1 4-1,-1 4 1,1-1 26,-1-2 0,0 1 1,1 4 41,-1 0 0,1 0 0,-1 0 86,0 0 1,-6 1-1,-3 4 72,-3 5 0,-2 2 0,-2 3-80,-3-1 0,2 1 0,-6-1 0,-1 0 4,2 1 0,-3-1 0,4 0 0,1 1-122,0-1 1,-4-4-1,5-1 1,2 3-207,1 0 0,-2 9 0,-1 2-542,2-1 776,1-1 0,28-13 0,6-2 0</inkml:trace>
  <inkml:trace contextRef="#ctx0" brushRef="#br1" timeOffset="296">22889 11151 8531,'-6'-15'-1742,"6"7"1803,0 4 1,1-3 0,9 2-3,1 2 1,-3 2 0,2 1-82,1 0 1,2-5 22,1 0 30,-6-6 14,-1 3 0,-9 0 0,-3 3 0,-4 4 76,-4 1 1,3 0 0,1 1-1,-3 4-16,0 5 1,-1-2 0,3 1-1,4 2-47,-1 2 1,6 1 0,-4 1-63,3-1 1,4 1-1,4-3 1,9 0-159,7-3 1,5-4 0,4 3 0,2-2-138,6-2 0,2-3 0,2-1 1,1 0 298,-1 0 0,1-13 0,6-6 0,4-1 0,-1 0 0</inkml:trace>
  <inkml:trace contextRef="#ctx0" brushRef="#br1" timeOffset="297">23781 10777 8531,'7'-8'-428,"-6"1"1,6 15 0,-9 5-1,-1 6 673,-2 4 1,-6-4-1,3 5 1,-2 1-175,1 3 0,4 0 0,-5 3 1,-1 1-99,-2 1 0,-1 6 0,0-6 0,-1 1-126,1 1 0,-1 0 0,1 4 0,0-7-177,-1-7 0,2 1 0,4-7 330,4-2 0,-3-26 0,0-9 0</inkml:trace>
  <inkml:trace contextRef="#ctx0" brushRef="#br1" timeOffset="298">23522 11036 8494,'0'-15'-190,"5"1"1,1 1 62,2 4 1,2-3 0,4 8 0,1 0 144,-1 3 1,1 1 0,1-2 0,3-1 41,5-2 1,1 0-1,1 5 1,-1 0-42,6 0 1,-2-1 0,4-2 0,-2-2 10,-3 2 0,-4-4 0,-1 1 1,-3-1-73,-2 1 1,-2-5 0,-3 1-73,-4-3 1,-2-1 0,-7 0-19,0-1 1,-2 3 0,-3 0 75,-4 3 1,-4 6 0,-1-2-1,-1 3 30,1 2 1,0 7 0,-1 2-1,1 4 68,-1 1 0,1 1 1,0 1-1,-1 1 15,1 2 1,-1 2 0,3-2 0,0 4-39,3-1 1,-1 5 0,-3-3 0,4 2-63,4-2 0,3-3 0,2-5 36,0 3 0,2-5 1,3 1 20,4-9 0,-1-4 1,2-4-1,1-3-13,2-4 0,0 1 0,-2-2 0,-1-1-42,1-2 0,2 0 0,-1 2 0,0 2-14,-3-3 0,-1 4 0,3 0 0,-3 0 52,-1 0 0,-1 5 86,-1-2 0,-2 4 110,7 1 1,-7 6 0,2 4-98,-4 3 1,-1 1 0,0 0 0,0 1-105,0-1 1,0 0 0,0 1-1,2-1-183,3 1 0,-4-6 1,6 1-247,-1 1 0,2 2 437,6 1 0,26-25 0,7-7 0</inkml:trace>
  <inkml:trace contextRef="#ctx0" brushRef="#br1" timeOffset="299">24112 11079 8198,'8'-6'-674,"-1"4"0,-6-4 727,4 6 1,1-2 0,6-1-42,-3-2 1,-4 0 0,4 5-25,3 0 1,0-5-1,1-1-46,-3-2 0,-2 5 0,-5-4 27,2 1 1,0 3 83,-5-7 1,0 5 0,-2-3 100,-3 2 1,-3 1 0,-5 7 99,4 3 0,-2-2 0,4 6-179,-1 3 0,5 0 0,-2 3 1,4-1-57,1 1 1,0-1 0,1 0-136,4 1 0,3-1 1,8 0-1,3-1-176,5-3 1,-1 3 291,1-4 0,44-2 0,-25-4 0,-1 0 0</inkml:trace>
  <inkml:trace contextRef="#ctx0" brushRef="#br1" timeOffset="300">24903 10906 8454,'0'-14'95,"0"7"1,-1 7 52,-4 8 0,2 5 0,-5 3 1,0 2-136,0 1 0,3 0 0,-3-3 0,0 2-93,0 1 0,5 0 0,-4-4 1,3-1-154,-1 0 0,-5 1 1,6-1-1,-1 0 233,-2 1 0,6-1 0,-6 1 0</inkml:trace>
  <inkml:trace contextRef="#ctx0" brushRef="#br1" timeOffset="301">24932 10777 7779,'-1'13'-534,"-4"-4"0,3 4 1,-4-3 103,-1 2 430,6 3 0,-12 25 0,5 6 0</inkml:trace>
  <inkml:trace contextRef="#ctx0" brushRef="#br1" timeOffset="302">25076 11021 8471,'-8'-6'-224,"2"4"0,1-2 1,0 8-1,2 6 297,1 3 0,2-4 1,0 1-1,-1 0-1,-4-2 0,3 4 1,-2-2-75,2 3 0,2-4 126,0 1-156,0-7 1,6 3 0,2-7-21,0-4 1,5 2-1,-5-7 1,2 1-30,-1 1 0,1-5 0,4 3 0,1-1 14,-1 2 0,0-4 0,1 5 0,-1-2 52,1 1 0,-1 5 1,0 0 79,1 2 1,-6 2 0,-1 2-35,-1 2 0,-3 0 0,-4 5-22,0 2 1,0 2 0,0 2 0,0-1-100,0 0 1,0-4 0,0 0 0,0 1-316,0 1 1,5 3 404,0-1 0,6 1 0,-3-1 0</inkml:trace>
  <inkml:trace contextRef="#ctx0" brushRef="#br1" timeOffset="303">25479 11079 8471,'14'-14'-584,"-1"-1"0,-2 2 0,-3 2 406,-1 2 0,2-1 1,-2-4 304,1-1 1,-5 1 134,2-1 1,-5 7 0,-5 4 0,-5 2-74,-3 2 0,-1 6 0,0 4 0,1 3-75,3 1 0,-2-3 1,2 2-1,-1 3-68,1 0 0,-1 0 0,5-1 0,-1-1-110,1 0 0,1 1 0,5-1-102,0 0 1,0 1-1,0-1-103,0 1 0,6-3 0,4 0 0,3-4-639,1-2 908,1-1 0,37-24 0,11-5 0</inkml:trace>
  <inkml:trace contextRef="#ctx0" brushRef="#br1" timeOffset="304">25723 11036 6526,'0'-10'241,"0"1"165,0 5 1,-1-2-243,-4 6 1,-3 6-1,-6 4-81,-1 3 1,3 1-1,0-1 1,3-2-20,-2-1 1,3-1 0,0 6 0,0-1-48,0 0 0,3-4 1,-3 0-82,1 1 0,3 2 83,4 1 1,1-6-48,4-3 0,3-4 1,6-1-25,1 0 1,-1 0 0,1 0-39,-1 0 1,-4 0-1,-1-1 70,2-4 0,2 3 0,0-4 21,-4 0 0,4 4 19,-3-3 1,-2 2-3,1-2 1,-4 2-16,5-7 0,-5 2 0,3-3-24,-2 2 1,-1 4-1,-5-5-16,0-1 0,0 3 1,-2-1 1,-3-3 0,-3 1 1,-4 0-87,2 1 1,-3 7 0,4-2-79,-4 4 0,3 1 0,1 0 199,-3 0 0,6 25 0,0 7 0</inkml:trace>
  <inkml:trace contextRef="#ctx0" brushRef="#br1" timeOffset="305">25810 11036 7336,'14'-8'-902,"1"-3"1362,-1 6 1,0 0-1,1 5-454,-1 0 1,-4 0 0,-1 0 0,1 2 131,-2 2 1,3 0 0,-5 5-93,2 2 1,-3 2 0,3 2 0,-1-1-43,-4 0 1,-2 1 0,-1-1-10,0 0 1,0 1-1,-1-1-152,-4 1 1,2-6 54,-7 1 1,7-9 104,-2-1 1,4-1 0,1-9 1,0-1 1,4-2-1,3-1 1,1-1-16,3 1 1,2 0 0,1 1 0,1 2-63,-1 1 1,0 1-1,1-6 1,-1 2-83,1 4 1,-1-2-1,0 4 1,1 1 124,-1-1 0,0 3 130,1 4 1,-6 1 0,-1 4 110,-1 5 0,-2 2 1,-5 3-105,0-1 1,-5 1 0,0-1 0,0 0-42,-1 1 1,3-6 0,-5 1-87,1 1 1,-2 2-265,4 1 91,-6-6 138,9-1 0,-3-12 0,8-2 0,4-1 4,1-3 1,-3 0 0,4 0 0,1 1-28,-2-1 0,5-2 0,-4-1 0,4 1-38,1 4 1,1-4 0,-1 3-1,1-1 56,-1 1 0,-4-1 0,-1 5 0,2-1 16,2 1 1,-3-4 136,-1 6 255,1-1 194,4 5 0,-6 1-221,-3 4 0,-2 2 1,0 4-157,2-2 1,2-5 0,-4 2 0,3-1-65,2 0 0,-3-1 0,5-4-147,1 0 1,-3 0 0,1 0-292,3 0 1,0 0-17,3 0 0,-1 0 92,1 0 0,-7-1 84,-4-4 0,-2 2 142,-2-7 0,-2 7 1,-2-2 67,-6 4 1,2 1 0,-2 0-1,-1 1 42,-2 4 0,-1 3 0,0 6-44,-1 1 1,7-6-1,2 1 1,1 1-69,0 2 0,0-3 0,4-1 1,-2 2-367,-2 2 0,0 1 402,5 1 0,32 6 0,8 1 0</inkml:trace>
  <inkml:trace contextRef="#ctx0" brushRef="#br1" timeOffset="306">26759 10921 8124,'-8'6'232,"-4"-3"0,4 7 1,-2 1-109,0 2 0,6 3 0,-4 1 1,0 3-52,0-3 0,4-1 0,-2-1 1,1 1-68,0 3 1,1-3-1,4 3-206,0-3 0,6-2 0,4-1 61,2-3 1,3 1 0,-1-6 0,1-2-214,-1-2 0,0-2 0,1-2 0,-1-4 104,0-1 0,1 3 0,-1-4 0,1-2 248,-1-2 0,0-3 0,1-2 0,-2-1 0,-4 2 0,4-4 0,-3 0 0,2-1 0,3-4 0,-1 4 0,1-4 0,-1-1 0,0 0 0,1-5 0,1 8 0,1-2-100,2 2 1,-4 3-1,-6 9 985,3 2-627,-6 4 0,0 14 1,-7 4-1,-2 6-24,-2 0 0,-6 2 0,3 1 0,-2 2-48,0 2 0,6-3 0,-6 2 1,0 0-206,2-1 1,-3 4 0,5-5 0,-2 2-136,-3 0 1,0 0 0,-1 3 0,3-1-215,-2-2 0,-2 0 0,-2 5 1,1-2-825,0-3 1192,6-3 0,-12-39 0,4-7 0</inkml:trace>
  <inkml:trace contextRef="#ctx0" brushRef="#br1" timeOffset="307">26846 11108 8440,'0'-19'0,"0"-1"-59,0 3 0,0 6 0,0 1 122,0-1 0,3 0 0,5 1 0,6 4 148,2-1 0,7 6 1,1-6-1,3 2-350,2 1 1,-1-3-1,1 4 1,0-2 138,0 2 0,19-56 0,-22 23 0,0 0 0</inkml:trace>
  <inkml:trace contextRef="#ctx0" brushRef="#br1" timeOffset="308">27781 10993 12621,'8'-2'-602,"-2"-1"74,1-2 1,-1-1-1,5 2 655,-1 0-224,-7-1 152,3 5-14,-6-7 20,0 6-36,0-12 1,0 10-261,0-7 160,0 7 1,-1-3 0,-2 7 0,-4 2 2,-1 2 0,-1 11 0,-6-1 0,1 2-34,-1 4 0,-2-3 1,1 4-1,3 0 61,0 1 0,0-4 0,1 3 0,2-1-47,5-3 1,4-2-1,1-2-51,0 0 1,8-6-1,4-3 1,8-3-12,2-2 1,2-5 0,3-3 0,-1-3 74,-2-5 0,-2-2 0,2 2 0,-5-1 112,-3-3 1,-1-3 0,-3 2 0,0 0-39,-3 0 0,-6 0 0,2 4 0,-3-2-2,-2 1 0,-7 2 1,-2 2-1,-4 1-11,-1 3 1,-1-1 0,1 6 0,0 2-88,-1 1 1,-2 4 0,1 3 123,3 4 1,8 23-1,-1 7 1</inkml:trace>
  <inkml:trace contextRef="#ctx0" brushRef="#br1" timeOffset="309">28069 10935 9518,'1'-8'-969,"4"3"1,-2-1 1153,7 1 1,-7 2 0,2 8-120,-4 4 0,-1 4 0,0 3 1,0 2-10,0 1 1,-1 2 0,-2-4 0,-4 2-19,-1-1 1,5 0-1,-2-1 1,2 2-71,-2-1 1,4-2 0,-4-2 7,3 1 0,2-6 1,2-1-81,3-1 1,3-3 0,8-5 0,1-4-34,2-5 0,7 1 1,-4-4-1,2-3 22,0 0 1,0 0 0,3 0 0,-1-1 101,-2-3 1,-7 1 0,3 5-1,-4-1 58,-2 1 1,-4 1 0,-2 2 6,-2 1 1,-3 7 14,-8-2 0,2 9 0,-5 2 0,0 2 4,0 3 1,5 2 0,-3 1-1,1 1-57,0-1 0,0 1 0,5-1-216,0 0 1,0 1-1,0-1 187,0 0 0,39-12 0,9-4 0</inkml:trace>
  <inkml:trace contextRef="#ctx0" brushRef="#br1" timeOffset="310">28702 10748 8389,'4'-19'0,"3"0"-365,1 1 1,-5 2 0,3 2 749,1-1 1,-4 2 0,5 2 220,-2 2-505,-1 6 0,-5 3 0,-1 11 0,-4 5-52,-5 3 1,-3 6 0,1-1-1,0 2-49,3-2 0,-1 3 0,-4-3 0,-1 3-10,1 2 0,4-5 1,1 0-1,-1 0-19,2-2 1,-3 4-1,6-7 1,0 0-84,-1 2 0,4-5 1,-2 3-106,2-3 1,4-3 0,2-3 0,6-6 1,3-2 0,1-2 0,1 0-60,-1 0 1,-4 0 0,-1 0 280,2 0 0,2-25 0,2-7 0</inkml:trace>
  <inkml:trace contextRef="#ctx0" brushRef="#br1" timeOffset="311">28572 10892 9508,'0'-15'-310,"0"1"1,0 0 0,2 1 89,2 3 1,4 4 0,7 4 219,-1-2 1,1 2-1,-1-3 1,0 5-185,1 5 1,-1-3 182,1 2 0,18 4 1,5 0-1</inkml:trace>
  <inkml:trace contextRef="#ctx0" brushRef="#br1" timeOffset="312">28917 10662 9508,'0'-15'-1021,"-1"7"1024,-4 3 1,2 4 0,-5 2 0,1 4 15,4 5 0,2 3 0,1 3 0,-2 3 20,-3 5 0,4-2 1,-4 2-1,3 2-74,2 1 1,0 3 0,-1 2 0,-3 2-52,0-2 1,-3-2 0,4-1 0,-3 1-93,-2 4 1,0-5 0,-4 1 0,3-4-27,-2-1 1,-2 1-1,-2-1 220,1-1 1,-7-6 0,-1 3-1</inkml:trace>
  <inkml:trace contextRef="#ctx0" brushRef="#br1" timeOffset="313">28802 10964 8652,'13'-27'-340,"-3"3"0,2-4 1,-2 6-1,3 0 175,1 3 0,-4 3 0,-1 1 0,3 2 270,0 4 0,-2 1 0,0 5 60,1-2 1,2 0-1,1 7-105,0 2 1,-6 0 0,-1 4 0,-3 0 1,1 0 0,0 1 0,-5 6-35,0-1 0,-2-1 1,-1-2-1,-3-1-96,-2 1 0,0-3 0,-3 1 0,1 2-162,-1 2 1,-2 2 0,-1-1 230,-1 0 1,-12-6 0,-3-1 0</inkml:trace>
  <inkml:trace contextRef="#ctx0" brushRef="#br1" timeOffset="314">28975 10892 8031,'-14'0'-528,"6"1"0,3 4 648,3 5 1,-3-2 0,1 1 0,0 3-103,3 0 0,1 3 0,0-1-21,0 1 1,1-1-40,4 0 0,-2-6 1,7-3-19,1-3 0,2-2 0,1 0 3,1 0 1,-1-7 34,0-2 0,1-4 1,-1 0-1,-1 2 5,-3 1 1,2 2 0,-4-3-1,2 3 19,0 2 0,-6-1 53,6 3 1,-2 4-21,2 0 1,-4 6-1,-6 8-17,0 1 0,-5-1 1,0 1-59,2-1 1,2 0-1,1 1-276,0-1 0,0 1 314,0-1 1,0-19-1,0-4 1</inkml:trace>
  <inkml:trace contextRef="#ctx0" brushRef="#br1" timeOffset="315">29435 10590 8139,'-9'0'-342,"1"1"1,0 4 336,0 5 0,3 7 1,-3 4-1,0 3 12,0 6 1,0-1 0,-3 6-1,1-1 1,-1 0 0,3 5 0,-2-2 0,-1 0-104,-2-3 1,4 1-1,-1-2 1,1-1-204,1-1 1,-4-7 298,8 0 0,-20-13 0,0 2 0</inkml:trace>
  <inkml:trace contextRef="#ctx0" brushRef="#br1" timeOffset="316">29219 10892 8583,'7'-15'0,"2"1"-491,4 0 1,-2 4 0,2 2-1,3 2 357,0 3 0,2 1 1,-1 2-1,3 0 134,-3 0 0,44 6 0,9 2 0</inkml:trace>
  <inkml:trace contextRef="#ctx0" brushRef="#br1" timeOffset="317">30097 10762 25246,'10'-14'-590,"-1"0"0,-4-1 0,3 1 1,0-1 311,0 1 0,0 0 1,3-2-1,-1-2 243,1-1 1,2 0 0,0 3-1,-2-2 93,-2-1 0,-1 0 1,2 4 858,-5 1-1235,-4 0 1,-2 6-1,-4 4 1,-5 8 424,-2 5 0,-3 10 1,1 5-1,-2 4-155,-3 0 1,3 1-1,-4 1 1,4 2-18,2 2 0,0 6 1,-1-2-1,1 2-118,0-1 0,-1 2 1,2-2-1,2 2-240,2 2 0,1 1 0,-2-3 0,4-3-170,-1-4 1,6-4 0,-6-1-1,2-2-92,1-3 0,-1-3 0,5-6 0,-2-3 1226,-3-2 0,-3-10 1,-6-8-1</inkml:trace>
  <inkml:trace contextRef="#ctx0" brushRef="#br1" timeOffset="318">29881 11021 25246,'10'-24'-1181,"-1"0"1,1 7 0,4-4 0,1 2 1319,-1 0 1,5 4-1,1 7 1,-1 2 385,2 3 0,-4-4 0,6 3 0,-3 0-329,-2 3 0,-2 1 1,0 1-1,1 3-367,3 0 1,-1 7-1,-5-1-343,1 3 1,-3 1-1,0 1 15,-3-1 0,-6 0 1,4 1-1,-2-1-341,-1 1 1,1-6 0,-5 1 525,0 1 0,-5 2 0,-1 0 0,-2-2 74,-3-2 0,3-5 0,0 2 0,0-1 147,0 0 0,3-1 1,-3-5-350,2-4 1,1-3-1,5-6 279,0-1 1,0 1-1,1-1 333,4 1 0,-2 0 0,7-1 0,1 1 244,2-1 0,-3 3 0,-1 0 0,2 3 151,2-2 0,2 3 1,-1 0-150,0 1 0,1 2 0,-1 5 0</inkml:trace>
  <inkml:trace contextRef="#ctx0" brushRef="#br1" timeOffset="319">30428 10949 24935,'-14'0'-376,"1"2"0,2 1 644,1 2 1,2 6 0,-2-1-697,6 3 1,2 1-302,2 0 1,2-1 0,2-3-1,6-5 698,3-4 0,1-1 1,1 0-1,-1 0 100,0 0 0,-1-1 1,-2-3-1,-3-2 21,-1-2 1,2 3-1,-2-4-261,1-3 1,-5 0 0,2-3-247,-4 1 0,-2-1 1,-2 1-248,-2 0 1,-6 6 0,1 1 0,-3 2 247,-1 1 1,4-1 0,1 5 759,-3 0-295,6 0 0,-13 25 0,3 7 1</inkml:trace>
  <inkml:trace contextRef="#ctx0" brushRef="#br1" timeOffset="320">30658 10921 14324,'-14'6'-119,"4"-4"0,1 4-211,-3 0 0,6-2 0,0 4 0,1 0 102,0 0 0,0-4 0,5 6-41,0 1 0,0-3 0,0 2-71,0 1 0,2-5 175,3-1 1,3-3 0,6-2 146,0 0 1,-4 0-1,0-2 1,1-1-92,2-2 0,1-6 0,0 1 0,1-2 1,-1-1 0,0 2 0,1 1 32,-1-1 1,1 0 0,-1-1-1,0 4 41,1 2 0,-1-5 0,1 3 164,-1 0 0,-1 0 74,-4 3 1,-2 5-1,-7 0-91,0 8 0,-2 3 1,-3 0-1,-3-1-47,0 1 1,-3 2 0,5 1-1,-1 1-96,1-1 0,-4-4 0,6-1-41,0 3 1,3-4-188,1 1 126,0-6 0,1 4 0,4-7 86,5 0 0,-2-2 1,1-1-1,3-3-47,0-2 1,-2 0-1,0-4 1,1 3 63,2-2 1,1 3-1,0-2 21,1-1 0,-1 4 0,-1 1 0,-2 1 108,-1 0 1,-6 1-10,6 4 0,-7 1 0,2 4-56,-3 5 0,-2 2 1,0 3-1,0-1-35,0 1 1,0-6-1,0 1 1,-2 1-197,-3 2 0,4 1 0,-4 1 152,3-1 1,-4 7 0,-2 1 0</inkml:trace>
  <inkml:trace contextRef="#ctx0" brushRef="#br1" timeOffset="321">13207 12129 15621,'2'-14'-1918,"1"-2"1393,2-3 1,-1 3 0,-4-3 395,0 3 0,2 3 119,3 3 0,-4 5-8,4 10 0,-5 3 0,-3 8 0,-4 2 126,0 1 1,2 6-1,-5-1 1,1 2-47,1-2 0,-5 8 0,3-3 0,-1 1-168,1 1 0,-2 2 0,2 2 0,-3 2 100,-1 3 1,-1-3 0,1 0 0,1-2-52,4-3 1,-3-2 0,8-1 0,0-2-131,3-3 0,2-5-7,4-9 0,3-4 1,8-6-1,2 0 123,1 0 1,0-5-1,-4-1 1,-1-2-89,0-3 1,-1 3 0,-2-2 70,-1-1 1,-32-27-1,-4-9 1</inkml:trace>
  <inkml:trace contextRef="#ctx0" brushRef="#br1" timeOffset="322">12934 12575 8742,'-13'-14'0,"2"0"-453,1-1 1,7 6-1,-2-1 502,3-1 0,4 4 1,3 1-1,4 1 64,4 0 0,3-4 1,2 2-1,3 1-63,1 0 0,2-4 1,5 5-1,-1 0-50,1-1 0,0 4 0,0-2 0,-2 2-150,-3 2 0,3 0 0,-5 0 0,1 0-167,-4 0 1,-3 0 312,-2 0 1,-18 19 0,-6 5 0</inkml:trace>
  <inkml:trace contextRef="#ctx0" brushRef="#br1" timeOffset="323">13394 12446 7908,'-5'9'-306,"0"1"304,2 1 1,2-3 0,1 2-1,0 1-205,0 2 202,0 1 0,-7 26 0,-1 6 0</inkml:trace>
  <inkml:trace contextRef="#ctx0" brushRef="#br1" timeOffset="324">13451 12216 9125,'-9'0'-312,"-1"0"1,7 32 0,-3 8-1</inkml:trace>
  <inkml:trace contextRef="#ctx0" brushRef="#br1" timeOffset="325">13581 12503 9125,'-10'0'-1450,"1"0"1587,-1 0 0,2 7-118,3 2 1,4 4-77,1 2 0,0-1 0,1-1-51,4-4 0,-2-2 1,7-7 63,1 0 0,-3 0 0,2 0 1,1 0 1,2-7 0,1-2-10,1-4 1,-6 3 0,1 1 0,1-2 13,2-2 1,-4 0-1,1 2 1,-1 1 32,-1-1 0,5 3 68,-3-2 0,-2 7 61,1-2 0,-5 10 0,0 5-38,-2 3 1,-2 6 0,0 0 0,-2-1-32,-2-2 1,2-2 0,-3 0 0,4 1-53,1-1 0,0-4 0,0-1-25,0 2 1,0-3 7,0 2 1,1-7-1,2 0-11,2-6 0,6-3 1,-3-5-1,2 1-53,0-1 1,-1-2 0,6-1-1,-1-1 2,0 1 1,-1 0-1,-2 1 1,-1 2 79,1 1 0,-3 5 0,2-3 18,1 2 0,-3 1 53,1 5 0,-5 2 0,0 2-53,-2 6 1,-2 3 0,0 1-1,2-1-62,2-3 0,-2 2 0,3-2 0,-4 3-132,-1 1 0,2-4 1,1-1 157,2 2 1,0 9-1,-5 2 1</inkml:trace>
  <inkml:trace contextRef="#ctx0" brushRef="#br1" timeOffset="326">14099 12590 7194,'8'-7'16,"5"4"0,-4-6-47,4-3 1,0 4-1,-2-1-3,-1-2 1,-2-2 48,1-2 1,-2 6 12,-7-1 0,-7 7 0,-2-2 0,-4 4 91,-2 1 1,1 6 0,0 4 0,-1 2 74,1 3 1,0-6 0,1 1-1,2 1-139,1 2 1,7 1 0,-2 1-1,3-1-113,2 0 1,0-4-1,2-2 1,4 0-44,9 0 0,-1-5 0,7 2 0,0-3-95,3-2 0,-2 0 0,0 0 0,1 0-681,-1 0 897,2 0 1,18-26-1,2-6 1</inkml:trace>
  <inkml:trace contextRef="#ctx0" brushRef="#br1" timeOffset="327">14430 12388 17212,'-15'0'-773,"3"2"1,0 1 618,3 2 0,1 6 1,-3-3-1,3 2-104,1-1 1,2 1-1,5 4 1,0 1 20,0-1 0,5 0 1,2 1-1,1-2 114,3-4 0,2 4 0,1-3 0,0 1 14,1-2 0,-1 4 0,1-3 19,-1 2 0,-4-2 1,-2 0-225,-2 1 0,-1-3 1,-7 1 178,-3 3 0,-3-1 0,-6-2 1,-2-2 57,-3-1 1,-4-3-1,-5 5 1,0-1 73,4-4 1,-1-1 0,6-2 0,1 0-32,2 0 0,3-2-182,4-3 0,4 2 0,10-7 0,4-1 323,4-2 0,34-20 1,7-6-1</inkml:trace>
  <inkml:trace contextRef="#ctx0" brushRef="#br1" timeOffset="328">14617 12302 8170,'0'14'65,"0"-4"1,0 1 0,0 3-6,0 4 0,0 6 1,0-3-1,-2 3-74,-3 6 0,4-1 1,-4 5-1,2-4-73,-2-1 0,3 4 0,-4 1 0,1-2-44,0-2 1,-1-3 0,3-1 0,-2-4-94,2-1 0,0 1 1,-1-6-682,0-3 905,-1-8 0,-2-37 0,0-16 0</inkml:trace>
  <inkml:trace contextRef="#ctx0" brushRef="#br1" timeOffset="329">14502 12618 8571,'1'-14'-201,"4"0"0,3-1 1,7 3-1,-1 0 21,0 3 1,1 6 0,1-4 0,1 2 159,2 1 0,7-1 1,-4 5-1,2 0-13,0 0 1,-4 0-1,2 0 1,-1 0-393,-4 0 425,-1 0 0,-21 13 0,-4 3 0</inkml:trace>
  <inkml:trace contextRef="#ctx0" brushRef="#br1" timeOffset="330">14775 12633 6579,'10'0'85,"-1"0"1,-4-5 0,5-1-42,1-2 1,-5 3 0,1-3 0,-3 0-15,1 0 1,2 0 0,-4-3-36,2 1 0,-1 5 0,-4-4-12,0-2 1,-6 4 0,-4 2 68,-2 4 1,-3 1 0,2 1 0,2 3 35,2 0 1,1 8 0,-4-4-1,4 1-48,2 1 1,-3-1 0,4 6-34,2-1 0,1 0 0,2 1 1,0-1-21,0 1 1,2-6 0,2-1 0,4 0-61,0 0 0,5-3 0,-3 3 1,2-2-214,3-2 0,-1-3 0,1-1-74,-1 0 1,0 0 359,1 0 0,-1 0 0,1 0 0</inkml:trace>
  <inkml:trace contextRef="#ctx0" brushRef="#br1" timeOffset="331">14976 12561 8408,'0'-14'0,"2"-2"0,1-2-433,2-1 0,1 0 0,-2 4 0,0-1 340,0-3 1,2 3 0,0-3-1,1 3 200,-1 1 0,1 3 0,-4 0 55,2 3 1,-1 7 0,-4 2-46,0 8 1,0 10 0,0 3 0,0 1 14,0 4 1,-4-4-1,-3 4 1,1 2-31,-1 4 1,1 2-1,3-5 1,-4-1-83,-1 1 0,4 5 0,-4-1 1,1 1-175,4 1 0,-5-3 1,0 6-1,-1 1 19,-1-2 1,5 3-1,-3-7 1,2-1-169,3-1 0,1-4 1,2-3 302,0-5 0,13-67 0,3-18 0</inkml:trace>
  <inkml:trace contextRef="#ctx0" brushRef="#br1" timeOffset="332">14991 12604 8408,'5'-10'-414,"-1"1"0,6 4 0,-4-3 0,2 2 402,4 3 1,-4 1 0,1 2 0,2 0 95,2 0 0,2 0 1,-3 2-21,-2 2 0,1 0 1,-6 5-27,-2 2 0,-1-3 0,-2 2-8,0 1 1,-7 2 0,-2 1-58,-4 1 1,-1-6 0,-1 1 0,1-1-148,-1-1 0,6 4 1,-1-6 173,-1 2 0,5-11 0,-1 1 0</inkml:trace>
  <inkml:trace contextRef="#ctx0" brushRef="#br1" timeOffset="333">15437 12331 8488,'0'-15'-261,"-2"3"0,-1 0-42,-2 3 1,-6 7-1,3 2 469,0 8 1,-5 10-1,4 4 1,-4 4 52,-1 4 1,-1 2-1,1-2 1,-1 2-158,1 2 0,1 4 0,2-4 0,3-1-37,2 3 1,-4-6-1,5 4 1,2-4-60,1-1 0,2-2 1,0-3-1,2-5-101,3-3 0,3-2 0,6 1 0,1-2-87,-1-4 1,0-2 0,1-7-1,-1 0-271,1 0 1,4 0 492,0 0 0,19-39 0,1-9 0</inkml:trace>
  <inkml:trace contextRef="#ctx0" brushRef="#br1" timeOffset="334">15638 12475 8488,'0'-10'-300,"0"0"-1275,0-1 1771,0 5 1,0 1-1,0 10 1,0 4-81,0 4 0,0 2 0,0 1 1,0 1-105,0 2 1,0 2-1,0-3 1,0 1-59,0-2 0,0 4 1,0-2-1,0-1-401,0-2 0,0-2 447,0 1 0,-6-1 0,-2 1 0</inkml:trace>
  <inkml:trace contextRef="#ctx0" brushRef="#br1" timeOffset="335">15825 12302 8428,'15'0'-398,"-1"0"0,0 0 0,1 0 0,-1 0 519,1 0 1,-1 6-1,-1 4 1,-2 3 31,-1 1 0,-1 5 0,6 2 0,-3 0-44,-2 0 1,1 4-1,-6-1 1,-2 2-40,-1-2 1,-4 3 0,-3-3 0,-6 1-35,-6-1 1,-6 4-1,-7-4 1,-2 1-133,-2-1 0,-4 3 0,3-3 0,0 2-230,-1-2 0,3 1 1,6-5-1,3-3-374,5-1 700,3 5 0,39-31 0,11-1 0</inkml:trace>
  <inkml:trace contextRef="#ctx0" brushRef="#br1" timeOffset="336">16559 12647 7605,'-5'-6'120,"0"6"0,1 6 0,4 9 0,0-1-32,0 0 0,0 1 0,0-1 0,-2 2-117,-3 3 1,4-3 0,-4 4-1,3-4-157,2-2 0,-1 0 0,-3 1 0,0-1-595,0 0 781,3-6 0,-6-33 0,0-15 0</inkml:trace>
  <inkml:trace contextRef="#ctx0" brushRef="#br1" timeOffset="337">16631 12302 8428,'-10'10'-735,"2"-1"344,2 2 0,0 2 0,2 1 0,0 1 306,0-1 85,3 7 0,1 40 0,0 16 0</inkml:trace>
  <inkml:trace contextRef="#ctx0" brushRef="#br1" timeOffset="338">16804 12575 8428,'0'-14'-542,"0"0"0,-2 1 847,-3 3 1,2 4-156,-7 6 0,7 1 0,-3 4-49,-1 5 1,6 3-1,-4 1-13,3 0 0,2 1 0,0-1-24,0 0 1,0 1 0,0-1-81,0 1 0,2-6 0,1 1-30,2 1 1,0 2 0,-7 1 0,-3 1-919,-4-1 964,-4 0 0,-32 3 0,-14 0 0,-4 2 0,0 0 0</inkml:trace>
  <inkml:trace contextRef="#ctx0" brushRef="#br1" timeOffset="339">17509 12806 9107,'-10'0'-672,"0"0"1,1 0 1687,-6 0-562,7 0-437,2 0 0,8-2 0,2-3 1,6-3-5,3 0 1,1-5 0,2 4-1,2-4-42,1-1 0,2-2 0,-4-2 1,4-1-20,1 1 0,-4-3 0,1 2 0,-3 0-7,-1-2 1,-3 5 0,0-3 0,-4 2-66,-2-3 0,-3 4 0,-8-3 28,-4 3 0,-4 8 0,-1 3 0,-2 4 31,-4 1 1,4 1-1,-3 3-29,3 0 0,8 8 25,4-3 1,4 4 0,4 0 49,6-4 1,3-2 0,1-6 0,2 3 30,3 0 1,-1 1-1,6-5 1,0 0-16,-2 0 1,5 0 0,-4 0 0,1 0 18,0 0 1,-5 0-1,3 0 12,-1 0 1,-2 0 0,-4 0 119,-1 0 1,-6 2-48,-3 3 1,-5-2 0,-5 6-26,-5 3 1,2 0 0,0 3 0,0-3-2,0-2 0,4 3 0,-4-4 0,1 4-120,4 2 0,1-1 1,2 0-200,0 1 0,0-1 0,0 1 50,0-1 0,2-1 1,3-4-1,4-2-28,4-1 1,2-4-1,1 3 221,3-4 0,14-16 1,7-8-1,7-1 1,-1 0-1</inkml:trace>
  <inkml:trace contextRef="#ctx0" brushRef="#br1" timeOffset="340">18170 12705 9107,'-12'-2'-22,"0"-1"1,3-3-719,-2-2 549,4 4 206,1-2 1,7 6 0,4-2-7,5-2 1,-2 2 0,1-3-55,3 4 0,0-4-77,3 0 0,-6-5 1,-1 4-78,-1-2 1,-2 3 118,-5-4 0,-2 5 0,-3 0 61,-4 2 1,-4 2 0,-2 0 0,-1 2 117,-3 2 1,3 0 0,-3 5 0,5 2 95,4 2 0,-3 3 0,5 2-162,0 1 1,2 5-1,6-5 1,0-1-95,0-2 0,6-7 0,4 1 0,4 0-70,5-2 0,-1 3 1,6-7-1,0 0-63,-2-3 1,6-1 203,-4 0 1,22-44 0,7-12 0</inkml:trace>
  <inkml:trace contextRef="#ctx0" brushRef="#br1" timeOffset="341">18501 12345 9107,'0'-14'-218,"-1"7"1,-3 7 0,0 10 369,0 7 0,1 6 0,0 7 0,-2 4-11,2 4 0,0-1 1,0 1-1,-4 2-125,-1 2 1,4 3 0,-4 1 0,0 4-57,0 1 0,-2 0 1,-4 2-1,1-4-174,3 1 0,-3-9 0,5 4 0,-1-3-30,-1-7 0,2-5 1,-3-6-1,3-5-752,2-3 996,-6-8 1,4-40 0,-6-16 0</inkml:trace>
  <inkml:trace contextRef="#ctx0" brushRef="#br1" timeOffset="342">18401 12662 8361,'14'-13'-221,"0"3"0,1-1 0,-1 6 157,0 2 1,1 1-1,-2 4 1,-2 1 81,-2 2 0,1 5 0,4-4 0,-1 2 3,-3 3 1,-2-3 0,-5 2-35,2 1 0,0 2 0,-7 1 0,-3 1-8,-4-1 1,-9-4-1,-3-1 1,-1 2-58,-4 2 0,4 0 0,-2-2 0,0-3-23,2-2 1,1 4-1,6-5-483,1-2 584,0-1 0,12-9 0,55-52 0,-14 20 0,0 0 0</inkml:trace>
  <inkml:trace contextRef="#ctx0" brushRef="#br1" timeOffset="343">18746 12302 8515,'0'-14'-69,"0"6"1,5 8 0,-1 11 0,0 5 165,-3 3 1,-1 6 0,0-1 0,0 4-79,0 0 1,0 1-1,0 0 1,0 0-34,0 0 0,0 4 0,0 1 1,0-2-88,0-2 0,0-1 0,0 0 0,0-1-137,0 1 0,-5 0 0,1-2 0,0-3-373,3-5 0,1 2 611,0-2 0,38-51 0,10-17 0</inkml:trace>
  <inkml:trace contextRef="#ctx0" brushRef="#br1" timeOffset="344">18947 12662 8515,'-6'-13'-377,"-2"2"155,0 1 0,-5 7 1,4 0 293,-4 6 0,-2 5 0,1 6 1,0 1 61,-1-1 0,1 0 1,-1 2-1,3 2-44,2 1 0,-1 0 0,6-4-106,2-1 1,1 1-80,2-1 0,2-6 0,3-3 6,4-4 1,4-1 0,1 0 0,-1-1 13,-3-4 0,3 2 0,-5-7 0,1 1-4,1 1 0,-2-5 1,3 5-1,-3-2-154,-2 1 0,6-1 117,-3-4 1,4 1 194,1 3-52,-6 4 0,-1 7 0,-7 4-40,0 5 0,0 3 0,0 1-120,0 0 1,0 1 0,1-2-101,4-4 1,-2 2 232,7-6 0,-7 6 0,3-3 0</inkml:trace>
  <inkml:trace contextRef="#ctx0" brushRef="#br1" timeOffset="345">19235 12561 8396,'0'-14'0,"0"-1"0,0 1-558,0-1 0,-2 7 623,-2 4 0,0 4 1,-4 4-1,0 6 65,0 3 0,4 3 0,-4 1 0,0 4-48,0 1 1,4-4 0,0 3-1,2-2-73,2 0 0,0 0 0,0-3 0,0 2-149,0 1 0,0 0 0,2-4 0,1-1-164,2 1 0,4-6 0,-2 1 0,1-1-272,3-1 576,2-1 0,33-46 0,8-9 0</inkml:trace>
  <inkml:trace contextRef="#ctx0" brushRef="#br1" timeOffset="346">19321 12719 8118,'-9'-5'-109,"-1"1"-232,7-1 461,-3 5-16,6 0 0,6 0-221,4 0 1,2 0-8,3 0 0,-1 0 0,-1-2 13,-4-3 1,-1 4 0,-4-6 46,0 1 0,1 3 53,-5-7 1,0 5-1,-1-3 1,-4 2 98,-5 3 0,2 1 0,-1 2 0,-2 2 128,-2 3 1,-2 3-1,1 6-199,0 0 0,4 1 1,2-1-1,2 1-68,2-1 0,-2 0 0,1 1 1,2-1-188,1 1 0,7-1 0,2 0 0,1 1-538,3-1 776,2 0 0,58-31 0,-27 4 0,-1 0 0</inkml:trace>
  <inkml:trace contextRef="#ctx0" brushRef="#br1" timeOffset="347">19623 12676 8396,'-9'0'-335,"-1"0"0,2 2 1,-3 1 411,1 2 1,7 6 0,-2-2 67,4 4 1,1-3 6,0-1 1,6-1 0,4 2-83,3-5 1,-4-4 0,1-1 0,1-1-93,2-4 0,1-3 0,1-6 0,-1-1-133,0 1 1,1-1 0,-1-1-1,1-1-78,-1-2 0,-1-7 0,-2 2 0,-3-3 121,-2-2 0,4-4 0,-5-3 0,-2 1 96,-2 0 0,-1-5 0,0 3 1,0-1 69,0 0 0,0 4 1,0-3-1,0 2-2,0 3 1,2 3-26,3 5 0,-4 12 0,4 12 0,-5 9 23,-5 9 1,2 9 0,-5 6 0,0 1 42,0 1 1,4 2 0,-4 6-1,1 0 18,4 0 1,0-1 0,0 0 0,-2-1-198,2 4 0,1 1 0,2-3 1,0 1-177,0-1 1,5 0 0,1-1 261,2-4 0,40-3 0,14-6 0</inkml:trace>
  <inkml:trace contextRef="#ctx0" brushRef="#br1" timeOffset="348">20674 12244 8396,'0'-14'0,"-5"4"0,-1 2-462,-2 2 1,3 3 0,-3 9 494,1 9 0,-2 1 1,2 6-1,-1 0 148,-3 1 0,3 1 0,-1 4 0,-3 1-133,0 0 1,-3 0 0,1 0 0,-1 1-54,1 4 1,0-4 0,-1 2 0,2-5-193,4-3 0,-2-11 261,6 1 0,0-11-42,5-3 0,2-6 1,3-8-1,4-1-21,4 1 1,1-1-1,1 3 1,-1 0-16,0 3 0,1 4 1,-1-3-1,1 2 6,-1 3 0,0 1 1,-1 0-1,-2-1 6,-1-2 1,-5 1-1,3 5 18,-2 4 0,-1-2 0,-5 7 1,0 1 25,0 2 1,-2-4-1,-2 1 1,-8 1-31,-5 2 1,1-4 0,-3 1 0,3 1-101,1 2 0,-1-3 0,-1-1 0,-3 1-154,3-2 0,6 3 0,1-5-475,-1 2 717,5 2 0,63-34 0,-17 7 0,0 0 0</inkml:trace>
  <inkml:trace contextRef="#ctx0" brushRef="#br1" timeOffset="349">20746 12561 8396,'0'-10'33,"0"1"246,0 6 1,0-2-90,0 10 0,0-2 1,0 6-202,0 3 0,4-4 1,3 0-34,1-2 0,-3 0 0,4-3-26,2 2 0,2 0 1,2-5-43,-1 0 1,-4-5 0,-1-1 0,2-1-53,2 1 0,-3-3 1,-1 2 70,2-1 1,1-1 92,-3-6 60,4 7 0,-11 8 0,2 10 0,-4 4 69,-4 5 0,0 4 0,-5 5 0,-2 3-49,-2 2 0,-3 4 0,-2 6 0,-2 1-60,-3-1 1,4 0 0,-5 2 0,-2 1-31,-1 2 1,-2-7 0,1-7-1,-1-5 18,0-5 0,2-3 1,3-9-1,5-2 111,3-5 1,6-10 0,2-5 0,2-2-51,3-3 1,1-4-1,2-2 1,2 0-111,2 1 0,0-4 1,5 5-1,2-1-298,2 0 0,2 4 1,-1-5 338,0 0 0,20-1 0,4-7 0</inkml:trace>
  <inkml:trace contextRef="#ctx0" brushRef="#br1" timeOffset="350">21638 12618 10155,'0'-14'-1224,"0"4"1,1 1 1317,4-2 0,-2-2 1,7-1 7,1-1 1,-3 1 0,2 1 0,-1 2-47,-1 1 0,3 1 0,-4-4 1,-1 2 1,1 1 1,2 0 0,-4-4 6,-2 0 1,-1 4-74,-2 0 0,-2 7 1,-3-2-1,-6 4-57,-6 1 0,1 6 1,-5 4-1,2 3 67,-1 1 0,0 5 0,2 0 0,-1 1-17,1 0 0,2-2 0,2 6 0,1 0-13,4-2 0,-3-1 1,8-5-1,0 2-68,3 1 1,1 0 0,0-5 0,1-1-69,4-3 0,3 1 1,7-5-1,1 1-101,3-1 0,3-1 0,7-5 0,-2 0 268,-3 0 0,22-19 1,1-5-1</inkml:trace>
  <inkml:trace contextRef="#ctx0" brushRef="#br1" timeOffset="351">21868 12618 8620,'-15'-14'-934,"6"6"1,1 2 1091,1-1 0,1 6-38,1-4 1,2 8 0,-5 3 0,0 2-53,0 4 1,5 0-1,-2 3 1,3-1-32,2 1 1,0-1 0,0 0-25,0 1 1,0-1 0,0 1-83,0-1 1,7-6 0,2-3 28,4-4 0,2-1 0,-1 0 0,-1-1-74,-4-4 1,4 2-1,-5-7 37,0-1 1,3-2-1,-6-1 47,-2-1 0,-1 1 1,-2 0 28,0-1 0,0 1 1,0-1-1,-2 3 50,-2 2 0,2-3-59,-3 4 0,4-4-27,1-1 0,6 4 0,4 2 19,2 2 0,3 1 0,1 5 0,1 0 18,2 0 0,1 0 1,-6 1-1,0 3 8,1 0 1,-1 8 0,1-3 37,-1 4 1,-4 1 0,-2 1-1,-2-1-2,-3 0 1,-1 1-1,-2-1 1,0 1-37,0-1 0,0 0 0,-2 1 1,-3-1-13,-4 1 0,1-6 0,0 1 1,0-1-40,0-1 0,3-1 1,-5-7 45,7 0 1,-3-7 0,6-2 0,0-4 1,0-1 0,5-1 0,1 1 1,2-1-2,3 1 1,2 0 0,1-1-1,1 1-54,-1-1 0,1-1 0,1-1 0,1-2-2,2 1 0,0 4 0,-3 3 0,2 1 43,1-1 0,0 3 0,-4 0 26,-1 1 1,1 3 5,-1 4 1,-6 6 0,-3 4 54,-4 2 1,-1 3 0,0-1-10,0 1 0,0-1 1,-1 0-1,-2 1-63,-2-1 1,-2 0 0,4 1-44,-2-1 0,1 1-126,4-1-52,0-6 197,0-2 0,6-12 0,2-4-32,0-2 1,5-3 0,-5 1 0,1-1-22,1 1 1,-2 0 0,3-1-1,-1 3 15,1 2 0,2-3 1,-1 4-1,0-3-2,-3 3 1,1-4 96,4 3 1,-4 4 302,-1 1-110,-5 4 1,2 7-127,-6 4 0,2 2-77,2 3 1,0-7 0,5-3-44,2-4 1,-3-1 0,2 0-27,1 0 0,2 0 0,1 0-7,1 0 1,-3-1 0,0-3 0,-4-2-56,-2-2 1,5-2 61,-1-4 1,-4 0 56,-1-1 0,-10 7 102,-4 3 0,-4 4 1,-2 2-1,3 4 9,2 5 0,-3 3 0,5 1 0,-1 0-115,-1 1 1,5-1-1,-3 1 1,2-1-32,3 0 0,1 1 0,2-1 0,0 0-84,0 1 1,0-1 0,0 1 0,2-1 100,3 0 1,22 1-1,11-1 1</inkml:trace>
  <inkml:trace contextRef="#ctx0" brushRef="#br1" timeOffset="352">22918 12475 8588,'-6'8'-932,"4"4"0,-4-2 983,-1 3 0,6 1 0,-6-1 0,2-2 131,1-1 0,-1-1 0,5 6-153,0-1 0,0 0 1,1-1-1,3-2-19,0-1 1,8-5-1,-3 3-107,4-2 0,1-1 0,1-5 0,1 0 97,3 0 0,29-26 0,13-6 0</inkml:trace>
  <inkml:trace contextRef="#ctx0" brushRef="#br1" timeOffset="353">23292 12187 8241,'-13'8'-229,"2"5"0,3 6 299,2 3 0,-5-3 0,3 5 0,-2 4-40,0 3 1,6 0 0,-4 4 0,0-1-8,0-1 1,0 2 0,-4-3 0,4 2-120,2-2 0,0-3 0,2-4 0,-2-1-181,-2 2 0,5-5 1,-4-2 276,1-3 0,4-15 0,-4-2 0</inkml:trace>
  <inkml:trace contextRef="#ctx0" brushRef="#br1" timeOffset="354">23091 12475 8527,'1'-15'0,"2"1"0,4-1-154,1 1 0,1 6 0,7 2 1,2 1-66,1 0 1,2 0 0,-2 5-1,4 0 114,-1 0 0,5 0 105,-3 0 0,35 13 0,10 3 0</inkml:trace>
  <inkml:trace contextRef="#ctx0" brushRef="#br1" timeOffset="355">24026 12288 8325,'0'-15'-512,"-5"6"1,0-1 597,2-1 1,1 3 0,4 0-4,3 1 0,-2-4 1,7 3-1,-1-1 38,-1-1 1,5 5 0,-3-4-41,2-3 0,3 0 0,-1-1 0,-1 2 23,-3 1 1,2 5 0,-2-4-29,3-2 0,-4 3 0,1 0-224,1 1 61,-5 2 1,1 12 0,-7 4 62,0 6 0,0-1 1,0 5-1,-2-2 11,-3 1 0,-1 4 0,-5-4 0,3 1 12,1 0 0,-4 3 1,2-3-1,-4 0-12,-1-1 1,-1 4 0,1-3 0,-2 0-38,-3 0 1,3-2 0,-5-5 0,2 1-52,-1-1 0,0-4 0,2-2 0,-1-2-203,1-3 1,7 4-238,2-3 1,7 1 540,2-5 0,6 0 0,41-19 0,7-5 0</inkml:trace>
  <inkml:trace contextRef="#ctx0" brushRef="#br1" timeOffset="356">24155 12417 8527,'7'-8'-552,"-6"2"1,6 7 596,-7 4 0,-5-2 1,0 7-32,2 1 1,0-3 0,0 2-2,-2 1 1,0-3-154,5 1 96,0-5 0,0 0 0,2-7-10,2-2 0,3-1 0,4 3 0,-2-4-17,3-1 1,0-1 0,3-4-2,-1 3 1,1-1 0,-1 5 0,0-1 22,1 1 0,-1 1 147,1 5 1,-3 2-27,-2 3 1,1 3 0,-6 6-1,-2 0-39,-1 1 1,-2-1 0,0 1-1,0-1-82,0 0 0,0-4 0,0 0 1,0 1-148,0 2 1,1-5 195,4-4 0,3-8 0,7-4 0</inkml:trace>
  <inkml:trace contextRef="#ctx0" brushRef="#br1" timeOffset="357">24472 12216 8477,'9'-31'0,"-1"1"-170,-1 1 1,2-6-1,-2 11-131,1 3 1,-3 5 464,4 7 0,-6 9 0,2 9 0,-3 6-41,-2 4 0,0 2 0,-2 4 1,-1-1 8,-2 2 0,0 1 1,5 3-1,0 2-110,0 2 1,-4 4-1,-1-4 1,0-1-99,-1 2 0,2-3 0,-4 5 1,0 0-114,0 0 0,-1 1 0,-6 5 0,1-1-56,0-4 0,-1 2 1,1-6-1,0-2-628,-1-2 873,1-1 0,-1-39 0,1-9 0</inkml:trace>
  <inkml:trace contextRef="#ctx0" brushRef="#br1" timeOffset="358">24501 12388 7821,'1'-14'-325,"4"-1"0,-2 7 1,5 2-1,0 1 416,0 0 0,2 1 0,4 4 91,1 0 1,-1 0-1,0 1-150,1 4 0,-3-2 0,0 5 0,-4 0-25,-2 0 0,4-3 1,-6 5 16,0 1 0,-3-3 0,-1 1-49,0 3 0,-6-4 0,-4 0 0,-3-2-79,-1-3 0,0 4 1,-1-1-1,1 0-140,0 1 0,-1 2 1,2-2 243,4 1 0,-4 1 0,5 6 0</inkml:trace>
  <inkml:trace contextRef="#ctx0" brushRef="#br1" timeOffset="359">24774 12403 7915,'-6'-8'-120,"4"1"1,-9 9 0,6 3 210,2 4 1,1-1 0,2 2 0,0 1-30,0 2 0,0-4 1,0 1 51,0 1 1,0 2-76,0 1 0,2-6 0,1-1-20,2-1 0,6-4-112,-1 3 1,1-5-1,0-4 1,-1-2-23,1-2 1,1-2 0,3-4 14,-1 0 0,1-1 0,-1 1-26,0-1 1,-4 3 0,0 0-34,1 3 240,2-1-12,1 2 1,-6 8-1,-3 10-58,-4 3 0,-1 1 0,0 0 1,0 1-82,0-1 1,0 1 0,0-1-259,0 0 0,0-4 328,0 0 0,0-7 0,0 3 0</inkml:trace>
  <inkml:trace contextRef="#ctx0" brushRef="#br1" timeOffset="360">25191 12072 8306,'15'-23'-156,"-6"-2"1,1 6-1709,1 1 2008,-5 8 0,1 10 1,-9 12-1,-1 4 69,-2 3 0,-6 2 0,3-2 1,-2 3-35,1 0 0,1 6 0,-3-4 0,3 1-58,1-1 1,-2 3-1,2-4 1,1 1-75,-1 0 1,1 0-1,3 3 1,-2-2-92,2-1 0,1-6 1,2 1-1,2-3-56,3-1 0,1-1 0,5-1 0,-1-4-175,1-4 1,2 2 0,1-3 0,1 0-754,-1-3 1028,-6-1 0,-2-25 0,-6-7 0</inkml:trace>
  <inkml:trace contextRef="#ctx0" brushRef="#br1" timeOffset="361">24990 12273 8234,'9'-6'-98,"1"-4"0,0-1 0,4 0 0,0 3 126,1 1 0,4 3 0,2 4 0,-1-2-62,1-3 1,3 4 0,-5-4-1,1 3 6,0 2 1,-8 5 0,2 1 27,-1 2 0,-13 2 0,-2 4 0</inkml:trace>
  <inkml:trace contextRef="#ctx0" brushRef="#br1" timeOffset="362">25997 12316 9407,'8'-6'-247,"3"3"0,-6-7 0,0 1-298,1 1 1,-3-5-1,7 3 620,1-3 1,-3 1 0,0 0 0,0 3 42,0-2 0,-5 3 0,4 0 0,-3 0 7,1 0 1,2 0 0,-4-4-2,2 3 0,-1 4-81,-4-5-58,0 7 1,0-2 0,0 10 0,0 5 49,0 3 0,-1 3 0,-4 1 1,-3 4-16,0 1 0,-5 1 1,5 2-1,-1-1-21,-1 2 0,5-5 1,-3-1-1,2 0-25,3-1 0,-1 2 1,1-4-1,-2 2-139,2-1 0,2-7 0,2-1 58,4 1 1,-2-5 0,7-2-1,3-6 63,4-3 1,-1-6 0,3 1-1,-3-4 45,-1-5 1,-3 3 0,0-5 0,-3 2 9,2 0 1,1-1 0,-1 6 0,-3 0 39,-2-1 1,1 1-1,-4 0-15,2-1-43,-1 7 0,-4 3 0,-1 9 28,-4 0 0,2 12 1,-5-1-1,1 1 20,4 0 1,-3-2 0,1 0-1,2 1-37,1-1 1,2 1 0,0-1 32,0 0 0,2-1 1,3-3-13,4-5 1,4-4 0,1-1 0,1 0-16,-1 0 1,1-1-1,-1-4 1,0-3 19,1 0 0,-6-5 1,1 3-1,-1-2 8,-1-3 1,4 1-1,-8-1 1,1-1-9,2-3 1,-6 7 0,4-6-32,-3 0 1,-2 1-1,0 2-465,0 1 36,-7 6 1,6 3-15,-4 10 1,3 3 423,2 6 0,0-6 0,0-1 1</inkml:trace>
  <inkml:trace contextRef="#ctx0" brushRef="#br1" timeOffset="363">26572 12316 7421,'-9'-4'83,"-1"-1"0,5 0 1,-4 5 57,-2 0 1,3 0 0,-2 0-1,-1 2-15,-2 2 1,-1 4 0,1 7-1,2-1-36,1 0 1,2 1-1,-2 1 1,4 1-156,0 3 1,4-1 0,-3-5 0,4 1-12,1-1 0,6-1 1,4-4-1,2-2 41,3-1 1,-1-4 0,1 3-1,1-4-24,3-1 0,-2-6-2,7-4 0,-6-3 0,-1-1 0,-4 0 5,-3-1 1,-7 1 0,3-1 51,1 1 1,-6 0 0,4-1-1,-5 1-25,-5-1 0,-3 3 0,-6 0 0,0 5-36,-1 0 1,1-2 0,0 4 0,-1 2-160,1 1 1,-1 2 0,1 0 52,0 0 0,4 6 0,2 4 171,2 3 0,14 20 0,8 6 0</inkml:trace>
  <inkml:trace contextRef="#ctx0" brushRef="#br1" timeOffset="364">26659 12359 8469,'8'-14'-52,"-4"0"0,-2-1 0,0 1-216,2 0 1,0 6 0,5 3 368,2 3 1,2 2 0,2 0 0,-3 2-51,-2 3 1,3-2 0,-4 8 0,4 3-55,1 4 1,-1 1 0,-2-5 0,-3 1-33,-1-1 1,2 5-1,-2 1 1,-1-3-87,1-1 0,-3-1 1,-4-1-1,0 0 28,0 1 0,-1-7-65,-4-3 0,2-4 1,-7-1 208,-1 0 0,5-6 0,-1-4 35,1-3 1,4-1 0,-3 0 0,4-1-51,1 1 0,0-1 0,0 1-88,0 0 1,0 4 0,1 2 0,3 0-128,0 0 1,8 5-1,-3-2 1,4 3-127,1 2 305,1 0 0,31 20 0,9 4 0</inkml:trace>
  <inkml:trace contextRef="#ctx0" brushRef="#br1" timeOffset="365">27148 12403 8469,'0'-10'-356,"0"0"0,0 6 1,-2-4 416,-3 1 1,2 2-1,-6 7 18,-3 3 0,1 3 0,0 6 1,3 1-17,2-1 1,-4 0 0,5 1 0,0-1-63,-1 1 0,4-1 1,-2 0 23,2 1 1,4-6 0,2-1 19,6-1 0,3-2 0,1-5 0,1-2-56,-1-3 1,2-3-1,2-6 1,1-1 0,-2 1 0,-1-5 0,0-2 0,2-1-49,1-4 1,0-1 0,-6-2 0,-2 0-88,-1 1 0,-5-1 1,3-2-1,-2-1-14,-3-1 1,-1-2 0,-2 3 0,0-3 68,0-2 1,0 0 0,0-3 0,0 0 58,0-5 1,-5 7-1,-1-5 1,-2 3 22,-4 3 1,4 3-1,-1 10 1,-2 7 78,-2 6 1,-2 4 0,3 9 0,-1 4 21,-1 9 1,2 10-1,-7 10 1,3 2-36,2 3 1,4 8-1,2 3 1,0 2-1,0 0 0,5-5 0,-2 3 0,5 0-32,5 0 0,8-3 0,9 2 0,4-4-23,4-4 0,8-7 0,1 0 0,2-3-98,3-5 0,-6-8 0,-1-1 0,-1-5-521,1-4 617,-5-5 0,10-4 0,-5-8 0</inkml:trace>
  <inkml:trace contextRef="#ctx0" brushRef="#br1" timeOffset="366">27781 12561 8584,'-2'-13'-906,"-3"4"0,2-3 434,-6 8 472,5-1 0,-2 37 0,6 8 0</inkml:trace>
  <inkml:trace contextRef="#ctx0" brushRef="#br1" timeOffset="367">2748 14690 5762,'8'0'18,"-2"0"-8,-6-6-8,0 4-5,0-4 3,0 6 0,-6 13 0,-2 3 0</inkml:trace>
  <inkml:trace contextRef="#ctx0" brushRef="#br1" timeOffset="368">2647 14777 7028,'-8'0'148,"0"0"43,3 0-37,4 0-44,-6 0 0,6 0 19,-4 0-134,3 0 1,-4 1 1,6 4-71,0-3 55,6 4 1,2-6-4,7 0 1,-1 0-1,0-2 0,1-2 0,-6-3 0,-1-4 1,0 3 11,0 2 1,-3-4 0,3 4 0,0-1 62,0 1 0,-3-4 177,4 6-110,-5-1 0,4 11 0,-5 4 0,2 4-47,-2 5 0,-2-1 0,-1 6 0,0 1-59,0 3 0,0-4 1,0 0-1,0 1 7,0 2 1,0 2-1,0 0 1,-1-2-12,-4-3 1,2 3-1,-7-4 1,-1-1 1,-2-3 1,4 2 0,-1-3 0,-1-2 3,-2 0 1,-1-10 0,-2 7 0,-2-4-14,-1-1 0,0-4 0,4 0-203,1-2-187,0-2 0,6-2 144,3-2 0,5 0 0,5-5 1,4-2-233,4-2 0,6-3 475,0-3 0,39-36 0,-27 21 0,0-1 0</inkml:trace>
  <inkml:trace contextRef="#ctx0" brushRef="#br1" timeOffset="369">3093 14647 6559,'-10'2'327,"2"3"0,2 4-197,3 4 0,1 6 0,1 2 0,-3 1-76,0 4 1,-1 1-1,3 2 1,-1 1-45,-2 4 1,0-4 0,4 5-1,-2-1-44,-2 0 0,0-3 0,5-5 0,0-2-35,0 2 0,0-6 1,0 0-1,0-4-269,0-2 0,2 0-373,2 1 711,4-1 0,7-25 0,-1-7 0</inkml:trace>
  <inkml:trace contextRef="#ctx0" brushRef="#br1" timeOffset="370">2978 15093 8210,'0'-14'-201,"0"-1"1,0 1 0,0 0 60,0-1 0,6 7 0,4 2 0,3 1 38,1 0 1,0 1 0,2 2-1,2-1 24,1-2 0,7 0 1,-4 5 77,0 0 0,25 0 0,-1 0 0</inkml:trace>
  <inkml:trace contextRef="#ctx0" brushRef="#br1" timeOffset="371">3841 14892 8210,'0'-10'-376,"0"1"1,0 7 494,0 2 1,-5 6-1,0 9 1,2-1-83,2 1 1,-1 4 0,-1 0 0,-2-1-63,2-2 1,1 0 0,2 1-1,0 2-91,0-1 0,0-2 0,0-2 0,-1 1-24,-4-1 1,3 0 0,-2 1 139,2-1 0,2-31 0,0-9 0</inkml:trace>
  <inkml:trace contextRef="#ctx0" brushRef="#br1" timeOffset="372">3927 14748 8210,'-9'-5'-2272,"-1"0"2186,7 1 1,-3 5 85,6 4 0,6 29 0,2 12 0</inkml:trace>
  <inkml:trace contextRef="#ctx0" brushRef="#br1" timeOffset="373">4114 14877 8210,'5'-9'-670,"0"-1"0,5 5 0,-4-3 715,2 2 1,-5-5 120,2 1 0,-2 4 0,0-1 217,2 1 5,0 4-330,-5-4 0,-2 6-51,-2 0 0,2 2 1,-4 1-1,1 3 10,0 2 0,-1 0 1,2 3-1,0-1-5,0 1 1,3 2-1,1 1 1,0 1-11,0-1 1,0-4 0,0-1-1,0 3-11,0 0 0,0 3 0,0-1-2,0 1 0,0-1 0,1 0 26,4 1 1,-3-6 0,3 1 68,-4 1 1,-1-3 10,0 2 0,-1-2 0,-3 3-45,0-2 1,-8-5-1,3 2 1,-4-1-52,-1 0 1,-1-1 0,1-4 0,-1 0-156,1 0 1,5 5 0,-1 0-391,-1-2 0,6-1 546,5-2 0,83-39 0,-28 15 0,0 0 0</inkml:trace>
  <inkml:trace contextRef="#ctx0" brushRef="#br1" timeOffset="374">4618 14906 8210,'0'-14'-192,"0"-1"1,0 6 0,0-1-258,0-1 1,0-2 766,0-1 0,0 4 0,2 2-231,2 2 1,-2 3 0,3 7 1,-4 4-1,-1 7 1,0 1-62,0 3 0,0-1 0,0 6 0,0 0-62,0-2 0,0 4 0,0-6 0,0 1 17,0 0 1,0-2-1,0-5 1,0 1-123,0-1 1,5 1 94,0-1 1,6-6 21,-1-3 0,-2-10 1,0-5-1,0-2-23,0-3 0,0-4 1,3 0-1,-3 0 12,-2-2 0,4 5 1,-4-3-1,1 3 30,-1 1 0,4 6 0,-6-1-19,0-1 1,-1 3 122,2-2-5,-4 7 1,6 3-8,-7 10 0,-2 3 0,-1 1-24,-2 0 1,0-4-22,5 0 0,2-2-61,3 1 1,-2-2 0,6-7-26,3 0 1,-4 0-1,1 0-67,2 0 1,2-2 0,2-3 67,-1-4 1,-4 1 0,-2-2 28,-2-1 0,-1 3 1,-4 0 99,4 1 57,-3-4 1,2 5-85,-8-4 0,0 10 1,-4 10-40,2 3 0,0-4 1,3 1-1,-2 1-21,2 2 0,1 1 0,2 1 1,0-1-20,0 0 0,0 1 0,0-1-62,0 0 1,2 1 25,2-1 1,4-4 0,7-2-23,-1-2 0,0-3 0,1-6 1,-1-2 0,-1-6 0,-2 2 0,-1-4 40,1-2 1,-3 6 0,0-1-1,-2-1 24,-2-2 0,-1 4 1,0-1 78,2-1 1,0-2 0,-7 0 48,-3 4 1,2 2-1,-5 6 38,2-4 0,-1 3-91,2-2 1,2 2-178,-6 2-28,5 0 0,4-5 27,10 0 0,3-1 38,1 1 1,1 4-1,-1-6 40,0 1 0,-1 3 1,-2-5-1,-1 1 16,1 4 1,-3-3 62,2 1 0,-6 0 24,6 5 1,-5 0-12,4 0 0,-5 2 0,0 2-45,-2 6 1,-2 3 0,0 1 0,0 1-31,0-1 1,0-4 0,0-1 0,0 2-148,0 2 1,0 6 0,0 1 0,2-3-463,2-1 629,-2-2 0,17-6 0,-3-1 0</inkml:trace>
  <inkml:trace contextRef="#ctx0" brushRef="#br1" timeOffset="375">5309 14921 7978,'-8'-8'-643,"1"1"697,7 7 1,2 5 0,1 1-40,2 2 0,1-4 0,-1 0-47,5-2 0,-2-2 1,1 0-47,2 0 0,2 0 0,1 0 7,1 0 1,-6-2 0,1-1 75,1-2 1,2 1 63,1 4 1,-4 0-1,-2 1-16,-2 4 1,-1 5-1,-5 7 1,0 4-6,0 1 1,-1 4-1,-4 7 1,-5 6-39,-3 2 0,-1 4 1,0 2-1,-2 0-22,-4 0 1,3-2-1,-6-2 1,1-2 35,0-2 0,4-11 0,-3-10 0,4-5 110,2-4 0,-7-7 1,9-2 53,2-8 1,-2-6-1,8-4 1,2-3-163,2-1 1,2 3 0,4-5-1,5-2-254,2-1 0,3-2 1,1 0-1,1 1-120,3-1 0,0 5 0,-2 0 348,1-2 0,19-20 0,1-7 0</inkml:trace>
  <inkml:trace contextRef="#ctx0" brushRef="#br1" timeOffset="376">6013 14604 8190,'0'-14'-161,"0"-1"1,0 1-54,0-1 1,0 6 335,0-1 0,-1 7-64,-4-2 0,3 10 0,-2 5 0,2 4 49,2 5 1,-5 4 0,-1 5 0,0 3-1,-1 2 0,-2 4 1,2 6-1,-1 2-2,-3 3 1,-2-2 0,-1 6-1,-1-1-88,1 0 0,-5 0 1,0 3-1,1-2-61,2-3 0,2-6 0,-1-6 0,1-2-66,0-3 1,-1 2 0,1-5 0,1-5-219,3-2 1,-1-11 0,5 3-819,-2-1 892,5-6 1,-4-7 0,7-12 253,0-5 0,13-37 0,3-15 0</inkml:trace>
  <inkml:trace contextRef="#ctx0" brushRef="#br1" timeOffset="377">5927 14993 8190,'13'-15'-113,"-3"1"0,-4 1-357,0 3 1,-2-1 0,5 5 596,2-2 1,-3 5 288,2-2 0,-1 10-316,6 4 0,-7 4 0,-3 1-95,-4 1 0,-1-1 0,0 1 0,0-1 16,0 0 1,-5 1 0,-1-1 0,0 0-116,-1 1 0,-4-2 1,3-2-1,-1-2-75,-1 3 0,2 0 1,-3 1-1,3-2-643,1-1 812,-4 0 0,10-2 0,33-47 0,15-17 0</inkml:trace>
  <inkml:trace contextRef="#ctx0" brushRef="#br1" timeOffset="378">6172 15021 8190,'-15'2'-128,"1"3"1,4-2 116,1 6 0,-1 1 0,-3 4-16,4 1 0,2-1 0,7 1 0,0-1 0,0 0 1,0 1 0,0-1-1,0 1 0,5-6 0,2-1 1,1-1-30,3-4 1,2-3 0,1-3 36,0-2 1,-1-6-1,-2 1 1,-1-3 9,1-1 1,-3-1-1,0 1 1,0 0 6,0-1 0,-5-4 1,2 0-1,-3 1 0,-2 2 1,0 2 0,0 0 0,0-1-23,0 1 1,0 4-187,0 1 1,-7 5-448,-2 0 657,2 8 0,7 30 0,8 12 0</inkml:trace>
  <inkml:trace contextRef="#ctx0" brushRef="#br1" timeOffset="379">6431 14892 8190,'0'-15'-181,"-2"1"153,-3 0 1,2 1 0,-5 2-12,2 1 0,-5 7 79,1-2 0,4 10 1,-1 4-26,1 4 1,4 2 0,-3-1 0,4 0 10,1 1 1,0-1 0,0 1 0,0-1-71,0 0 0,0 1 0,1-2 0,3-2 1,0-2 0,3 1 0,-4 4 36,2 1 0,0-6 1,-5 1 16,0 1 0,0-3 0,-2 0 0,-1 0-6,-2 0 0,-6-3 0,1 3 0,-3 0-39,-1 0 1,4-5 0,1 2-603,-2-4 278,-2 6 1,5-7 0,5 0 358,6-8 0,26-23 0,14-9 0,4-3 0,0 0 0</inkml:trace>
  <inkml:trace contextRef="#ctx0" brushRef="#br1" timeOffset="380">6589 14849 8190,'0'-15'-403,"0"1"66,0-1 0,0 1 528,0 0 1,0 4 127,0 1-283,0 5 1,-5 0 0,0 8-30,2 6 1,-3 3 0,1 1 0,2 0-31,1 1 0,2-1 0,0 1 0,-1-1 6,-4 0 0,3 1 1,-3-1-1,4 1-12,1-1 0,0 0 1,0 1 12,0-1 0,0 1 1,0-1 13,0 0 1,-2-1-1,-1-2 1,-3-3 4,-2-1 0,3 2 1,-5-2-83,-1 1 0,-2 0 0,-1 1-445,-1-4-151,7-3 675,2-2 0,44-39 0,10-9 0</inkml:trace>
  <inkml:trace contextRef="#ctx0" brushRef="#br1" timeOffset="381">6690 14935 8190,'0'-10'-608,"-2"2"738,-3 2 0,2 1 5,-7 5 0,7 7 0,-3 1 0,1 1-94,0 1 1,1-1-1,2 6 1,-1-1-116,-2 1 0,0-6 1,5 1-1,0 1-353,0 2 0,0 1 1,0 0-507,0 1 933,0-7 0,19-15 0,5-9 0</inkml:trace>
  <inkml:trace contextRef="#ctx0" brushRef="#br1" timeOffset="382">6718 14834 8190,'-14'-5'0,"0"1"-629,-1 0 0,6 3 445,-1 1 1,7 1 96,-2 4 0,4 3 87,1 7 0,44-1 0,12 0 0</inkml:trace>
  <inkml:trace contextRef="#ctx0" brushRef="#br1" timeOffset="383">6963 14604 7420,'-8'2'-1214,"2"2"1435,-1 6 1,6 3 0,-6 3 0,2 1-127,1 3 0,-6 5 1,4-1-1,-2 5-50,-4 4 0,4-2 1,-1 2-1,-2-2-53,-2-2 1,0-2 0,2-3-1,3-5-37,2-3 0,-4-2-71,5 1 78,0-7 0,12-7 0,1-7 0,1-1-12,1 1 0,0 0 0,4 3 22,0-2 1,1-5 22,-1 5 1,-4 1 151,-1 4 1,-6 1-54,2 4 0,-10-2 0,-4 7 0,-4 1-87,-1 2 1,-2 1-1,-2 0 1,-1 1-71,1-1 1,-2 1 0,-1-1 0,0 0-113,0 1 0,2-2 1,6-2-191,4-2 1,4-5 364,10 0 0,30-38 0,14-26 0,7 0 0,-1 0 0</inkml:trace>
  <inkml:trace contextRef="#ctx0" brushRef="#br1" timeOffset="384">7323 14489 8190,'-15'0'-565,"1"2"1,0 2 570,-1 6 0,6 3 0,-1 3 1,0 3 277,2 5 0,-4 3 1,2 3-1,-3 4-210,-1 4 1,4-1-1,1 1 1,-3 2-87,0 2 0,-3-4 1,1 1-1,-1-1-92,1-1 0,6-2 0,2-6 0,1 0-153,0-1 0,0-10 0,5-4-152,0-1 1,7-6 0,2-3 408,4-2 0,1-28 0,1-6 0</inkml:trace>
  <inkml:trace contextRef="#ctx0" brushRef="#br1" timeOffset="385">7150 15036 7728,'-14'0'-90,"6"0"390,1-7-303,7 6 0,2-6 1,1 6-1,3-2-40,2-2 1,0-2 0,4 4 0,-3-3-69,2-2 1,-3 0 0,2-3 0,0 1 25,-2-1 1,3 3-1,-5-2 46,2-1 0,-5 3 77,2-2 0,-5 7 0,-5 0 152,-4 6 0,-2 5 1,-1 7-1,4-1-59,2 0 0,-4 1 0,6-1 0,0 1-156,3-1 0,1 2 0,0 1-113,0 3 1,6-1 0,4-5 0,4 1 137,5-1 0,42-12 0,16-4 0</inkml:trace>
  <inkml:trace contextRef="#ctx0" brushRef="#br1" timeOffset="386">8085 14518 8184,'-14'0'83,"-1"0"0,3 6 1,0 5-1,4 7 29,2 6 0,-5 0 1,3 3-1,-2 3-119,1 1 1,-1 6-1,-4 1 1,-1 3 9,1 3 0,0-1 1,1-2-1,2-2-192,1-6 0,0 2 0,-4-1 0,1-4-342,4-4 1,-4-5-386,3-7 916,-3-6 0,-7-27 0,-3-13 0</inkml:trace>
  <inkml:trace contextRef="#ctx0" brushRef="#br1" timeOffset="387">7769 14863 8184,'0'-10'-1457,"1"2"1601,4 2 1,3 1-1,6 5-41,1 0 1,1-1-1,1-3 1,4 0-116,2 0 1,-4 1 0,5 0 0,1-3-3,2-2 0,-3 3 1,0-5-1,0-1-34,-1-2 0,2-1 0,-4 0 0,0-1-118,0 1 1,-2-1-1,-5 1 1,-1 0 32,-3-1 0,2 1 1,-2-1 60,3 1 118,-5 0 0,-2 7 1,-7 7 31,-4 8 1,-3 5 0,-7 3 0,1 3 105,0 5 0,-1 3 0,1 2 0,-2 0-67,-3 0 0,3-1 1,-3 1-1,3 0-83,1 0 0,6 0 0,-1-2 0,0-3-19,2-5 1,2-3-84,6-2 34,0-6 0,6-3 0,4-10 0,3-4-102,1-4 0,5-6 1,1 0-1,-1 1-57,2 2 0,-5 2 1,3-1 145,-3 1 1,-2 1 0,-1 2 0,-2 3-29,-1 1 200,-7 3 1,3 5 0,-6 4 0,0 5-30,0 2 1,0 3 0,-1-1 0,-3 1-130,0-1 1,-1 0 0,5 1-392,0-1 0,0 1 424,0-1 0,32-12 0,8-4 0</inkml:trace>
  <inkml:trace contextRef="#ctx0" brushRef="#br1" timeOffset="388">8402 14892 8184,'-7'-8'-684,"-2"3"0,-4 3 971,-1 2 0,-1 7 0,2 2-214,4 4 0,-2 2 0,6-1-118,2 0 0,-4 1 0,2-1 50,2 1 1,2-6-97,1 1 0,6-7-24,4 2 0,2-8 0,3-4 0,-1-1-12,1-3 1,-3 3 0,0-2 0,-3 1 86,2 1 1,-3-3 0,0 4 0,0 1 82,0-1 350,-5 3 0,4 5-268,-7 4 0,0-2 1,0 7-1,-2 1-149,-3 2 0,4 1 1,-4 1-1,2-1-194,-2 0 1,3-4 0,-2-1-418,2 3 635,2 0 0,32-29 0,8-9 0</inkml:trace>
  <inkml:trace contextRef="#ctx0" brushRef="#br1" timeOffset="389">8790 14489 8184,'-14'0'29,"4"0"142,1 0 1,1 2 0,-4 2 0,4 6 37,2 3 1,0 7 0,1 3 0,-3 1-80,0 0 0,0 0 0,5 5 0,-4 1-156,-1 4 1,0-2-1,-3 4 1,3-1-171,2-3 1,-6 4 0,5-3-1,-3-1-217,0-1 0,7-9 1,-3-3-1,1-3-865,0-2 1278,0 1 0,18-33 0,3-7 0</inkml:trace>
  <inkml:trace contextRef="#ctx0" brushRef="#br1" timeOffset="390">8560 14863 7780,'-13'-10'-183,"4"1"1,2-1 439,7-4 0,7 4 0,4 2 1,6 0-486,7 0 1,4 0-1,0-3 228,1 2 0,8-12 0,6-6 0,3-5 0,1 1 0</inkml:trace>
  <inkml:trace contextRef="#ctx0" brushRef="#br1" timeOffset="391">9581 14877 8177,'0'-14'-22,"0"0"0,2-1 0,1 1-5,2-1 0,0 6 1,-5-1 175,0-1 0,0-2 73,0-1 0,-2 6-151,-3 3 1,-3 4 0,-6 4-40,0 6 0,-2 1 1,-2 11-1,-1-1-67,1 4 1,-2 8-1,-1 2 1,0-2 11,0-2 0,2-1 0,5 0 0,-1 0 9,1-1 1,6-5-1,3-4 9,3-3 46,2-2 1,8-12-1,5-7 1,6-8-68,4-6 0,-4-2 0,5-4 1,2 1-75,1-2 0,0-6 0,-2-1 0,-1 1-37,2 1 1,-4-2-1,2-2 1,0-2 38,-1-3 0,2-2 1,-6-2-1,1-3 24,0-1 0,-4-6 0,4 3 0,-4-2 42,-2 0 0,-1 7 1,-2-2-1,-3 5 54,-2 4 0,4 6 118,-5 9 0,-2 9 1,-6 12-28,-2 6 0,-5 5 0,4 8 0,-2 2-84,-3 1 1,3 12 0,-2-1-1,-1 4-10,-2 1 0,4 5 1,1-2-1,0 4-53,0 1 0,3 0 1,-5 0-1,1 0-72,1 0 1,-4 1 0,6-1 0,0 0-85,-1 0 1,1-1-1,3-4 1,-2-4-66,2-4 0,1-3 1,2-1 254,0-2 0,0-7 0,13-34 0,3-17 0</inkml:trace>
  <inkml:trace contextRef="#ctx0" brushRef="#br1" timeOffset="392">9869 14777 8177,'0'-15'-547,"0"1"512,0 0 0,0 4 111,0 0 1,0 9 0,-1 1 0,-3 8 12,0 5 1,-3 1 0,4 0-1,-2 1-100,2-1 1,-3 2 0,1 2 0,0 1 6,-1-2 0,4 1 0,-3 0 0,4 1-23,1-2 0,0-5 0,0-3-55,0 2 1,1 1 5,4-3 0,3-4 1,6-10-107,1-4 0,-1-4 0,1-2 1,-1 1 68,0 0 0,1-2 0,-1-2 1,-1-1 110,-4 1 0,3 2 0,-8 2 0,1 1 76,2 3 1,-6-2 87,4 2 1,-5 4-99,-5 1 0,2 10 0,-5 4 0,0 4-28,0 1 0,3 1 0,-3-1 1,2 1-57,3-1 0,-1 0 1,1 1-1,-1 1-100,0 3 1,3-3-1,1 3 1,0-3-601,0-1 720,0-1 0,12 0 0,4 1 0</inkml:trace>
  <inkml:trace contextRef="#ctx0" brushRef="#br1" timeOffset="393">10099 14791 8177,'0'-14'-633,"0"-1"0,0 6 0,2 1 834,3 1 0,-2 3-58,7 4 0,-7 1 0,2 4-52,-4 5 1,-1 2-1,0 4 1,0 2-51,0 1 0,0 0 1,0-4-1,-1 1-62,-4 3 0,2-3 1,-5 3-1,1-3 2,4-2 1,-3 1 0,-1-1 0,1 1-62,-1-1 0,-2-4-62,4-1 98,-6-6 0,9 2 0,-1-10 1,5-4-19,2-4 0,6-1 1,-4-1-1,2-1 9,4-3 1,-1 3 0,0-3 0,-1 3 25,1 1 0,2-4 0,1 0 0,0 1 45,1 2 0,-6 4 0,1 0 0,-1 3 107,-1-2 0,4 3 1,-6 0 95,2 1 0,-3 3 102,4 4-233,-5 0 1,2 6 0,-6 4 0,-2 2-35,-2 3 1,2-1 0,-4 0 0,1 1-51,0-1 1,-1 1-1,2-1 1,0 0-104,0 1 0,1 1 1,0 3-228,-2 5 1,-1-6 0,3-1-383,-2 1 706,0-1 0,11-34 0,2-9 0</inkml:trace>
  <inkml:trace contextRef="#ctx0" brushRef="#br1" timeOffset="394">10358 14604 8177,'-12'2'-842,"0"1"1,4 3 737,2 2 0,0 2 1,2 4-1,0 1 104,0-1 0,-16 64 0,8-31 0,0 1 0</inkml:trace>
  <inkml:trace contextRef="#ctx0" brushRef="#br1" timeOffset="395">10416 14791 8177,'-10'0'-331,"1"0"-432,-3 0 1,4 0 1001,-1 0 1,6 2 0,-2 2-136,3 6 0,-2 3 0,-1 1-53,2 1 0,1-1 0,2 0-97,0 1 1,2-2 8,2-4 1,4-2-32,7-7 1,-1 0 0,-1-2-1,-2-3 15,-1-4 1,-1-4 0,6-2-24,-1 1 0,0 0 85,1-1 1,-1 1 11,1-1 0,-6 7 44,1 4 1,-7 4-25,2 4 0,-4 0 1,-1 5-36,0 2 1,0 2-1,0 2 1,0-1-50,0 0 1,0 1 0,0-1 0,0 1-168,0-1 0,0-4 0,0-1 210,0 2 0,26-11 0,6-1 0</inkml:trace>
  <inkml:trace contextRef="#ctx0" brushRef="#br1" timeOffset="396">10689 14791 8177,'0'-14'-495,"0"-1"0,-1 3 459,-4 2 1,3 2 122,-3 3 0,2 4 0,0-3-65,-2 8 1,0 4 0,5 6 0,-1 0-26,-4 1 0,3-1 1,-2 0-1,2 1 2,2-1 0,0 1 0,0-1 0,0 0-10,0 1 0,0-6 1,0 1-27,0 1 1,0 2-49,0 1 17,0-6 1,0-1 84,0-7 52,0 0 1,0 6 0,0 4-20,0 3 1,0 6 0,0 1-1,-2 3-28,-2 2 1,-4 3 0,-7 2 0,1 2-10,0 2 1,-1 1-1,1-3 1,-2 1-11,-3-1 0,1-6 0,-4-4 1,1-1 10,3-3 1,2-9 0,2-4-1,-1-3 46,1-2 1,4 0 0,3-2 0,0-3-99,4-4 0,1-4 0,4-2 0,1 1-126,2 0 1,6-6 0,-1 1 0,4 0-152,5-2 1,-3 4 314,3-7 0,42-26 0,-26 20 0,1-1 0</inkml:trace>
  <inkml:trace contextRef="#ctx0" brushRef="#br1" timeOffset="397">11380 14431 8177,'-2'-8'-285,"-3"4"0,2 4 1,-5 6-1,0 8 509,0 9 0,3 4 1,-4 2-1,-1-1-137,2 1 1,-5 5 0,4 1 0,-4 0-103,-1 0 0,-1 5 0,1-1 0,0 2-92,-1 2 0,1-4 1,-1-2-1,1-2-104,0-3 0,-1-7 0,1-2 0,1-3-194,3-2 405,4-8 0,0-30 0,-2-12 0</inkml:trace>
  <inkml:trace contextRef="#ctx0" brushRef="#br1" timeOffset="398">11106 14705 8177,'2'-8'-1060,"3"3"1183,4 3 0,-1 2 1,2 0-1,3 0-81,4 0 1,-1 0 0,5 0 0,0 0-19,3 0 0,-2 0 1,2-1-1,2-4-23,1-5 0,0 2 1,-1-1-1,-2-2-160,1-2 0,-2-2 0,-1 1 0,-1-2-4,-4-3 0,-1 3 0,-3-5 1,-2 0 115,-1-3 1,-7 4-1,4 0 1,-3 4 52,1 2 1,0 0 0,-7 1 29,-2 3 1,-4 5 0,-7 10 0,1 5 75,-1 3 0,1 3 0,0 3 0,-1 3 8,1 1 0,-1 4 0,1-3 0,0 3-89,-1 2 0,1-1 0,0 1 0,-1 2-30,1 2 1,1-4 0,2 1 0,3-6-28,1-3 1,-2 3 0,4-5-102,2-1 66,1-9 1,9-2 0,2-9 0,4-3-30,1-4 0,1-4 0,-1-1 0,1-1-75,-1 1 0,0-1 1,1 1 131,-1 0 0,-4 6 1,-2 1-1,0 3 92,0-1 46,-5 0 1,3 7 5,-6 2 1,0 4 0,0 7 40,0-1 0,0 0 0,0 1-141,0-1 1,0-4-1,0-1 1,0 3-66,0 0 1,0-2-1,2-2 1,1 0-245,2 0 1,4-3 297,-4 4 0,6-5 0,-3 2 0</inkml:trace>
  <inkml:trace contextRef="#ctx0" brushRef="#br1" timeOffset="399">11639 14820 8141,'-15'0'-413,"7"0"0,4 0 413,8 0 0,4-5 1,7-1-3,-1-2 0,1 0 1,-1-4-1,0 5-15,1 0 1,-3-4-1,0 3 1,-3-2-87,2 1 0,-3 4 1,0-5 49,-1-1 108,-2-2 1,-12 5 0,-2 4 0,-4 2 86,-2 2 0,1 5 0,0 1 0,-1 2-4,1 3 1,0 4-1,1 2 1,2 3-70,1-3 1,5-1 0,-3-2 0,2 1-131,3-1 0,3 1 0,3-1 0,5 0-129,5 1 1,-2-6-1,10-1 1,-1 0-224,4 0 1,-1-4 412,1 0 0,38-21 0,15-7 0</inkml:trace>
  <inkml:trace contextRef="#ctx0" brushRef="#br1" timeOffset="400">12214 14705 7036,'-8'0'546,"-3"6"0,6 4 0,0 3-487,-1 1 1,4 5 0,-2 0-1,0-1-93,0-2 0,2 3 0,-4 0 0,1 0-57,0 2 0,-5-5 1,4 3-1,0-3-302,-1-1 1,-2-1 392,4 1 0,-13-14 0,2-2 0</inkml:trace>
  <inkml:trace contextRef="#ctx0" brushRef="#br1" timeOffset="401">12243 14489 7313,'-14'0'-331,"6"2"1,3 2 0,3 6 90,2 3 1,0 3 239,0 3 0,-6 35 0,-2 15 0</inkml:trace>
  <inkml:trace contextRef="#ctx0" brushRef="#br1" timeOffset="402">12372 14805 8141,'-14'0'-1192,"4"-4"1411,1-1 0,-1 2-151,-4 7 0,6 0 1,3 5-1,4 2-79,1 2 1,-5-3 0,0-1-24,2 3 1,1 0 59,2 3-41,0-7 1,2-2-1,3-7 1,4-4-41,4-5 1,1-1-1,1-2 1,-1 0-86,0-3 0,1-1 0,1 2 0,1 1 61,3 0 1,-1-1-1,-5 3 1,1 0 49,-1 3 1,0 4 65,1-5 0,-7 9 1,-3 1 63,-4 8 1,-1 5-1,0 1 1,-1 2-95,-4 3 1,2-3-1,-5 3 1,1-1-85,4 1 0,-3-1 1,1 4 76,2-1 0,-5 30 0,0 3 0</inkml:trace>
  <inkml:trace contextRef="#ctx0" brushRef="#br1" timeOffset="403">12689 14777 6990,'-14'0'310,"4"1"0,2 4-129,2 5 1,-4-2 0,4 1 0,-2 2-145,-4 2 0,4 2 1,0-1-1,0 2-134,0 3 0,5-3 0,-3 3 0,1-3-384,0-1 0,1-1 481,4 1 0,19-46 0,5-10 0</inkml:trace>
  <inkml:trace contextRef="#ctx0" brushRef="#br1" timeOffset="404">12790 14518 8141,'-15'0'-1431,"1"0"1153,0 0 0,6 6 278,3 4 0,10 15 0,3 6 0</inkml:trace>
  <inkml:trace contextRef="#ctx0" brushRef="#br1" timeOffset="405">13005 14403 8141,'-14'4'0,"0"3"-276,-1 1 1,1 1-1,1 7 1,2 2 478,1 1 0,1 7 1,-4-4-1,2 2-67,1 0 1,2 0 0,-3 6 0,1 2-67,-1 2 0,3 0 1,-1-6-1,-1 1-144,2 0 1,0 0-1,5-2 1,-2-2-176,2-1 1,1-4 0,1 2 0,-2-1-383,-2-4 1,0-5 630,5-3 0,0-38 0,0-4 0</inkml:trace>
  <inkml:trace contextRef="#ctx0" brushRef="#br1" timeOffset="406">12790 14805 8141,'0'-14'-476,"1"0"0,2-1 423,2 1 0,5 4 0,-4 2 0,1 0 200,-1 0 1,5 5-1,-3-3 1,2 1 11,-1 0 1,1 0 0,4 5-125,1 0 1,-6 0 0,1 0 0,0 2 26,-2 3 0,0-2 0,-5 7-58,2 1 0,-1 2 1,-4 1-1,0 0-54,0 1 1,0-1 0,0 0 0,0 1-129,0-1 1,-4 1-1,-1-1 1,0 0-377,-1 1 1,4-6 553,-3 1 0,10-20 0,3 1 0</inkml:trace>
  <inkml:trace contextRef="#ctx0" brushRef="#br1" timeOffset="407">13149 14777 7757,'0'-10'-636,"0"1"636,0-1 0,0 0 37,0 1-21,0 6 1,-1-4-1,-2 9 23,-2 3 0,-6 3 0,3 6 1,-2 0-26,0 1 0,2 4 0,-1 0 0,2-1-26,1-2 0,3-2 1,-5 0-16,1 1 1,3-6-5,4 1 9,0-7 0,1 4 0,4-9 0,3-3-79,0-4 0,5 1 0,-4-2 0,3-1 16,-3-2 1,4 3 0,-3 1 71,2-2 0,1 3 0,-2 0 38,-1 1 1,-5 2 155,4 5 1,-5 2-40,0 3 0,-2 3-13,-2 6 0,0 1-18,0-1 0,2-6-72,2-3 1,0-4 0,5-1-42,2 0 0,-3 0 0,2-1 0,1-4 2,2-5 1,-4-2-1,1-3 1,1 1-15,2-1 0,1-5 0,-1-4 0,-2-3 4,-1-2 1,0-2 0,4-1 0,0-3-91,1-2 1,1-2-1,1-8 1,2-2-98,-1-3 1,3 3 0,0-5 0,-1-1 19,1 6 0,-2 5 1,-6 11-1,-2 9 206,-1 6 0,-8 12 0,-2 6 1,-8 9 73,-5 9 0,-3 11 0,-3 8 0,-4 1 258,1 0 1,-5 6-1,4 3 1,-1 1-51,0 2 1,7-5 0,-2 3 0,4-4-212,6 0 0,2 0 0,7 1 1,2 0-101,3-3 0,41-9 0,16 2 0</inkml:trace>
  <inkml:trace contextRef="#ctx0" brushRef="#br1" timeOffset="408">14156 14431 8349,'2'-16'-162,"3"-3"0,-2 2 1,5-6-1,0 2-115,0 4 1,-3-1-1,3 1 1,0-1 618,0 5 0,-5-1 0,3 4 58,1-2 0,-4-1-247,7 3-124,-7 4 0,3 12 0,-6 5 0,0 5 31,0 4 1,-6 5 0,-2 1-1,-2 4-69,1 4 0,-1 1 1,-4-3-1,-1 1-40,1-1 0,1 4 0,2-3 0,1-1-93,-1-2 1,-2-1 0,0-2 0,2-1-138,2-2 1,-1 0 0,-3 3 0,2-3-660,2-5 938,5-3 0,-15-27 0,3-7 0</inkml:trace>
  <inkml:trace contextRef="#ctx0" brushRef="#br1" timeOffset="409">14027 14618 8348,'0'-19'0,"2"0"-236,2 1 0,0 2 0,4 2 1,0 1 130,0 4 0,1-4 0,6 5 0,0-2 129,5 1 1,-4 6 0,3-2 0,-3 3-31,-2 2 0,1 0 0,-1 0 0,0 0-108,1 0 0,-1 2 1,1 1 113,-1 2 0,-6 19 0,-2 0 0</inkml:trace>
  <inkml:trace contextRef="#ctx0" brushRef="#br1" timeOffset="410">14286 14590 8278,'2'-13'0,"1"2"-24,2 1 1,1 2-1,-3-3 1,4 3-58,0 2 1,3 1 0,4 5 97,1 0 1,-2 6 0,-2 4 0,-3 2 28,-2 3 0,4 1 0,-4 1 0,1 4-83,-1 2 0,-1-4 0,-5 5 1,0 0-9,0-2 0,-2 1 1,-1-6-1,-3 2-97,-2-1 0,-2-4 0,-4-4 220,-1-5 0,6-4 0,-1-1-29,-1 0 0,4-8 1,3-5-1,2-4-27,2-1 0,0-4 1,0 0-1,2-2-60,2 0 0,3 4 0,4-2 0,-1 0-123,1-1 0,6 6 0,3-3 0,-3 4-135,-1 2 1,-1 6-1,-1 3 296,0 4 0,14 20 0,2 5 0</inkml:trace>
  <inkml:trace contextRef="#ctx0" brushRef="#br1" timeOffset="411">14660 14575 8253,'0'-14'-58,"0"4"0,-2 2 55,-2 2 0,0-4 51,-5 6 0,-1-1 0,-4 6 1,-1 4-45,1 5 0,0 2 0,-1 4 0,1 2-35,0 1 0,-1 5 1,1-3-1,-1 0 23,1 0 0,1 3 0,2-4 0,3 1-53,2 0 1,1-7-1,5-4-113,0 1 1,1 0 0,4-1 42,5-5 0,3-5 0,1-5 1,0-5 37,1-3 0,-1-1 0,-1 0 1,-2-1 20,-1 1 0,-1 0 1,6-1-1,-3 1 35,-2-1 1,3-1-1,-4-1 47,4-2 1,-3-1 0,-2 6 57,-2 0 0,1 6 74,-3 3 1,-4 5 0,2 5-33,-5 4 0,-7 4 0,5 1 0,1 1-46,-3-1 1,6 1 0,-6-1 0,2 0-103,1 1 1,-1 1 0,5 1-1,0 3-133,0-3 0,0-1 1,0-2-159,0 1 1,1-2 328,4-4 0,22-22 0,12-11 0</inkml:trace>
  <inkml:trace contextRef="#ctx0" brushRef="#br1" timeOffset="412">14818 14633 8253,'-14'0'-301,"-1"0"1,6 5 0,1 1 0,0 0 420,0 1 0,3 4 1,-3-1-1,2 2-92,3 3 1,-4-1-1,2 1 1,1-1-44,-3 0 0,6 1 0,-4-1 0,2 0-138,-2 1 0,3-6 0,-3 1-757,4 1 910,1-4 0,19-52 0,5-19 0</inkml:trace>
  <inkml:trace contextRef="#ctx0" brushRef="#br1" timeOffset="413">14933 14676 8253,'-14'0'-377,"0"0"0,-1 0 295,1 0 0,-1 5 0,1 1 0,1 2 127,4 3 0,1 1 0,4-1 1,0-2-25,0 3 1,3 0-44,1 3 0,1-3 0,4-2-39,5-5 0,3-4 0,1-1-19,0 0 0,1-6 0,-1-4 28,1-2 1,-1-3 0,0 1 0,1 0 4,-1-1 0,-4 1 0,-1-1 0,2 1 20,2 0 0,0 4 1,-2 0 14,-1-1 1,-2 3 0,3 0 24,-1 2 0,-7 3 1,2 7-1,-4 6 0,-2 4 0,-3 4-18,0 1 0,-6 0 0,5-3 0,0 2-65,-1 1 0,4 2 1,-4-4 69,0 3 0,10 18 0,-2 0 0</inkml:trace>
  <inkml:trace contextRef="#ctx0" brushRef="#br1" timeOffset="414">15192 14690 8062,'-9'0'-668,"-1"0"1,5 7 785,-4 2 0,4 4 1,-3 2-164,2-1 1,-1 0 0,4 1 0,-2-1-117,2 0 1,1-4 0,2 0-427,0 1 587,0-5 0,13-31 0,3-15 0</inkml:trace>
  <inkml:trace contextRef="#ctx0" brushRef="#br1" timeOffset="415">15235 14518 8253,'8'-15'0,"-1"1"-574,-1 0-63,-4-1 0,4 9 595,-6 6 0,0 6 0,0 9 0,0-1-7,0 0 1,-1 6-1,-3-1 49,0-2 0,-27 50 0,15-27 0,0-1 0</inkml:trace>
  <inkml:trace contextRef="#ctx0" brushRef="#br1" timeOffset="416">15336 14705 7575,'-9'-5'-1283,"-1"0"1461,7 0 0,-8 7 0,6 3-68,2 4 1,1-1 0,2 2 0,0 1-43,0 2 0,0-3 1,0-1-58,0 2 1,0 2-70,0 1 33,0-6 0,6-3 14,4-10 0,3-3 0,0-6-32,-4 0 1,4-1 0,-5 1-1,2 0-43,-1-1 0,-1 1 0,3-1 80,-1 1 1,-1 0 20,6-1 1,-6 7 75,1 3 0,-2 5-33,2 5 1,-4-2-1,-6 7 1,0 1 27,0 2 1,0 1 0,0 1-51,0-1 1,0 1-1,0-1-93,0 0 0,0 1 1,0-1-235,0 0 1,0 1-410,0-1 700,0 1 0,2-7 0,2-4 0,-2 4 0,4 0 0</inkml:trace>
  <inkml:trace contextRef="#ctx0" brushRef="#br1" timeOffset="417">15638 14618 8175,'10'-16'0,"-2"-1"-209,-2-2 1,1-1-1,-4 6 22,2 0 324,-1-1 0,-10 7 0,-2 5-75,0 6 1,-5 5 0,4 7-1,-2-1 20,1 0 0,-3 1 0,5-1 0,-1 1-114,-1-1 1,7 0 0,-4 1 0,3-1-28,-1 1 1,0-6 0,5 1-36,0 1 1,0 2-138,0 1 0,0-4 145,0-1 0,2-5 46,2 0 0,0-2 101,5-2 0,-6 2 0,2 2 27,-3 6 0,-2 3 0,0 3 0,0 3 0,0 5 0,-2 5 1,-3 4-1,-4 6-56,-4 2 1,-3 2 0,-2 2 0,-2 3-48,-3 5 1,6-2 0,-4 0 0,0-1-6,-3-4 0,2-3 0,-1-6 1,3-10 38,2-11 0,2-8 1,2-8-1,-1 0 65,1 0 0,4-6 1,1-4-1,-3-3 14,0-1 1,-1-5-1,3-2 1,6 0-101,2 0 0,2-3 0,0 4 1,2-3-265,2-2 0,4 2 0,8 1 0,2 0 266,1-1 0,21-9 0,10-5 0,1-5 0,0 0 0</inkml:trace>
  <inkml:trace contextRef="#ctx0" brushRef="#br1" timeOffset="418">15912 14805 8175,'-7'-8'-391,"1"4"0,-5 8 1,3 6 777,1 3 0,-4 8 0,0 3 1,-5 3-342,-3 2 0,0 4 0,3 2 0,-2 2-46,-1 3 0,-13 8 0,1 3 0</inkml:trace>
  <inkml:trace contextRef="#ctx0" brushRef="#br1" timeOffset="419">16343 14446 8341,'7'-15'-48,"-6"1"1,4 0-1,-3-1-268,-2 1 1,0 4 119,0 1 265,0 5 1,0 11 1,0 12 1,0 0 0,-2 2 0,-1-2-46,-2 0 0,-1 7 1,2-4-1,0 2-31,0 0 1,3-6-1,1 3 1,0-2-25,0 0 0,0 0 0,0-4 1,0-1 12,0 0 1,1 1-20,4-1 1,-2-6-1,7-3-4,1-3 1,2-9-1,1-2 1,1-4-23,-1-2 1,1 1 0,-1-2 0,0-2 27,1-1 0,-6 0 1,1 5 11,1-1 1,0 1 57,-1-1 41,-4 7 1,-6 4-40,0 8 1,0 4-16,0 7 0,0-1 0,2-1 1,3-3 1,-2-4 0,6-6 14,3 0 1,0 0-1,3 0-35,-1 0 0,-4 0 1,-1-2-1,3-2-6,0-6 0,-2 2 0,0-2-68,1-1 1,0-2 0,0 1-1,-3 1-140,-1 1 1,2 5-127,-4-4 1,0 4 334,-5-5 0,0 9 0,0 1 0,0 6 0,0 8 0,0-4-124,0 0 0,0-6 120,0 6 1,0-5 400,0 4 0,0 1-119,0 4 1,0-4-204,0-1 1,1-4-74,4 5 1,3-7-1,6 2-36,1-4 0,-2-2 0,-2-4 0,-2-3-19,3 0 1,0-5-1,3 4 1,-1-4 6,1-2 1,-6 6-1,-1-1 1,-1-1 35,-4-2 0,-2 4 78,-1-1 1,-8 7 0,-4-2 43,-6 4 1,-1 2 0,4 4-1,3 5-49,2 2 1,-3 3 0,5-1 0,0 0-102,3 1 0,4 4 0,1 0 0,1-1-119,4-2 1,5-2 0,9 1-1,5-1 157,3 0 0,24-8 0,10-4 0,5 2 0,1-1 0</inkml:trace>
  <inkml:trace contextRef="#ctx0" brushRef="#br1" timeOffset="420">17523 14518 8306,'5'-15'-615,"0"1"87,-2 0 1,0 4 1089,2 0-460,-4 7 0,4 3 0,-8 10 0,-3 3-25,-2 1 0,-2 5 0,-3 2 1,2 0-39,1-1 1,2 1-1,-3-3 1,3 1-46,2-1 1,-4 2 0,5 0 0,1-3-52,-3-1 1,6-6-1,-4-1-17,3 3 1,4-6-1,3-1-26,4-4 0,4-2 0,1-4 1,2-5 5,4-2 1,-4-3-1,4 1 1,0-1 44,-1 1 1,0 0 0,-6-1-1,-2 2 18,-2 4 0,1-2 149,4 6-61,-6 0 0,-6 7 1,-8 2-1,-1 6 0,1 3 1,-4 1 0,4 1-19,-2-1 0,5 0-43,-2 1 0,3-6 1,4-1 1,3-1 1,-2-2 0,6-5 0,3 0-34,0 0 1,3-7 0,-1-1 0,1-1-14,-1-1 1,0 0 0,1-4 0,-1 0-5,1-1 1,-6 6-1,-1-1 1,0 0-365,0 2 242,-5-4 174,4 4 0,-20 12 0,-3 6 0</inkml:trace>
  <inkml:trace contextRef="#ctx0" brushRef="#br1" timeOffset="421">17897 14633 8306,'-14'0'0,"-1"1"-35,1 4 1,1-2-1,2 5 1,1 0-7,-1 0 1,3 2 0,0 4 0,2 1 43,3-1 0,1-4 0,2-1-32,0 3 1,2-4 0,2 0 0,6-2-31,3-3 1,1-1-1,0-4 1,1-1-5,-1-2 0,1-6 0,-1 3 1,-1-2-2,-4 1 1,3-1 0,-6-4 24,2-1 1,-5 1 0,2 0 28,-3-1 0,-2 1 1,-2-1-34,-3 1 0,-3 6 1,-6 3-1,-1 4-108,1 1 1,4 0 0,1 0 150,-2 0 0,4 25 0,1 7 0</inkml:trace>
  <inkml:trace contextRef="#ctx0" brushRef="#br1" timeOffset="422">18070 14647 8306,'-15'0'-290,"1"0"0,0 0 0,-1 2 287,1 3 1,-1 3 0,1 6 157,0 0 1,6 1 0,3 1 0,3 1-86,2 3 1,0-1-1,2-5-105,3 0 1,-2-1 0,6-3-1,3-5-45,0-4 0,3-1 0,-1 0 0,2 0-48,3 0 0,-3 0 0,3-1 0,-4-4 65,-6-5 0,4 2 0,-3-1 0,3-3 6,1 0 1,-4 2 0,-2 1 0,0-3 24,0 0 0,-5 2 0,3 2 73,1 2 105,-6-6 0,4 12-110,-10 0 1,2 7 0,-5 7 0,0 1-26,0-1 0,5 0 0,-2 1 0,3-1-42,2 0 1,0 1 0,0-1-377,0 1 0,0-1 407,0 0 0,20-18 0,4-6 0</inkml:trace>
  <inkml:trace contextRef="#ctx0" brushRef="#br1" timeOffset="423">18559 14259 8297,'-15'5'-298,"1"1"1,0 2 60,-1 3 0,4 7 0,0 2 1,-2 3 445,2 2 0,0 3 0,-2 2 0,2 4-155,1 4 0,5-3 0,-3 0 0,0-1-42,0-1 0,5 3 0,-3-4 0,1 1-149,0-1 0,0-2 1,5-2-1,0-3-331,0-1 0,0-6 468,0 1 0,7-9 0,20-36 0,11-14 0</inkml:trace>
  <inkml:trace contextRef="#ctx0" brushRef="#br1" timeOffset="424">18573 14647 7191,'-14'0'-85,"4"5"1,2 1 0,0 2 220,0 4 0,3 0 1,-4 3-1,-1-1-45,2 1 0,0-1 1,5 0-1,-2 1 97,2-1 0,2 0-25,1 1 1,1-2-83,4-4 1,-2-4-1,7-8 1,1-4-52,2-1 1,1-6 0,-1-5 0,0 0-221,1-2 1,-3 3 0,8-6 0,-3 0-12,-1 2 1,-1-7 0,1 2 0,-1-5 5,0 0 1,1-5 0,-1-3-1,2-6 65,3-7 1,-3-3-1,3-1 1,-1-1 67,1 1 1,-3 4-1,2 3 1,-7 7 239,-6 11 13,-4 8 1,-7 27 0,-4 9 0,-2 7-48,-3 6 1,-1 9 0,-1 4 0,-3 4-60,3 1 1,1 0-1,1 0 1,3 0-60,2 1 0,2-1 1,5 0-1,-2 0-109,2 0 1,6 0 0,3 1 0,2-1-105,4 0 0,0-6 1,3-4-1,1-2-374,3-3 561,-3 1 0,30-26 0,1-6 0</inkml:trace>
  <inkml:trace contextRef="#ctx0" brushRef="#br1" timeOffset="425">19235 14662 8275,'-14'-2'-176,"-1"-1"-549,1-2 1017,-1 0 1,9 5-250,6 0 1,6 0 0,9-1-1,-1-3-47,1 0 0,-1-6 1,0 4-1,1-2-28,-1-4 1,1 4 0,-1-1 0,-1-2-70,-4-2 0,3 3 0,-6 1 69,2-2 0,-5-2 22,2-2 0,-5 7 0,-5 4 1,-6 2 20,-7 2 1,2 2-1,-4 2 1,0 6 110,1 3 0,0 6 0,5 0 0,-1-1-70,1-2 0,1-2 1,2 2-1,3 2-31,1 1 1,3 0 0,4-5-1,0 1-46,0-1 0,1-1 0,4-2 0,5-3-114,2-1 1,3 2-1,1-4 1,1-2-210,3-1 0,-1-2 0,-5 0 1,2 0 347,3 0 0,10-32 0,8-8 0</inkml:trace>
  <inkml:trace contextRef="#ctx0" brushRef="#br1" timeOffset="426">19393 14618 8270,'8'-9'-321,"-3"-1"0,-2 7 1,2-2 473,5 4 1,-2 1-1,1 0 1,2 0-154,2 0 0,2 4 1,-1 3-1,0-1-67,1 1 1,-1 4-1,1-2 1,-1 3-69,0-3 1,-1 4-1,-2-5 1,-3 2-249,-1-1 0,2 1 383,-4 4 0,-39-19 0,-13-4 0</inkml:trace>
  <inkml:trace contextRef="#ctx0" brushRef="#br1" timeOffset="427">19537 14618 8270,'0'-14'-108,"0"4"0,0 1-1080,0-2 1229,0 4 0,-6 2 1,-4 10 9,-3 5 0,-1 4 0,1 4 1,2 3-17,1 1 0,1-3 0,-6 4 0,1-1-51,0 0 1,-1 1-1,1 2 1,1-2-237,3-3 252,-2 6 0,29-4 0,1 7 0</inkml:trace>
  <inkml:trace contextRef="#ctx0" brushRef="#br1" timeOffset="428">19911 14259 8270,'7'-8'-270,"-6"3"333,4 10 0,-3 3 0,-2 8 0,0 3 59,0 5 1,-2 8-1,-3 3 1,-4 2-69,-4 3 0,-2 1 0,1 4 0,0 1-35,-1 2 0,-4 5 0,0-5 1,0 0-150,-2 2 1,0-6 0,-3 4 0,5-4-118,3-6 1,-3-3 0,0-5 0,3 1-266,4-2 0,1-9 512,6-10 0,1-64 0,4-12 0</inkml:trace>
  <inkml:trace contextRef="#ctx0" brushRef="#br1" timeOffset="429">19839 14546 8270,'10'-6'0,"-1"-2"-123,3 0 0,0-5 1,3 5-67,-1 0 0,1 2 0,-1 6 322,0 0 0,-4 0-57,0 0 0,-2 6 1,1 4-19,-4 3 0,-5 0 0,-5-2 1,-4-2-44,-4 2 0,-2 2 1,-1 2-1,-3-3-59,-5-2 0,2 3 0,-1-4 0,1 4-68,0 2 1,4-6 0,-1 1 0,3 1-228,2 2 1,1-4-1,2-1 339,1-1 0,39-9 0,4-6 0</inkml:trace>
  <inkml:trace contextRef="#ctx0" brushRef="#br1" timeOffset="430">20012 14647 8058,'-13'-1'0,"2"-3"-442,1 0 0,7-3 817,-2 2 0,4 2-339,1-6 1,1 5-1,4 0-48,5 2 1,3 2 0,1 0 12,0 0 1,1 0 0,-1-2-148,0-2 1,-4 2 78,0-3 1,-9 4 68,-1 1 1,-11 0 0,-8 0 66,1 0 0,-3 6 1,1 2-1,-1 2 59,0-1 1,-3 1-1,5 3 1,1-2-42,2-2 0,4 1 0,2 4-84,5 1 1,4-1-1,1 1 1,1-3-163,4-2 1,3 1-1,8-4 1,2-1-154,1 0 0,2 4 1,-4-5-1,2-1 312,-1 3 0,36-31 0,9-2 0</inkml:trace>
  <inkml:trace contextRef="#ctx0" brushRef="#br1" timeOffset="431">20242 14575 7364,'0'-14'-86,"0"-1"0,0 6 1,2 1 487,2 2 0,4 1-293,7 5 0,-2 1 0,-4 4 1,-2 5-48,-1 2 1,-4 3 0,2-1 0,-2 2-32,-2 3 0,0-1 0,0 4 0,0 1-89,0-1 0,-5 1 0,-1 2 0,-2-2-60,-3-3 1,-1 4-1,1-5 1,2-3-45,-3-4 0,4-1 125,-1-6 1,6-2-1,-2-8 3,3-5 1,9-2-1,2-4 1,4-2 11,1-1 0,1-5 0,1 3 1,1-1-29,3-4 0,0 1 0,-2-1 0,3 2-38,1-2 1,-3-1-1,4 0 1,-1 3 75,0 5 0,-4 3 1,1 2 176,-3-1 102,-1 7 1,-7 8 0,-4 10-50,-2 3 1,-2 1-1,0 2 1,-2 2-98,-2 1 0,2 0 0,-3-5 0,2 1-80,-2-1 0,4 0 0,-6 1 0,2-1-150,1 1 1,-3-1-1,4 0 1,-3 1-612,-2-1 0,3 1 720,-5-1 0,-6-12 0,-6-4 0</inkml:trace>
  <inkml:trace contextRef="#ctx0" brushRef="#br1" timeOffset="432">20645 14302 8270,'-13'1'-1665,"4"4"1665,4 5 0,-10 67 0,7-30 0,0 0 0</inkml:trace>
  <inkml:trace contextRef="#ctx0" brushRef="#br1" timeOffset="433">20674 14633 6933,'-5'-10'57,"0"1"1,0 4-18,5-5 1,2 7 0,1-3 0,3 1-64,2 0 1,2-1-1,4 2-10,1 0 1,-6-1 0,1 3 105,1-3 49,-4 4 1,-3-4 35,-8 10 0,0-2 0,-5 7 0,-2 1 20,-2 2 1,3-4 0,2 1 0,0 1-141,0 2 1,5 1-1,-2 1 1,4-1-184,1 0 0,0 1 0,0-1-189,0 1 0,6-1 0,4-1 1,1-2 333,-2-2 0,30-12 0,1 2 0</inkml:trace>
  <inkml:trace contextRef="#ctx0" brushRef="#br1" timeOffset="434">21005 14575 8270,'-15'0'-142,"1"0"1,4 0-1,2 2 143,2 3 1,-4 3 0,4 6 119,-2 0 0,3 1 0,-3-1-193,2 1 1,-4-1-165,5 0 205,-6 1 0,11-7 0,0-5-5,8-6 0,0 0 1,2-7-1,1 0-8,2 2 1,1-4 0,0 2-1,1-1-45,-1 1 1,1-1 0,-3 5 0,0-1 90,-3 1 1,1-4 0,4 5 35,1 2 64,-7 2 0,-2 2 0,-6 4-85,0 5 0,0 2 0,0 3-117,0-1 0,0 1 0,0-1-228,0 0 0,0 1 328,0-1 0,6-6 0,2-1 0</inkml:trace>
  <inkml:trace contextRef="#ctx0" brushRef="#br1" timeOffset="435">21249 14604 7992,'0'-14'-1251,"0"-1"1722,0 1 0,-1 6-261,-4 3 0,2 5 1,-5 5-102,1 4 0,-2 4 1,4 2-90,2-1 0,1 0 0,2 1 1,0-1-90,0 1 0,0-6 0,0 1 1,0 1-167,0 2 0,0-4 0,0 1-306,0 1 541,6 2 0,47-5 0,17-2 0</inkml:trace>
  <inkml:trace contextRef="#ctx0" brushRef="#br1" timeOffset="436">21407 14719 8270,'-20'0'-507,"8"0"0,-2 0 0,1 0 1289,0 0 0,4 0-237,-1 0-661,7 0 0,3-5 137,10 1 0,2-1 1,3 5-100,-1 0 1,1-5 0,-1-1-83,0-2 0,-1 3 0,-2-3 0,-1 0 4,1 0 0,-3 3 0,0-5 84,-1-1 0,2 3 1,-4-1 38,-2-3 1,-1 4 74,-2-1 1,-7 6-1,-2-2 1,-4 5 140,-1 5 1,-1 1 0,1 5 0,-1-1 147,1 1 0,4 2 0,2 1-199,2 1 1,1-1 0,5 0 0,2 1-79,3-1 1,7-6-1,11-1 1,2-3-412,6 1 357,1 6 0,13-24 0,9-10 0,4 2 0,1 0 0</inkml:trace>
  <inkml:trace contextRef="#ctx0" brushRef="#br1" timeOffset="437">22386 14647 6130,'0'-9'24,"0"-1"-58,0 7 1,0-5 0,-2 5-93,-3-2 97,4 0 1,-12 5 26,3 0 1,2 0 12,-1 0 1,4 0-1,-5 0 3,-1 0 1,3 0-16,-1 0 1,4 0-4,-5 0 0,1 0 3,-6 0 0,6 0 119,-1 0 0,5 0 251,-4 0-99,5 0-121,-2-6 1,6 2 4,0-5 1,0 4-44,0-5 0,2 2 0,1-3 0,3 2 8,2-2 1,0 3 0,3-2 0,-1 0 0,1 2 0,-3-4 1,2 4-1,-1-2 71,-1 0 0,5 6-153,-3-6 0,-2 7 1,0 0-60,-2 6 0,-1 5 1,-7 8-1,-2 1-12,-6 3 1,2 5-1,-2-1 1,-1 3-70,-2 2 0,-1-2 0,1-1 0,2-4-52,1-1 0,2 3 0,-3-6 1,3-4-270,2-3 347,1-8 0,5 2 0,2-10 0,2-4 38,6-4 0,3-8 0,1-1 1,2-2-2,3 0 0,-3 5 1,4-5-1,-4 0 5,-2 1 1,5-2 0,0 4-1,-1 0 58,-2 0 0,-2 2 0,1 6 0,-3 2 254,-2 2-184,3 5 1,-7 0 0,4 8 0,-5 6 21,-4 3 1,-1 1-1,0 1 1,0 1-78,0 3 1,0-3 0,-1 3 0,-3-3-25,0-2 0,-1 1 0,5-1 1,0 0-41,0 1 0,0-1-251,0 1 143,0-1 1,1-6-1,4-5 1,3-6 14,0-7 0,10-2 0,-4-3 0,2 1 55,0-1 0,0-4 0,2 0 0,1 1 45,-2 2 0,-1 2 0,-1 0 0,-1 1 81,1 3 1,-3 2-20,-2 4 1,-4 4-1,-6 0 1,0 8 22,0 4 1,0 3 0,0 1 0,-1 1-57,-4 2 0,3 1 0,-2-6 0,0 0-59,0 1 0,2-1 1,-3 1-1,4-1-198,1 0 0,0-4 0,0 0 246,0 1 0,12-30 0,4-7 0</inkml:trace>
  <inkml:trace contextRef="#ctx0" brushRef="#br1" timeOffset="438">22932 14460 8516,'2'-14'-72,"3"-1"0,-4 6-629,4-1 789,-3 7 0,-2-2 1,0 12-6,0 7 0,0 0 1,0 6-1,-2-3-46,-3 2 1,4-3-1,-4 4 1,3-3-39,2 2 1,0-3 0,-1 3 0,-2-3-47,-2-1 1,0-6 0,5 1 21,0 1 1,2 0 0,2-1-68,6-5 0,-2-4 1,2-1-1,2-1-104,6-4 1,-2 2 0,5-7 0,-2-3 38,0-4 0,2 1 1,-4-3-1,3 1 105,-3-1 1,-1 3 0,-1-3 0,-1 4 71,0 6 36,-6-4 0,-3 11 31,-10-2 1,-3 8 0,-6 6 0,1 3-33,4 1 1,-4 0 0,3 1-77,-3-1 0,4 1 1,1-1-1,1 0-167,4 1 1,2-1 0,1 1 187,0-1 0,32-25 0,8-7 0</inkml:trace>
  <inkml:trace contextRef="#ctx0" brushRef="#br1" timeOffset="439">23335 14460 8468,'-8'-6'-299,"-5"4"1,5-1 256,0 6 0,-3 0 1,7 7-1,-1 1 112,-2 2 0,6 1 0,-6 2 0,3 2-93,-1 1 1,0 2 0,5-4 0,0 3-12,0-3 0,6 4 0,2-2 0,2-3-61,0-5 1,-1 2 0,5-5 0,2 0-102,4-3 0,-3-3 0,6-2 0,-1 0 196,0 0 0,8-29 0,3-13 0,5-2 0,0 0 0</inkml:trace>
  <inkml:trace contextRef="#ctx0" brushRef="#br1" timeOffset="440">23738 14115 8468,'0'-15'-26,"0"1"0,-6 1 36,-4 4 0,2 9 1,0 9-1,0 6-114,0 4 1,3 3-1,-4 7 1,-2 1 124,-2 4 1,3 1 0,1 5-1,-3-3-22,0-2 0,-3 5 0,1-2 0,-1 4-61,1 1 0,0-6 0,-1-2 0,1-3 21,0-3 1,1 1-1,2-12 64,1-5 1,7-7-34,-2-11 1,10-3 0,4-6 0,4-1-102,2 1 0,4-2 0,0-2 0,-2-1-75,-1 2 1,4 1 0,0 1 0,1 1 81,0-1 0,-2 1 1,-4 0-1,-1 1 99,0 3 1,1 2 0,-1 5 84,0-2 0,-6 2 1,-3 8-1,-3 5 8,-2 2 1,0 8 0,-2 0 0,-1 1-9,-2 0 1,-4 3-1,4-3 1,0 1-126,-1 4 1,4-6 0,-3 1 0,4-2-420,1 1 464,6 5 0,40-15 0,17 2 0</inkml:trace>
  <inkml:trace contextRef="#ctx0" brushRef="#br1" timeOffset="441">24342 14590 8468,'-8'-2'-2334,"4"-3"2385,2 4 1,2-7 50,0 3 0,0 2 74,0-7 401,0 7-188,0-10 1,2 11-162,2-2 0,-2 4 1,3 4-119,-4 6 0,-5 3 0,-3 1 1,1 1-164,-1-1 0,-2 5 0,2 0 0,1 1-163,0 0 1,-4-4 0,4 4 0,-1-4-207,1-2 1,1 0-1,3-1 422,-2-3 0,-4-4 0</inkml:trace>
  <inkml:trace contextRef="#ctx0" brushRef="#br1" timeOffset="442">24429 14302 8468,'-7'-8'-1153,"1"3"0,-4 10 915,5 4 238,4 4 0,-6 53 0,0 12 0</inkml:trace>
  <inkml:trace contextRef="#ctx0" brushRef="#br1" timeOffset="443">24515 14604 8239,'-14'0'-1437,"1"2"1373,3 2 1,2-2 0,5 4 138,-2 1 0,0 1-56,5 6 1,-4 1 0,-1-1 93,2 0 0,1-4-110,2 0 0,6-7-7,4 2 0,-2-5 1,2-5-1,-1-5-2,-1-3 1,5 4 0,-3-1 0,2-1-7,3-2 0,-1-1 1,1-1-1,-1 1 11,0 0 0,1 4 1,-1 2 98,0 2 1,-4-4-15,0 5 1,-7 7 0,2 7-45,-4 4 0,-1 2 0,0-1 0,-1 0-45,-4 1 1,3 4 0,-3 0 0,4-1-147,1-2 1,-2-2-1,-1 1 1,-2-1-500,2 0 650,1 1 0,9-1 0,1 0 0</inkml:trace>
  <inkml:trace contextRef="#ctx0" brushRef="#br1" timeOffset="444">25134 14503 7791,'-15'0'-515,"1"0"0,-1 2 825,1 3 0,0 3 1,-1 8-217,1 3 0,0-3 0,-1 3 0,1-3-62,-1-2 1,6 1 0,1-1 0,0 2-13,0 3 1,5-7-1,-2 2 1,3-1-59,2 0 0,0-4 0,2-1-62,3-1 1,-2-3-1,6-4-97,3 0 1,0 0-1,3 0-125,-1 0 1,1 0-1,-1 0 322,0 0 0,26-38 0,7-10 0</inkml:trace>
  <inkml:trace contextRef="#ctx0" brushRef="#br1" timeOffset="445">25234 14647 8452,'-1'-8'0,"-2"2"-186,-2-1 1,-2 6-1,3-4 307,-6 3 0,2 4 0,0 3-53,2 4 1,-4 4 0,4 2-70,-2-1 0,4 0 0,0 1 0,2-1 3,2 1 1,0-1-181,0 0 1,2-1 118,2-3 1,4-4-1,7-6 5,-1 0 0,-1-2 0,-2-1 0,-1-3-1,1-2 0,0-2 0,0-2 1,-3 0-37,-1 3 0,2-1 0,-4-4 75,-2-1 0,-1 1 1,-2 0 36,0-1 0,0 6 0,-2 1 0,-1 0 10,-2 0 1,-6 3-16,2-5 0,1 7 1,0-3-8,1-1-9,2 6 0,7-6 1,3 7-1,4 0 0,4 0 0,3 0 0,3 0 0,-3 0 1,5 0 13,0 0 1,-8 0 0,4 0 22,1 0 0,-1 5 0,-4 1 0,-2 1 3,-1-1 0,-5 4 0,3-4 1,0 2-1,0 3 1,-4-3 0,4 2 0,-1 1-25,-4 2 0,0-3 0,0-1 0,2 2-21,-2 2 1,-1 2 0,-2-1-1,0 0-94,0 1 0,-5-1 1,0 0-215,2 1 271,-5-7 68,0-2 0,0-12 0,4-4 3,2-3 0,4-1 1,1-2-1,3-1-14,2-3 0,-3 1 1,4 5-1,1-1-13,-2 1 1,5-5 0,-4 0 0,4 1-14,2 2 1,-1 6 0,0 1 0,1-1 2,-1 2 1,1 2 0,-1 6 19,0 0 0,1 0 1,-3 1 6,-2 4 1,-4 3 0,-6 7 18,0-1 1,0 0 0,0 1 0,0-1-27,0 1 0,0-6 0,0 1 1,-1-1-97,-4-1 1,2 5-171,-7-3 216,7-4 0,-3-1 35,6-10 1,1-1 0,3-5 0,2 1 12,2-1 0,-3-2 0,4-1 1,1-1-26,-2 1 0,5 1 0,-4 2 0,4 1-20,1-1 0,1 0 1,-1 0-1,1 3-82,-1 1 1,-4-2 0,-1 4-102,2 2 1,2 1 217,2 2 0,-20 19 0,-5 5 0</inkml:trace>
  <inkml:trace contextRef="#ctx0" brushRef="#br1" timeOffset="446">25911 14647 8452,'-15'0'-306,"7"0"545,2 0 0,7 0-229,4 0 0,-2 0 1,7 0-1,1 0-53,2 0 1,1-5-1,1 1 1,-1-1-153,0-2 0,1 4 0,-1-5 79,1 2 0,-1-4 0,-1 4 91,-4-2 0,-1 5 1,-4-4 94,0 1 0,0 4 0,-9-3 42,-5 4 1,2 2 0,-1 3 0,-1 2-21,2 2 1,-5 2-1,4 4-95,-4 0 1,3 1 0,2-1-1,2 1-56,3-1 0,-1 0 1,1 1-1,-2-1-250,2 1 0,3-1 0,3 0-278,2 1 0,6-6 587,-1 1 0,41-32 0,12-4 0</inkml:trace>
  <inkml:trace contextRef="#ctx0" brushRef="#br1" timeOffset="447">26414 14431 8408,'0'-9'-437,"0"-1"1,-2 7-1,-1 0 638,-2 6 0,-4 5 1,2 6-1,1 1-70,0-1 0,-6 2 1,3 3-1,-4 4-85,-1-1 0,4 5 0,1-4 0,-1 1-3,2 0 0,-5-5 0,5 5 0,0 0-120,3-2 0,4-1 1,1-7 11,0 1 1,6-7-1,5-4-3,7-2 1,-2-2-1,3 0 1,-3 0-107,-2 0 0,6-6 0,-1-2 0,-2-2-205,-1 1 0,-1 4 0,-1-5 379,1-1 0,5-53 0,3-14 0</inkml:trace>
  <inkml:trace contextRef="#ctx0" brushRef="#br1" timeOffset="448">26716 14302 8408,'-14'0'-235,"-1"1"0,1 4 240,0 5 1,4 3 0,0 1 0,-1 2 126,-2 3 0,-1 4 1,1 5-1,2 1-88,2 0 1,1 0 0,-4-1 0,4 1-84,2 0 1,-4 0 0,6 0 0,-1-2-96,-2-3 1,6 1 0,-4-4 0,3 0-77,2 0 0,0-2 0,0-5 0,0 1-317,0-1 527,0-6 0,-6-21 0,-2-11 0</inkml:trace>
  <inkml:trace contextRef="#ctx0" brushRef="#br1" timeOffset="449">26443 14532 7933,'0'-14'-194,"0"4"0,1 2 1,4 0 425,5 0 1,3 5-1,3-3 1,3 1-478,5 0 1,5 0 244,4 5 0,5-2 0,6-2 0,5 0 0,1 0 0</inkml:trace>
  <inkml:trace contextRef="#ctx0" brushRef="#br1" timeOffset="450">27335 14331 8541,'14'-29'0,"-1"2"-147,-3 3 0,1 3 1,-5 8 632,2 4 1,-3-3-171,5 8 1,-7 0 0,2 9-218,-4 5 1,-1 7 0,0 6 0,0 2 21,0 6 0,-5 5 0,1 0 0,-1 0-132,-2 4 0,1-3 1,-5 2-1,3 0-207,1 3 1,-4-4-1,2 1 1,-3-1 3,3-1 0,-4 3 1,3-7-1,-2-1-191,-3-1 0,6-2 0,-1-1 1,-1 0-846,-2-4 1250,5-4 0,-11-31 0,3-6 0</inkml:trace>
  <inkml:trace contextRef="#ctx0" brushRef="#br1" timeOffset="451">27378 14575 8535,'8'-21'-88,"3"1"0,-4-4 1,-1 5 182,0 3 1,6 6 0,-3 2 0,4 2 9,1 2 0,1-2 0,1 1-48,3 2 1,-3 3-1,3 5-125,-3 4 1,-3 4-1,-2 2-66,-1-1 0,-6 0 1,4 1-1,-1-1 84,-4 0 1,-1 1 0,-4-1-21,-3 1 1,2-6 0,-7 1-20,-1 1 1,-2 0 0,-1 0 0,0-3-90,-1-1 0,1 2 1,-1-4-1,1-2-132,0-1 0,-1 3-223,1 0 533,0-1 0,6 3 0,1 1 0</inkml:trace>
  <inkml:trace contextRef="#ctx0" brushRef="#br1" timeOffset="452">27694 14546 8390,'8'-6'0,"-1"-2"-598,-1 0 0,-3-5 644,7 4 1,-2 1-1,3 0 90,-1 1 1,-5 3-1,3 5-66,-2 4 0,-1-2 1,-5 7-40,0 1 0,0 2 0,0 1 0,0 0-44,0 1 0,0-1 0,0 1-29,0-1 1,0 0 0,-2-1-1,-1-2-99,-2-1 1,0-5 0,4 3-45,-4-2 162,3-1 0,-4-7 1,8-2 4,2-6 0,0 2 0,5-2 0,2-1-29,2-2 1,2-6 0,-1 0 0,0 1-50,1 2 0,-1 4 0,-1 1 0,-2 1-226,-1-1 322,-1 4 0,-1 7 0,-1 8 0</inkml:trace>
  <inkml:trace contextRef="#ctx0" brushRef="#br1" timeOffset="453">27953 14546 8390,'-8'0'-289,"2"-1"149,6-4 0,2 3 33,2-2 1,4 2 0,7 2-46,-1 0 0,1-1 0,-1-3 23,0 0 0,1-6 0,-2 4 0,-4-2 0,2 3 460,-6-5-64,0 7 0,-11-3 1,-4 7-149,-3 4 0,0-2 1,2 7-116,2 1 0,1 2 0,-2 1 1,5 0-159,4 1 0,1-1 0,0 1-413,0-1 1,0 0 566,0 1 0,44-7 0,12-2 0</inkml:trace>
  <inkml:trace contextRef="#ctx0" brushRef="#br1" timeOffset="454">28227 14518 8390,'-10'0'-984,"1"0"776,-3 0 0,0 0 1,-3 1 393,1 4 1,1-2 0,2 7 0,3 1-43,1 2 1,1 1 0,3 1-79,-2-1 0,0 0 1,7 1 125,3-1 0,3-6 1,6-3-113,0-3 0,1-2 1,1 0-1,1-2-75,3-3 0,-1-3 1,-5-6-1,1-1-93,-1 1 1,0-2-1,2-2 1,0-1-135,-1 2 1,1-6 0,-10-1 0,0-3-45,1-2 0,-2 1 1,-5-1-1,-2-2 180,-3-2 0,2 1 0,-7-6 0,-1-2 35,-2-2 1,4 4 0,1 1 0,2 0 114,2 0 1,3 5 0,1 0 210,0 7 0,0 7-168,0 13 0,0 12 1,0 14-1,1 1-18,4 4 0,-3 6 0,3 3 0,-4 0-38,-1 0 0,0 5 0,0-2 0,0 2-51,0-1 0,5 1 0,0-5 0,-2 0-11,-2 0 1,-1 4 0,0-6 0,0-1-69,0-2 1,0-1 0,0 0 0,2-2-178,3-3 0,-4 2 0,4-7 256,-3-1 0,23-28 0,7-8 0</inkml:trace>
  <inkml:trace contextRef="#ctx0" brushRef="#br1" timeOffset="455">28615 14546 8390,'-14'0'-2,"4"0"1,2 2 8,2 3 1,-1-2-1,4 7-102,-2 1 0,1 2 0,4 1 20,0 0 0,-5 1 75,0-1 0,26-25 0,11-7 0</inkml:trace>
  <inkml:trace contextRef="#ctx0" brushRef="#br1" timeOffset="456">28730 14316 8390,'-1'-13'0,"-2"2"0,-4 3-509,-1 2 0,3 1 0,-4 5 332,-2 0 0,4 7 1,2 2-1,2 5 177,-2 6 0,-3 47 0,1-25 0,0 1 0</inkml:trace>
  <inkml:trace contextRef="#ctx0" brushRef="#br1" timeOffset="457">28845 14503 7817,'-14'0'-448,"4"0"1,1 0 663,-2 0 1,3 2 0,-2 3-179,-1 4 0,4 4 0,3 3 1,2 2-33,2 1 0,0 2 0,0-4 1,0 2-55,0-1 0,0-2 0,2-2 0,3 1 26,4-1 1,4 1 0,1-3 0,1-2 10,-1-5 1,0 1-1,1-1 1,-1-2-134,1-1 1,1-2 0,1-2 0,2-3-233,-1-4 0,-2-2 376,-2 1 0,1-54 0,-1-8 0</inkml:trace>
  <inkml:trace contextRef="#ctx0" brushRef="#br1" timeOffset="458">29176 14129 7937,'-12'2'-32,"2"3"1,-1-2 0,4 6-1,1 4-46,0 5 0,-4 4 0,4 7 0,-1 0 74,1-1 0,-4 8 1,5 0-1,1 3-62,-3-1 1,6-1-1,-6 3 1,2-3-181,1-2 0,-6-2 1,4-4 245,-2 0 0,-8-13 0,-7-3 0</inkml:trace>
  <inkml:trace contextRef="#ctx0" brushRef="#br1" timeOffset="459">29018 14532 8390,'0'-14'-131,"0"-1"1,0 6-1,0-1 26,0-1 0,6 3 0,4 0 91,3 2 1,-4 1-1,1 5 1,1 0 26,2 0 0,1 0 1,1 0-1,-1 0 59,1 0 0,-1 5 0,0 1 7,1 2 1,-6-3-14,1 4 1,-5 1 0,3 4 13,-2 1 1,-1-6 0,-5 1-67,0 1 1,-5 2 0,-1 1-113,-2 1 0,4-6 1,-2 1-303,0 1 1,-1 2 0,-4 1-449,2 1 848,5-7 0,-2-28 0,6-12 0</inkml:trace>
  <inkml:trace contextRef="#ctx0" brushRef="#br1" timeOffset="460">29277 14359 8390,'5'-14'-140,"0"0"0,-1 4 0,-4 0-279,0-1 238,0 5 0,0 1 0,0 10 61,0 4 1,0 6-1,0 2 1,-1 3 119,-4-3 0,-3 25 0,-6 4 0</inkml:trace>
  <inkml:trace contextRef="#ctx0" brushRef="#br1" timeOffset="461">29349 14561 8390,'-10'0'-262,"1"0"1,-1 0 312,-4 0 0,4 6-26,1 4 0,5 3 1,0 1-60,2 0 1,2 1-1,2-2 66,2-4 0,4 2 0,7-6-49,-1-2 0,1-1 0,-1-2-21,0 0 1,1-2 36,-1-2 1,-6-4 0,-3-7 23,-3 1 1,-2-1-1,-2 1-17,-3 0 1,2 4 0,-7 0 0,-1 1-112,-2 1 1,-1 1 0,0 7-259,-1 0 1,1 0 362,-1 0 0,7 20 0,2 4 0</inkml:trace>
  <inkml:trace contextRef="#ctx0" brushRef="#br1" timeOffset="462">29565 14503 8390,'8'0'-293,"-2"0"0,-6 2 0,0 3 287,0 4 0,0 4 0,0 1 4,0 1 1,0-6 0,0 1-88,0 1 0,0-3 45,0 2 1,2-7 24,3 2 1,-2-4 0,6-2 14,3-4 0,-4 2 1,1-5-1,2 0-22,2 0 1,1 0 0,-1-3 0,-2 1-11,-1-1 1,0 3-1,4 0 67,0 2 0,-4 1 72,0 5 0,-2 1-56,1 4 0,-2-2 0,-7 7 0,-2 1-16,-3 2 0,4-4 0,-4 1 0,2 1-71,-2 2 1,3-3-1,-3-1 1,2 2-655,-2 2 694,4 2 0,-12 5 0,5 3 0</inkml:trace>
  <inkml:trace contextRef="#ctx0" brushRef="#br1" timeOffset="463">30111 14446 8390,'7'-15'-111,"-4"6"1,5-1-1125,-2-1 1407,-1 5 1,-11-1 0,-4 9 0,-3 3-2,-1 4 0,-5 4 0,0 3 1,0 2-50,-2 1 0,6 0 1,-1-5-1,5 1-90,0-1 1,3 0-1,0 1 1,2-1-38,2 1 0,3-1 0,1 0-18,0 1 1,1-1 12,4 1 1,-2-7-1,5-2-34,-1 0 0,-4-2-217,-8 5 0,-8-6 0,-9 4 261,-5-1 0,-25-7 0,-11-3 0,-11 4 0,1-1 0</inkml:trace>
  <inkml:trace contextRef="#ctx0" brushRef="#br1" timeOffset="464">30716 14777 7939,'-8'0'145,"0"-2"218,3-3 0,3 2-106,-2-6 1,7 4 0,3-5-175,2-1 0,-3 3 1,3-2-1,0-1-92,0-2 1,-3-1 0,3 0 0,-2-1-59,-3 1 1,4-1 0,-3 1 0,1 0-48,2-1 0,-6 1 59,4-1-135,-3 1 54,-2 6 1,0 3 55,0 10 0,0-2 15,0 7 1,0-5 209,0 4-51,-7-6-75,6 4 1,-6-9-64,7-3 1,0 2-1,0-6-9,0-2 1,0-2 0,0-2 0,2 1 12,3 0 0,-2-2 0,5-2 0,0-1 28,0 1 1,-5-3-1,3 2 1,-1 0 43,0-2 0,1 10 1,-2-3-1,0 1 126,0 0 0,2 4-131,-1-1 0,6 7-18,-1-2 1,-2 10-1,0 4 1,0 3-19,0-3 1,-5 4 0,3-4 0,-1 4-7,0 2 1,0 1 0,-5 1 0,0 2 25,0-1 0,0-2 0,-2-2 0,-3 1 26,-4-1 0,-4 1 1,-2-1-1,-1 0 7,-3 1 0,-3-2 1,-7-1-1,0-1-31,0 1 0,-6 4 0,-1-7 0,-3 4-22,1 1 1,1-4-1,-1 0 1,6-1-6,6-1 1,1 3 0,5-4-238,3 1 0,9 1 49,8 6 0,6-7 0,10-3 0,3-2-285,5 2 1,8-4 486,2 4 0,8-14 0,7-6 0,1-1 0,1 0 0</inkml:trace>
  <inkml:trace contextRef="#ctx0" brushRef="#br1" timeOffset="465">30946 14633 8479,'14'0'-1774,"-4"-5"1580,-1 0 0,-5-6 509,0 1 0,3 2-113,-2-1 1,4 4-76,-4-5 0,5 6 1,-4-4 269,2 1-201,-5 2 0,4 7-144,-7 3 1,0 3-1,0 6 1,-2 1-58,-3-1 0,2 0 1,-7 1-1,1-1-128,1 1 0,-3-1 0,4 0 1,1 1-88,-1-1 0,-4 1 0,3-1 0,-1-1-756,-1-4 976,7 4 0,-23-37 0,2-1 0</inkml:trace>
  <inkml:trace contextRef="#ctx0" brushRef="#br1" timeOffset="466">31047 14446 8448,'4'-15'-683,"1"1"109,0 0 462,-5 6 1,0 8 0,0 9-1,0 4-20,0 1 1,-5 2 131,0 4 0,-19 28 0,0 12 0</inkml:trace>
  <inkml:trace contextRef="#ctx0" brushRef="#br1" timeOffset="467">31190 14590 8399,'0'-8'53,"0"1"0,0 18-119,0 4 0,0 2 0,0-2 5,0-1 0,0 1 0,0-1-84,0 0 1,0-4 95,0 0 3,0-7 0,2 2-6,3-10 1,3-3 0,6-7 0,1 1-25,-1 0 1,0-1 0,1 2 0,-1 2 41,1 2 0,-1 1 0,0-4 0,1 4 8,-1 2 0,-4 1 1,-1 5 41,2 0 1,-4 2-1,-2 3 2,-4 4 1,-1 4-1,0 1 1,0 1-6,0-1 0,-1-1 0,-3-2 0,0-1-114,0 1 1,3 2 0,1 1 0,0 1-208,0-1 308,0-6 0,13-8 0,3-8 0</inkml:trace>
  <inkml:trace contextRef="#ctx0" brushRef="#br1" timeOffset="468">31694 14503 8448,'0'-9'-500,"0"-1"631,0 7 1,-5 3 0,-1 10-95,-2 2 0,0 8 1,-2-1-1,4-2-63,-1-1 1,6-1 0,-4-1 0,3 0-92,2 1 1,0-1 0,0 1 0,0-1-18,0 0 0,0 1 0,2-2 0,3-2-285,4-2 0,4-4 419,2 5 0,37-26 0,11-2 0</inkml:trace>
  <inkml:trace contextRef="#ctx0" brushRef="#br1" timeOffset="469">31895 14647 8448,'-8'-6'-1022,"-4"3"837,2-7 464,4 7-212,-1-4 1,9 7-63,3 0 1,3 0 0,6 0-76,0 0 0,1 0 1,-1 0-162,1 0 1,-6-4-176,1-1 351,-1-6 1,-2 9-1,-6-4 1,-5 1 92,-4 0 0,-2 0 1,-6 5-1,-2 2 171,-1 3 1,0-2-1,5 6 1,-1 1-44,1-2 1,4 5-1,2-4 1,2 4 3,3 2 0,1-1 0,4 0-178,3 1 0,9-1 1,10-1-1,5-2-269,4-1 1,4-2 276,6 1 0,7-7 0,7-4 0,5-2 0,-1 0 0</inkml:trace>
  <inkml:trace contextRef="#ctx0" brushRef="#br1" timeOffset="470">32744 14331 12727,'0'-15'-1480,"2"1"1128,3 0 316,-4-1 1,6 9 0,-7 6-1,0 9 41,0 9 1,-7-1 0,-1 7 0,-1 2-17,-1 1 1,2 2 0,-3 0 0,3-2 0,2-3 0,-6 3 1,4-3-1,-1 3-146,-1 2 0,5-5 0,-3-2 1,0-1-146,0-3 1,4 3-1,-4-2 1,1-2-38,4-1 1,0-3 376,-2-3 1,3-4 0,-4-6 0</inkml:trace>
  <inkml:trace contextRef="#ctx0" brushRef="#br1" timeOffset="471">32572 14489 8510,'0'-10'-853,"0"1"529,0-2 1,0 3 593,0-2 1,6 7 0,4-2-294,2 3 0,4 2 0,2 0 0,1 0 44,-1 0 0,3 0 1,-1 0-1,3 0-57,2 0 0,-2 0 0,-1 0 0,0 0-15,1 0 0,-1-1 0,4-2 0,-4-4 21,-1-1 1,-2 0 0,-5-3 0,2 1 9,4-1 1,-9 0 0,2 0 70,-5 1-4,3 1 1,-11 1 0,1 4-5,-4 8 0,-8-1 0,1 8 0,-2 3 11,-3 4 1,6 3 0,-1-4-1,-1 3-54,-2-3 1,0 4 0,2 0-1,2 0-44,-3-1 0,1 4 0,0-5 0,3-1 17,2-2 0,-4-2 1,5 1 5,2-1 0,-3-4 27,1-1 1,6-7-1,9-2-20,3-8 0,1 0 1,1-2-1,-1 1-28,0 1 0,1-5 0,-1 5 1,2-2-9,3 1 0,-3 4 0,3-3 0,-3 2 28,-1 2 0,-6 3 1,1 1 68,1 0 1,0 1-1,1 3 68,-3 0 0,-6 8 0,2-3-90,-3 4 0,-2 1 0,-2 1 1,-1-1-81,-2 1 1,0-1 0,5 0-167,0 1 1,0-1 0,0 1 220,0-1 0,45-19 0,11-4 0</inkml:trace>
  <inkml:trace contextRef="#ctx0" brushRef="#br1" timeOffset="472">33305 14604 8510,'-14'0'-513,"0"0"286,6 0 285,1 0 1,9 0-16,3 0 0,3 0-153,6 0 1,0 0-9,1 0 0,-6-2-110,1-2 0,-7 0 152,2-5 1,-5 6 95,-5-2 0,2-2 1,-7 3 70,-1 0 0,3 3 1,-1 2 289,-3 4 0,1 3 0,2 7-180,4-1 0,3 0 0,2 1 0,2-1-142,3 1 0,7 4 0,9 0 1,3-1-572,7-2 512,4-2 0,28-11 0,13-4 0,5 0 0,1 0 0</inkml:trace>
  <inkml:trace contextRef="#ctx0" brushRef="#br1" timeOffset="473">2446 16388 8262,'-2'-14'0,"-1"-1"-289,-2 1 0,-1 4 0,2 1 1680,0-2-937,-1 4-290,5 1-178,0 6 1,1 6-1,3 4 8,0 3 0,1 1 0,-5 0 1,0 1-19,0-1 0,0 1 0,0-1 0,0 2-132,0 3 1,0-3 0,0 3 0,-1-1-81,-4 1 0,3-3 0,-3 3 0,4-3-382,1-1 0,-2-1 618,-3 0 0,4-31 0,-6-9 0</inkml:trace>
  <inkml:trace contextRef="#ctx0" brushRef="#br1" timeOffset="474">2474 16172 8482,'0'-14'0,"5"-5"0,0 0-332,-2 1 1,-1 7 238,-2 1 1,0 13 0,0 2 0,0 6 26,0 4 0,0 4 1,0 2-1,0 1 29,0 4 1,4-4-1,1 2 1,0 2-552,1 1 588,-4-5 0,17 31 0,-3 1 0</inkml:trace>
  <inkml:trace contextRef="#ctx0" brushRef="#br1" timeOffset="475">2633 16431 8446,'-8'7'-247,"3"2"1,5-1 62,5 2 1,-2-7 122,6 2 0,1-3 1,4-2 29,1 0 0,-6 0 1,1-2-1,0-3-2,-3-4 0,6-4 0,-3-2 1,3 1 6,1 0 1,0-1 0,-1 1 0,-2-1 36,-1 1 0,-5 4 113,4 1-47,1-1 1,-2 9 0,-2 5-36,1 8 0,-6 2 0,4 0 0,-2 1-174,2-1 0,-3 1 0,4-1 1,1 2-475,2 3 606,-2-9 0,37 9 0,4-11 0</inkml:trace>
  <inkml:trace contextRef="#ctx0" brushRef="#br1" timeOffset="476">3107 16331 7417,'0'14'63,"0"0"1,0 1 0,0-1-1,0 1-122,0-1 0,0 5 0,0 0 0,2 1-29,3 0 1,-4-4-1,4 3 1,-2-3-222,2-1 309,-3-1 0,11-38 0,-6-9 0</inkml:trace>
  <inkml:trace contextRef="#ctx0" brushRef="#br1" timeOffset="477">3179 16172 8298,'-6'-8'-391,"4"0"0,-4 5-216,-1-2 566,6 1 1,-6 10 40,7 4 0,20 22 0,4 6 0</inkml:trace>
  <inkml:trace contextRef="#ctx0" brushRef="#br1" timeOffset="478">3352 15985 8199,'-2'-8'165,"-2"4"1,2 4 0,-3 4-1,4 6-182,1 3 0,0 3 0,0 1 0,0 4 10,0 1 0,4-2 0,1 4 0,0 1-26,1 2 1,-4 2 0,3 0 0,-4 0-57,-1-1 0,0 1 0,0 0 0,0 0-75,0 0 1,0-2 0,0-2 0,0-1-236,0 2 1,-1-1-1,-2-1 399,-2-4 0,-32-36 0,-3-10 0</inkml:trace>
  <inkml:trace contextRef="#ctx0" brushRef="#br1" timeOffset="479">3222 16446 8420,'0'-15'-562,"0"1"1,2 1 0,1 2 593,2 1 1,1 6-1,-1-6 29,5-1 0,3 0 0,3-1 0,1 4-9,2 2 1,5-4 0,-3 4 0,0 0-2,0-1 1,-1 1-1,-2 3 1,1-2 33,-1 2 1,-2 1 0,-2 4-13,1 2 0,-6 0 0,-1 5 0,-1 2-12,-4 2 0,-2 2 0,-1-1 0,0 0-43,0 1 0,0-1 0,0 1 0,0-1-90,0 0 0,-1 6 0,-2-1 0,-2-2-442,2-1 0,1-1 514,2-1 0,0 0 0</inkml:trace>
  <inkml:trace contextRef="#ctx0" brushRef="#br1" timeOffset="480">3596 16187 8385,'0'14'-1628,"0"-4"1628,0-1 0,7 26 0,1 12 0</inkml:trace>
  <inkml:trace contextRef="#ctx0" brushRef="#br1" timeOffset="481">3784 16417 8379,'-2'-13'-1162,"-1"2"969,-2 1 1,0 6 578,5-6-335,0 7 1,-1-2 0,-3 10-27,0 4 1,-1 4-1,5 2 1,0-1 12,0 0 1,0 1 0,0-1-23,0 1 1,0-1-14,0 0-145,0 1 48,0-7 1,6-2 0,2-8 0,2-1-46,-1-2 1,1-6-1,3 2 1,-2-3 76,-2 3 0,-1-4 1,4 5-1,-4-1 64,-2-1 1,4 5-1,-4-3 129,2 2 117,-5 1 0,4 11 1,-6 4-61,4 3 0,-3 1 1,2 1-91,-2-1 1,3-5-1,1-1 9,2-1 1,2-2 0,4-5-96,1 0 0,1-2 0,1-4 0,2-7-43,-1-5 0,-1-7 1,1 1-1,1-3-88,-1-2 0,-2 0 0,-2-1 0,1-4-44,-1-4 1,-1 3 0,-2-1 0,-3 3 72,-2-1 1,-1-6 0,-5 3 0,0-1 44,0 0 1,-1 6 0,-3-3 0,-2 1 34,-2 0 0,0 2 0,-3 10 0,3 6 93,1 5 0,-4 8 1,3 0-1,-1 6 95,-1 6 0,2 10 0,-3 7 0,1 4-114,-1 4 0,5 4 1,1-2-1,3 0-43,2 4 1,0 2-1,0 1 1,0 2-184,0 3 0,2-3 0,3 2 1,4 0-91,4 1 1,3-3-1,2 3 1,2-5 251,3-5 0,45-22 0,-25-14 0,-1 1 0</inkml:trace>
  <inkml:trace contextRef="#ctx0" brushRef="#br1" timeOffset="482">4747 16259 8379,'0'-15'0,"0"1"-913,0 0 1,0-1 1523,0 1-392,0 6 0,0 3 0,0 10 1,0 4-71,0 4 1,0 3-1,0 2 1,2 1-118,3-2 0,-4 1 0,4 0 1,-3 1-46,-2-2 0,1-1 1,3-1-57,0-1 0,3-1 0,-4-2-44,2-1 0,6-2 21,-1 1 0,2-4 0,1-10 1,-2-4 25,-1-4 1,0-3 0,4-2-1,-1-1-15,-4 2 1,4 1-1,-5 1 1,0 1 17,-3-1 1,1 1 73,-1 0 1,1 4 14,-1 1 1,-3 7 0,3 2 58,-4 8 0,-1 0 0,0 1 8,0 3 1,0 0-1,0 3-45,0-1 1,0-4-1,0-1-49,0 3 0,2-6-25,3-1 0,3-4-16,6-1 1,0 0 0,-1-1-1,-2-4-126,-1-5 0,0-2 0,4-3 74,0 1 0,-4-1 0,-2 1 0,-2 0 84,-2-1 1,2 1 0,-1 0 0,-2-1 65,-2 1 1,-1 4-1,0 1 134,0-3 1,-1 6-68,-4 1 1,-3 4-86,-6 1 0,6 1 1,3 4 1,3 3 0,2 6-27,0 1 0,0-1 0,0 1-9,0-1 1,2-1 0,1-2-1,4-3-14,1-2 1,-4 4-1,6-5 1,1-1-17,2 3 0,-4-6 1,1 6-1,1-2-38,2-1 1,1 1 0,1-5 23,-1 0 1,-1-1-1,-2-3 1,-1 0 0,1 0 1,-3-2 0,0 0 46,-2-2 1,4-2 11,-5-4 1,4-1 32,-4 1 0,0 0 7,-5-1 1,0 6 29,0-1-12,0 7-64,0-10 1,-2 11-26,-2-2 1,0 4-9,-5 4 0,4 4 15,-5 7 1,6-6 0,-4 1 12,1 1 0,2-3 0,4 0 0,-2 0 50,-2 0 0,0-3 6,5 4 1,0 1-70,0 4 0,0-4 3,0 0 1,0-6-5,0 6 1,6-7 0,4 2-53,3-3 1,-4-2 0,1 0-124,1 0 1,2 0 0,1 0-1,1 0-713,-1 0 893,0 0 0,39-20 0,10-4 0</inkml:trace>
  <inkml:trace contextRef="#ctx0" brushRef="#br1" timeOffset="483">5596 16158 8049,'-8'0'-983,"-3"2"1107,6 2 0,0 4 0,5 7 0,0-1-117,0 1 1,0-1 0,0 0 0,0 1-170,0-1 1,0 0 0,0 1-435,0-1 596,0 1 0,13-20 0,3-5 0</inkml:trace>
  <inkml:trace contextRef="#ctx0" brushRef="#br1" timeOffset="484">5611 15957 6538,'-5'9'-375,"0"1"1,0-5 374,5 4 0,0 52 0,0 17 0</inkml:trace>
  <inkml:trace contextRef="#ctx0" brushRef="#br1" timeOffset="485">5697 16201 8367,'5'-14'0,"0"-1"-287,-2 1 1,3 4 0,-1 1-2,-2-2 0,4-2 343,-3-2 0,1 6 0,-3 1 252,3 1-209,-4 3 1,-1 5 0,-8 4-25,0 5 0,-5 2 0,5 3-101,0-1 0,0 1 1,5-1-14,-2 0 1,-1 1-1,3-1-53,-2 1 1,0-6-1,5 1 10,0 1 0,2 2 69,3 1 1,-2 0-1,5 1 1,0-2 50,0-4 1,0 4 0,1-2 0,-2 5 63,-1 3 0,-4 1 0,3-6 0,-4 2 35,-1 3 0,0-1 0,0 4 0,-1 0-4,-4 1 0,-3-6 1,-7 4-1,1-2-20,0 1 0,-6-1 0,0-5 1,-1 1-72,0-1 1,-5-1 0,4-2 0,0-3-57,3-2 1,3-1 0,1-5-298,1 0 0,6-6 0,5-4-485,6-3 1,2-3 796,9-3 0,8-14 0,6-7 0,6-7 0,0 1 0</inkml:trace>
  <inkml:trace contextRef="#ctx0" brushRef="#br1" timeOffset="486">5942 15899 8367,'-10'8'9,"2"-2"1,0 1 44,0 2 1,3 6 0,-3 4 0,2 5-2,3 3 1,-4 2 0,2 0 0,1-1 6,-3 1 1,6 2-1,-4 1 1,2 1-152,-2-1 0,3-3 0,-3-5 0,4-5-762,1-3 813,0-2 1,0-7 0,1-7-34,4-8 0,-2-10 0,7-1 0,0 1 11,-2 2 0,4 2 1,-4 0-1,2-1-41,0 1 1,-2 0-1,3 1 1,-2 2 110,3 1 0,-4 5 85,1-4 1,-4 5-1,3 1 4,-2 6 0,-1 5 0,-5 8 0,0 2-89,0 1 0,0 0 1,0-4-1,0-1-235,0 0 0,2 1 227,2-1 0,17-6 0,10-1 0</inkml:trace>
  <inkml:trace contextRef="#ctx0" brushRef="#br1" timeOffset="487">6215 15827 7949,'-14'0'-143,"6"6"1,3 4 386,3 3 1,2 1 0,0 2 0,0 2-181,0 1 1,0 7 0,0-2 0,0 3-90,0 1 1,2 1-1,1 2 1,2 1-118,-2 1 0,-1 1 0,-2-4 0,0 2-221,0 2 0,0-2 0,0-7 363,0-1 0,-32-25 0,-8-3 0</inkml:trace>
  <inkml:trace contextRef="#ctx0" brushRef="#br1" timeOffset="488">6085 16158 8328,'10'-14'0,"-2"-1"0,0 2-375,0 4 1,0-4 0,3 5 0,-1-2 326,1 1 1,7 4 0,1-3-1,0 2 27,2 2 1,-4 3-1,6-1 1,-1-1 20,0-2 0,2 20 0,5 9 0</inkml:trace>
  <inkml:trace contextRef="#ctx0" brushRef="#br1" timeOffset="489">6546 16072 8328,'0'-15'-1513,"0"1"1632,0-1 0,-7 7 1,-2 5 106,-4 6 0,-1 5 1,-1 7-1,2-1-140,4 1 1,-2-1 0,4 0 0,1 1-57,-1-1 1,3 1 0,4-1 0,0 0-9,0 1 0,0-1 1,0 1-1,0-1-52,0 0 1,0-4 0,0-1 11,0 3 1,0 0 0,0 3 0,-2-2-40,-3-4 1,-3 4 0,-6-3-1,0 2-152,-1 3 1,-1-6-1,0 1 1,0 0-626,3-2 834,2 4 0,10-16 0,2 2 0</inkml:trace>
  <inkml:trace contextRef="#ctx0" brushRef="#br1" timeOffset="490">7208 16129 8328,'-10'-9'0,"0"-1"-116,-1-1 1,-2 4-1,1 1 138,2 0 1,-3 4 0,5-1 50,0 6 0,-5 0 0,5 7 0,-1 1-30,-1 2 0,6 1 0,-4 2 0,0 2-48,0 1 0,3 2 0,-3-4 0,1 3-46,4-3 1,2-1 0,1-2-1,0 1-2,0-1 1,0-4 25,0-1 0,1-5 0,4 0-47,5-2 0,-2-7 0,0-1 1,0-2-74,0-3 1,0-2-1,3-2 1,-2 3-12,2 2 1,-3-3 0,0 4 140,-1-4 0,4-1 138,-1-1 50,-4 7 0,0 3 39,-6 10 0,0 3 1,0 7-69,0-1 1,0 0 0,0 1-84,0-1 1,7 0-45,2 1 0,4-7 0,2-3-43,-1-4 0,0-1 0,1 0-103,-1 0 1,1-6-1,-1-4 1,0-1 79,1 1 0,-6-2 0,1 0 0,-1-3-95,-1-5 1,4 1 0,-8 5 0,1-1 110,2 1 1,-6 0 0,4-1-1,-3 1 48,-2-1 1,0 1 0,0 0 186,0-1 0,-2 6 45,-3-1 0,4 5-135,-4-4 0,5 5-97,5 0 1,3 2-5,6 2 0,0 0-6,1 0 0,-6 0 60,1 0 0,-5 5 0,3 1-8,-2 2 1,-1 2 0,-5 4 0,0 1-15,0-1 0,0-4 1,0-1-1,0 2-31,0 2 0,0 2 0,-2-1 0,-1 0-46,-2 1 0,1-1 0,4 1 0,0-1-193,0 0 0,0 1 0,0-1 0,0 0-397,0 1 0,0-1 626,0 1 0,32-7 0,7-2 0</inkml:trace>
  <inkml:trace contextRef="#ctx0" brushRef="#br1" timeOffset="491">7610 16230 8328,'-14'0'-1044,"4"-2"976,1-2 421,6 2 0,-2-4-247,10 6 1,3 0-1,4-2-119,-2-3 0,3 4 0,-5-6 1,1 2 6,1 1 0,0-8 0,4 3-21,0-4 0,-4 3 0,-2 1 0,0-1-34,0 2 0,-5-5 1,2 4-84,-3-4 1,-2 3 205,0 1 0,-2 6 0,-3-2 111,-4 3 1,-4 7 0,-2 1 0,1 2 222,0 4 0,4 0 0,2 3 1,2-1-101,2 1 1,-2-1 0,1 0-379,2 1 0,6-1 0,4-1 1,2-2-642,7-1 1,0-5 722,8 4 0,21-17 0,11-6 0,6 1 0,1 0 0</inkml:trace>
  <inkml:trace contextRef="#ctx0" brushRef="#br1" timeOffset="492">8517 16072 8507,'0'-15'0,"0"1"0,0-1-192,0 1 0,0 0 0,0-1 342,0 1 0,1 4 1,4 2 22,5 2 1,-2-4 0,1 6-88,3 0 0,0 3 1,3 1-1,-1 1-12,1 4 1,0 5-1,3 7 1,1 4-88,-1 1 1,-2 2 0,-3 5-1,-2 0-46,-2 0 1,-1-5 0,4-2 0,-4-1-79,-2-3 0,-1 2 0,-5 0 0,0-3-107,0-1 1,-2-6 177,-3-1 1,-3-7 0,-6-1 33,0-4 0,6-13 0,1 2 0,2-2 67,1 0 0,-1-3 0,5-2 0,0-1-29,0-4 0,1 4 0,3-2 1,2 0-61,2 1 1,2 1 0,4 4 0,0-1-109,1 2 0,-1 2 0,1 6 0,1 2-76,3 1 0,-3 4 238,3-3 0,10 23 0,1 6 0</inkml:trace>
  <inkml:trace contextRef="#ctx0" brushRef="#br1" timeOffset="493">9078 16028 8467,'-15'-4'-227,"1"-1"326,0 2 1,4-4 0,1 2 7,-3 2 1,0 3 0,-1 5-1,2 3-76,1 0 0,5 6 0,-3-1 0,0 5-24,0-1 0,5-1 0,-2-1 0,4-1-108,1 1 1,0-1 0,0 0-326,0 1 386,0-7 0,6-2 0,4-6-23,2 0 0,-2-1 1,0-4-13,1-5 1,0-3 0,0 1 0,-3 0-12,-1 3 1,2-1 0,-2-3-1,-1 2 44,0 2 1,4 4 179,-5-5-76,6 7 0,-8-3-33,7 6 0,-7 6 1,2 4-87,-4 2 1,-1 3 0,2-1-1,1 1-166,2-1 1,1-4 0,-3-1 0,4 1 222,1-2 0,14 5 0,9-5 0</inkml:trace>
  <inkml:trace contextRef="#ctx0" brushRef="#br1" timeOffset="494">9207 16100 8415,'0'-14'-1455,"-6"0"1598,4 6 1,-4 3 0,6 10 0,0 4-71,0 4 1,0 1 0,0 1 0,0-1-52,0 1 1,0-1 0,0 0-21,0 1 0,0-1-107,0 1 81,6-1 1,-2-6-18,5-3 1,-1-10-1,3-5 1,-1-2-66,1-3 1,-3 1 0,2-1 0,1 1 38,2 0 1,1-1 0,0 2-1,-1 2-23,-3 2 1,3 5 59,-4 0 1,-1 2 0,0 4-17,-1 2 0,-1 3 0,-3 4 0,2-1-181,-2 1 0,0 2 227,2 1 0,-3 20 0,4 4 0</inkml:trace>
  <inkml:trace contextRef="#ctx0" brushRef="#br1" timeOffset="495">9495 16172 7746,'-9'0'-4,"-1"0"0,5 2 0,-3 3 168,2 4 1,1 4 0,5 2-53,0-1 0,0 0 1,0 1 9,0-1 1,6-6-1,4-3-31,3-4 1,1-1 0,0 0 0,1-1-116,-1-4 0,2-3 0,2-8 0,1-1-93,-1-3 0,-2-4 0,-2 4 0,-1-3-35,-4-2 0,3-3 1,-6 0-1,0-1 16,1 0 0,-2-4 1,-5-1-1,0 2 38,0 2 1,-7-1 0,-2-1-1,-4-1 24,-2 1 1,-4 1 0,0 4 0,1 2 67,2 1 0,2 1 1,0 1-1,1 6 177,3 5 1,-1 9 0,5 2-95,-2 8 1,4 11-1,-2 5 1,1 3-25,1 2 1,-1 5-1,5-1 1,0 1-35,0 1 0,5-5 0,1 6 0,0-3-96,1 1 1,4 4 0,-3-3-1,1 0-116,1 1 0,0 4 0,2-4 0,0 1 32,-3-3 1,1-4 0,3 0 0,-2 2 160,-2 2 0,7-20 0,7-9 0</inkml:trace>
  <inkml:trace contextRef="#ctx0" brushRef="#br1" timeOffset="496">9869 16172 8351,'-14'0'-451,"-1"0"0,3 2 119,2 3 0,-1-2 613,6 7 1,0-1-221,5 6 1,2-3 0,1 0-1,3-5-55,2 0 0,2-2 1,4-5-26,1 0 0,-1 0 1,1 0-1,-1 0-74,0 0 0,1-7 69,-1-2 1,-1-4 0,-4-1 54,-4-1 1,-3 1-1,-2-1 58,0 1 0,-7 1 1,-2 2-1,-4 3 14,-1 2 1,-5 1-1,-2 5 1,-2 0-53,-2 0 1,4 1 0,2 3 0,3 2-216,1 2 0,3 2 0,0 2 1,4 0-160,2-3 1,1 1 322,5 4 0,58 13 0,14 4 0</inkml:trace>
  <inkml:trace contextRef="#ctx0" brushRef="#br1" timeOffset="497">10099 16072 8351,'-9'0'-437,"-1"0"0,1 1 466,-6 4 1,7 3-1,3 6 1,4 1-6,1-1 0,0 1 0,0-1 0,0 0-34,0 1 1,0-1 0,0 1 12,0-1 0,5-4 1,1-3 22,2 0 0,-3-2 0,3-7-2,-2-3 0,1 2 0,-4-6 0,3-3-16,2 0 0,0-3 0,3 1 0,-3-1-26,-1 1 0,4 0 0,-3-1 0,1 1-23,1-1 1,-2 1-1,3 1 1,-3 2 26,-1 1 0,4 7 20,-2-2 0,-2 5 35,-2 5 1,-4 3-1,-1 7 4,0-1 1,0 0 0,0 1-24,0-1 0,0 1 0,0-1-29,0 0 0,0-4 17,0 0 0,2-7-10,3 2 0,1-5 0,5-5 0,-1-3-22,1 0 1,-3-5 0,2 3 0,1-2-19,2-3 0,1 1 0,0-1 66,1 1 0,-6 6 1,1 3 94,1 4 1,-3 1 0,2 0-113,1 0 0,-3 6 1,1 4-1,1 2-74,-2 3 65,5-1 0,20 20 0,14 4 0</inkml:trace>
  <inkml:trace contextRef="#ctx0" brushRef="#br1" timeOffset="498">11193 16000 8371,'6'-15'-802,"-4"1"0,4 0 1045,1-1 0,-6 1 1,4-1 203,-3 1 0,-2 0-300,0-1 0,-2 6 0,-3 1 22,-4 1 1,1 2-115,-2 5 1,2 2 0,-2 3-145,6 4 0,2 4 0,2 2 0,0 1 33,0 3 0,0-3 0,2 3 0,2-3 23,6-2 1,3 1 0,0-1 0,-2 0 24,-2 1 0,1-1 0,4 1 7,1-1 0,-3 0 0,0 1 12,-3-1 1,-7-4 0,-2-2-17,-8-2 0,-5 4 1,-1-4-1,-2 1-97,-3-1 0,-2-1 0,-5-4 0,4 3-84,1 0 1,2 1 0,4-5-101,1 0 1,6-1-1,5-4 286,6-5 0,26-26 0,14-11 0,4-4 0,0 0 0</inkml:trace>
  <inkml:trace contextRef="#ctx0" brushRef="#br1" timeOffset="499">11452 15726 8371,'0'-14'-298,"0"0"0,0-1-593,0 1 1274,0-1 0,0 9 1,0 6-1,0 8-127,0 5 0,1 3 0,3 3 0,0 3-170,0 1 1,-1 5-1,0 0 1,2 4-113,-2 0 1,3-2-1,-1-1 1,-2 0-44,-1-1 0,3 1 0,-1 0 1,0 0-173,-3-1 0,1 1 0,1 0 0,2-2-113,-2-3 1,-1-3 0,-2-7 0,0 1-146,0-1 1,-2-6 498,-3-3 0,-35-42 0,-14-11 0</inkml:trace>
  <inkml:trace contextRef="#ctx0" brushRef="#br1" timeOffset="500">11394 16100 8371,'0'-16'-499,"0"-1"0,0-4 248,0-1 1,0 4-1,0-1 1,0 3 353,0 2 0,5 4 0,1 2 0,2 0-4,4 0 1,0 5-1,3-2-113,-1 3 1,0 2 0,1 0 0,-1 0-126,1 0 0,-1 5 0,0 2 0,1-1 139,-1 0 0,20 12 0,4-2 0</inkml:trace>
  <inkml:trace contextRef="#ctx0" brushRef="#br1" timeOffset="501">11754 15985 8371,'-15'-6'-243,"6"4"0,-1-2 47,-1 2 0,3 2 0,-2 2 0,1 2 388,1 6 0,-3 3 1,6 1-1,0 0-114,-1 1 1,4 1 0,-3 1-80,4 3 0,1-1 1,0-5-47,0 1 0,6-7 0,4-4-25,3-2 0,1-2 0,0 0-61,1 0 0,-3-6 0,0-4 1,-3-1 30,2 1 0,-3-3 0,0 4 1,0-4 34,0-1 1,-3 1-1,3 2 1,-1 1 48,-4-1 0,3 3 0,-1-2 128,-2-1-10,5 5 1,-5 1-75,7 10 0,-5 3 0,3 6 0,-2 0-35,-3 1 1,4-1 0,-1 1 0,2-1-147,3 0 0,-3 1 1,2-2 154,1-4 0,8 23 0,4 0 0</inkml:trace>
  <inkml:trace contextRef="#ctx0" brushRef="#br1" timeOffset="502">11984 15957 8371,'14'0'-348,"1"0"1,-1 0 0,-1 1 377,-3 4 0,1 3 1,-5 6-1,1 1 1,-1-1 0,4 0 0,-6 1 0,1-1-46,2 1 1,-6-1 0,4 0-1,-3 1-14,-2-1 1,0 1 0,-2-3-44,-3-2 1,2-4 93,-7-6 0,2-1 1,-1-4-1,4-5-2,3-2 0,2-3 0,2-1 0,1-1-26,2-3 1,6 0 0,-3 2 0,2-1-90,-1 1 0,1 2 0,4 2 0,-1 0-114,-3-1 0,2 1 1,-2-1 208,3 1 0,8-13 0,1-4 0</inkml:trace>
  <inkml:trace contextRef="#ctx0" brushRef="#br1" timeOffset="503">12329 15654 8371,'-14'-14'-372,"6"4"1,2 2-224,-1 2 0,6 4 892,-4 12 1,3 0-1,2 10 1,0 1-83,0 3 0,0-1 1,0 1-1,0 1-180,0 2 1,0 2 0,0 0-1,0 0-50,0-1 0,5-4 1,1 0-1,1 2-63,-1 1 0,4-5 1,-5-2-1,-1-4-184,3-2 0,-4 0 0,5 1-268,-2-1 0,1-4 530,-3-1 0,4-37 0,7-6 0</inkml:trace>
  <inkml:trace contextRef="#ctx0" brushRef="#br1" timeOffset="504">12301 15971 8371,'0'-14'-70,"0"-1"0,0 1-93,0-1 0,0 1 1,1 1-1,4 2 133,5 1 0,-2 6 0,1-4 0,2 0 160,2 0 1,1 4-1,1 0-9,-1 2 0,1 2 0,-1 0 0,0 0-39,1 0 1,-6 5 0,-1 1 0,-1 2-43,-4 3 0,3-3 1,-1 2-1,-2 1-93,-1 2 0,-2 1 0,0 1 1,0-1-153,0 1 0,0-1 0,0 0 1,-2-1-82,-2-3 1,2 2 0,-3-2 285,4 3 0,-12-24 0,-3-7 0</inkml:trace>
  <inkml:trace contextRef="#ctx0" brushRef="#br1" timeOffset="505">12488 15683 8371,'0'-14'-1869,"0"4"1773,0 1 0,0 7 1,0 2 86,0 8 1,0 5 0,0 3-1,0 1 9,0 3 0,0 50 0,0 8 0</inkml:trace>
  <inkml:trace contextRef="#ctx0" brushRef="#br1" timeOffset="506">12588 15885 8371,'8'-7'-394,"-1"6"0,-6-4 391,4 10 1,-3 3 0,2 6 40,-2 0 0,3-4-84,0 0 132,-1-1-106,3-1 1,-4-1 3,7-7 1,-6-5-1,4-2 1,0 1-123,0 0 0,-3-4 34,5 5 0,-1-4 97,6 4 1,-6 0-1,-1 7 12,-1 2 0,-1 0 0,-3 5-33,2 2 1,2 2 0,-4 2 0,2-1-50,-2 0 0,3 1 0,-1-1 77,-2 0 0,5 26 0,0 7 0</inkml:trace>
  <inkml:trace contextRef="#ctx0" brushRef="#br1" timeOffset="507">12991 15841 8371,'-9'-8'-75,"1"2"-132,1 0 0,1 4 140,1-3 1,-1 5 0,-4 5 104,5 5 1,-1-2 0,1 1 0,2 2-8,1 2 1,2-3-1,0-1-50,0 3 0,0 0 0,2 1-1,3-3 1,-2 1 0,6-6-193,3-2 0,-4-1 0,1-2-128,2 0 1,-3-2 243,2-3 1,-7-3 0,3-5 107,1 4 1,-6-4 166,4 3 162,-3 4 0,-4 0-173,-3 6 0,4 6 0,-4 4 0,3 2-93,2 3 0,0 6 0,0 1 0,0 2-82,0 0 0,0 5 1,2 4-1,1 1-19,2 1 0,5-3 1,-6 5-1,1-2 17,2-3 1,-6 3-1,4-1 1,-3-2-5,-2-2 0,-7-6 0,-2-2 0,-6 1 6,-4-1 1,-3-4 0,-9-1 0,-1-4 0,-1-3 1,-7-7 0,3 2 0,-1-4 57,-1-1 1,9-1 0,0-4 0,6-6 35,3-7 0,3 2 0,7-3 0,3 1-89,2-1 1,2 2-1,9-6 1,5 1-170,3-1 1,1 6 0,2-2 0,3 1-130,5-1 0,-1 3 1,1-2 298,1 7 0,47-8 0,-30 11 0,1 0 0</inkml:trace>
  <inkml:trace contextRef="#ctx0" brushRef="#br1" timeOffset="508">13538 15669 8371,'0'-15'-361,"0"9"0,0 6 482,0 8 0,0 5 0,1 3 0,3 3 108,0 5 0,3 3 0,-4 2 1,2 1-202,-2 4 0,-1 3 0,-2 6 0,0 0-85,0 0 0,0 7 0,0 2 1,0 4-35,0 2 1,-5-5 0,0-2-1,0-3-171,-1-7 1,4-1 0,-3-11 0,2-8-171,-2-8 0,4-4 290,-4-9 0,3 2 0,2-12 0,0-1 142,0-2 0,-4-3 0,-1-1 0,2-4 0,1-1 0,2 2 0,0-4 0,0-1 0,0-2 0,0-2 0,0 0 0,-2 2 0,-2 3 0,2-8 0,-3 3 0,4 0-16,1 4 0,0-2 0,0 3 0,0-2 134,0 2 0,0-1 1,0 5-1,1 4 15,4 5 1,-2-2 0,7 5-1,1 0-51,2 4 0,1 2 1,1 2-1,-1 0-25,0 0 0,1 2 0,-1 2 1,1 4-39,-1 0 0,0 5 0,1-3-26,-1 3 0,-1 1 0,-4 0-6,-4 1 0,-3-1 1,-4 0-6,-3 1 0,-3-2 0,-6-2 1,0-3-70,-1-2 0,1 4 0,0-4 0,-1 1-139,1-1 0,-1 0 0,1-2 226,0 0 0,31-24 0,9-12 0</inkml:trace>
  <inkml:trace contextRef="#ctx0" brushRef="#br1" timeOffset="509">13840 16000 8317,'-14'9'-536,"-1"1"0,2-1 1,2 6 919,2-1 0,5 1 0,0-1-176,2 0 0,2 1 0,2-1-167,2 1 1,4-7-1,7-4 1,-1-2-47,1-2 1,-1 0 0,0 0-1,1 0-52,-1 0 0,-4-5 1,-1-1-1,1-2-36,-2-3 0,3-2 0,-6-2 1,-2 1 71,-1 0 0,2-1 0,1 1 1,-2-2-24,-1-3 1,-8 3 0,-2-3 0,-2 3 25,0 1 0,1 1 0,-7 1 0,-2 2-20,-1 1 0,0 7 0,5-2 0,-1 4-81,1 1 0,-1 0 0,1 1 0,1 4-157,4 5 1,2 7 0,7 2 275,0-1 0,39 36 0,9 9 0</inkml:trace>
  <inkml:trace contextRef="#ctx0" brushRef="#br1" timeOffset="510">14013 16028 8283,'0'-8'349,"0"4"0,0 8-253,0 6 0,0 3 0,0 1 0,0 2-290,0 3 0,0-3 1,0 4-1,0-4-116,0-2 0,0 0 0,0 1 0,0-1-242,0 1 1,0-1 551,0 0 0,0-63 0,0-17 0</inkml:trace>
  <inkml:trace contextRef="#ctx0" brushRef="#br1" timeOffset="511">14013 16072 7534,'0'-23'0,"0"2"-304,0 1 1,0 2-1,0-4 1,0 1 528,0 3 1,0 2-1,0 2 1,0 0-605,0-1 315,0 1 0,0 7-1,0 7 0,0 7 0,0 9 0,0 1-138,0 3 0,0-1 203,0-5 0,-13 39 0,-3 9 0</inkml:trace>
  <inkml:trace contextRef="#ctx0" brushRef="#br1" timeOffset="512">14156 16086 8317,'0'-14'-1215,"-1"6"1407,-4 3 1,3 5 0,-2 5-154,2 4 0,2 4 0,0 1-16,0 1 0,2-1 9,2 1 1,0-3 14,5-2 1,-4-4 0,5-6-33,1 0 1,-3-1-1,0-4 1,0-5-33,0-2 0,-3 2 1,3 0-1,0-1-40,0-2 1,1-1-37,6 0 0,-1 1 32,0 3 0,-6 5 100,-3 10 0,-3 3 0,-2 7 1,0-1 29,0 0 1,0 1 0,0-1 0,0 1-266,0-1 0,4 0 0,1 2-127,-2 4 0,-1-4-557,-2 3 880,6-10 0,22-41 0,10-16 0</inkml:trace>
  <inkml:trace contextRef="#ctx0" brushRef="#br1" timeOffset="513">14444 15942 8317,'0'-27'0,"0"1"0,0 2-463,0-1 1,5 2-1,0-1 1,0-1 378,1-2 1,-3 4 0,5 4 617,-1 3 0,4 3-329,-2 4 0,-2 4 0,-1 10 1,-1 4-55,0 4 0,1 3 0,-3 2 1,2 3 7,-2 1 0,0-3 1,1 3-1,0 1-123,0-1 1,2 1 0,-1 2 0,0-1-190,1 2 1,-4 1 0,4 2-1,-1-2-111,0-3 0,-1 6 1,-4-4-1,0-1-40,0 3 0,0-1 0,0 0 0,0-3 304,0-5 0,-44-29 0,-12-7 0</inkml:trace>
  <inkml:trace contextRef="#ctx0" brushRef="#br1" timeOffset="514">14415 16057 8317,'-4'-14'0,"-1"-1"0,2 1-35,1 0 1,2-1 27,0 1 0,2 1 1,2 4-1,6 4-14,3 3 1,1 2 0,1 0 0,-1 0-56,0 0 1,1 0-1,-1 0 1,1 0-99,-1 0 0,-1 2 1,-2 1 173,-2 2 0,33 6 0,12-3 0</inkml:trace>
  <inkml:trace contextRef="#ctx0" brushRef="#br1" timeOffset="515">14876 15913 8119,'-15'-6'-555,"1"4"1,0-2 857,-1 2 1,6 2-1,-1 0-147,-1 0 0,3 5 1,0 1-1,1 2-64,4 3 0,2-3 0,1 2 0,0 1-80,0 2 0,0 1 0,0 1 0,0-1 10,0 0 1,1 1 0,2-1 0,4-1 49,1-3 1,-5 2-1,3-2 50,1 3 1,-6 1-1,4 1 1,-5-3-138,-5-2 0,-4 3 0,-10-4 0,-5 4-1027,-3 2 1042,-2-1 0,-16-11 0,-9-4 0,-5 0 0,1 0 0</inkml:trace>
  <inkml:trace contextRef="#ctx0" brushRef="#br1" timeOffset="516">15811 16158 7228,'0'-8'629,"-2"2"202,-2 6-257,2 0-66,-4 0-355,6 0 0,-2 0-310,-3 0 0,2 0 1,-7 0 1,2-7-1,-3-1 1,3-1 28,2-1 1,1-6 0,5-8-1,0-3 19,0-2 0,0-1 1,2-4-1,2-4 41,6-4 1,3 4 0,1 1 0,1 2 46,-1 3 1,0 8-1,-1 5 1,-2 4-11,-1 6 0,-7 4 0,3 10 26,1 4 1,-6 6 0,4 2-1,-5 4 18,-5 2 1,-3 0 0,-6 6 0,-2 0-9,-3 0 0,1 0 0,-4-1 1,0 1 3,-1 0 1,-2 1 0,-7 2 0,-2 2 40,2-2 1,-3-3 0,1-4 0,2-2 56,2-3 0,8-2 0,2-7 21,4-1 1,8-9-169,4-1 1,15-1 0,8-9-62,7-1 1,2 3-1,3-2 1,1-1-343,1-2 0,9-1 442,1 0 0,-19-1 0,2 1 0</inkml:trace>
  <inkml:trace contextRef="#ctx0" brushRef="#br1" timeOffset="517">16415 16129 7605,'0'-9'-198,"0"-1"0,0 5 1,0-4 315,0-3 1,5 0 0,1-3 0,1 1-24,-1-1 1,4 1 0,-4 0 0,1-1 116,-1 1 1,4 0-134,-6-1 1,1 6-94,-5-1 1,-6 13 0,-4 2 0,-4 8 14,-5 6 0,3 2 0,-4 4 0,4-1-14,2 2 1,0-1 0,-1 1 0,2-4 5,4-1 0,-2 3 0,6-5 0,2-1-40,1-2 1,2-2 0,2-1-38,2-3 1,4-4 0,8-8 0,2-2-64,1-6 0,0-3 1,-4-1-1,1-2 14,3-3 1,-3 3-1,3-5 1,-3 2 72,-1 0 1,-1-2-1,0 3 1,-1-1 66,-3 1 0,1 2 1,-6 2 267,-2 0-129,-2 6 0,-2 3-103,-4 10 1,3-2-1,-4 6 1,1 3 10,0 0 1,1-2-1,4 0 1,0 1 34,0 2 0,0-4 0,0 1-38,0 1 1,0 2 0,1 1-56,4 1 1,-2-6 0,7-1-9,1-1 1,0-1 0,0-3 0,-1 2 6,1-2 1,-3-1-1,2-4 1,1-1-14,2-2 0,1-6 0,1 1-12,-1-2 0,0-3 1,-1 1-1,-2-1-15,-1 1 1,-5 0 0,3-1 0,0 1 19,0-1 1,-5 1 0,2 0 0,-4-1-2,-1 1 0,0 0 1,-1 1-10,-4 3 1,2-1 0,-7 6 0,-1 0-15,-2-1 1,3 4 0,1-2 45,-2 2 0,3 2 20,-2 0 0,1 0 1,1 0 1,8 0-1,9 2-27,4 2 1,1-2 0,2 3-20,3-4 1,-3-1 0,4 0 0,-4 0 7,-2 0 0,5 0 1,0 0-1,-1 0 20,-2 0 1,-6 0 0,-1 0 147,2 0 0,-4 2 16,-2 3 0,-5-2 0,-4 7 0,-2 1-47,-2 2 1,0 1 0,-3 0 0,1 1-85,-1-1 0,5 0 0,-1 1 0,2-1-29,1 1 1,-6-1 0,5 0 0,2 1-161,1-1 0,2 1 0,0-1 0,0 0-131,0 1 1,7-2 0,2-2-1,4-3 287,2-2 0,25-1 0,6-5 0</inkml:trace>
  <inkml:trace contextRef="#ctx0" brushRef="#br1" timeOffset="518">17019 16072 7638,'-14'0'-438,"0"-5"0,-1-2 738,1-1-179,6 5 1,3-3-148,10 6 1,3 0-1,6 0 1,1-2-23,-1-3 0,0 4 0,1-4 1,-2 2-59,-4-2 0,4 3 1,-3-4 44,2 0 0,-2 4 1,-2-4 53,-2-1 1,-2 6 34,-9-4 0,2 3 1,-7 4-1,-1 1 96,-2 2 0,-3 6 0,-2-1 0,-1 2 32,2 3 1,5-6-1,3 1 1,-1 1-76,2 2 0,2 1 0,6 1-95,0-1 1,8-1 0,5-2 0,6-3-96,3-1 0,7-3 0,6-2 0,2 1-216,3 2 1,1 0 0,3-5 324,-1 0 0,1-6 0,6-1 0,4-1 0,-1 0 0</inkml:trace>
  <inkml:trace contextRef="#ctx0" brushRef="#br1" timeOffset="519">17911 15885 7811,'0'-15'-241,"0"1"0,0 4 861,0 1 1,0 7-528,0 2 0,0 6 1,0 9-1,0-1-22,0 1 0,-4 4 0,-1 0 0,0 0-115,-1 2 0,4-5 0,-4 3 0,1-3-2,0-2 1,-1 1 0,2-1-21,0 1 0,-3-3 0,4 0 6,-2-3 0,0-7-91,5-2 0,5-7 0,2-7 0,1 0-38,3-1 0,2 1 1,1-2-1,0-2 71,1-1 0,-1 0 1,1 5-1,-1-1 11,0 1 0,1 4 0,-1 1 297,1-3-121,-1 6 1,-1 1 0,-4 10 0,-4 5 51,-3 2 1,-2 3 0,-2-1-113,-3 1 0,4-1 0,-4 0 0,3 1-64,2-1 1,0 0-1,0 1 1,0-1-251,0 1 0,0-6 305,0 1 0,19-7 0,5 3 0</inkml:trace>
  <inkml:trace contextRef="#ctx0" brushRef="#br1" timeOffset="520">18170 15985 8285,'-9'0'0,"-1"0"-274,-1 0 0,3 0 233,-2 0 1,6 2-1,-4 3 111,1 4 0,2 4 0,5 1-131,0 1 0,5-6 0,2-1 0,1-1 43,3-4 1,2-1 0,1-2-1,0 0-29,1 0 1,4 0 0,0-2 0,-1-1 24,-2-2 0,-2-6 0,0 1 0,1-1 17,-1 1 0,-4-2 0,-2 2 1,-2-3-3,-3-1 1,-1 4-1,-4 2-36,-2 2 1,-4 0-1,-8 2 1,-2 0-3,-1 0 0,-5 4 0,3 4 0,0 2-66,1 2 0,0-3 1,8 4-1,0 1 111,3-2 0,44-8 0,7-8 0</inkml:trace>
  <inkml:trace contextRef="#ctx0" brushRef="#br1" timeOffset="521">18674 15611 8285,'-10'-13'8,"2"2"79,2 2 1,0 7 0,2 2 35,0 8 0,-3 5 1,4 3-1,-2 3 2,2 5 1,0 2-1,0-1 1,-2-1-178,2 2 1,1 1-1,0 2 1,-1-1-40,-2 1 1,1 0 0,4-2 0,0-1-166,0-2 1,0 0-1,0 3 1,0-2-30,0-1 0,0-6 1,0 1-1,0-3-553,0-1 838,0-7 0,-32-53 0,-8-19 0</inkml:trace>
  <inkml:trace contextRef="#ctx0" brushRef="#br1" timeOffset="522">18458 15827 8285,'0'-14'-309,"7"1"1,2 3 166,4 5 1,1 4-1,1 1 1,-1 0 80,0 0 1,7 0-1,2 0 1,1 0-167,0 0 0,-2 1 227,2 4 0,41-3 0,6 4 0</inkml:trace>
  <inkml:trace contextRef="#ctx0" brushRef="#br1" timeOffset="523">19580 15510 8285,'-1'-7'-139,"-4"2"0,-1 11 1,-6 7-1,3 6 426,-2 3 0,-2 2 1,0 5-1,2 0-133,1 0 1,2 4 0,-3 3-1,1-1-131,-1 0 0,3 3 0,-1-3 0,-1 2-131,2 3 0,-5 0 0,5-2 0,-1-2-236,-1-1 0,7-6 0,-2 1 1,3-6-402,2-3 0,2-4 745,3-7 0,3-4 0,6-44 0,1-10 0</inkml:trace>
  <inkml:trace contextRef="#ctx0" brushRef="#br1" timeOffset="524">19249 15928 8285,'0'-15'-632,"0"1"215,0 0 0,7-1 0,2 2 438,4 4 0,2 1 1,-1 5-1,2-2 20,3 2 0,-3 1 1,5 2-1,-2 0 19,0 0 0,0 0 0,-4 0 0,-1 0 31,1 0 1,-1 2 0,0 2 114,1 6 0,-6-2 37,1 2 0,-7-1-82,2 6 0,-3-1-118,-2 0 0,0-4-72,0 0 0,0-6 0,1 4-56,4-1 0,1-1 1,5-3-29,-1 2 1,0 0 0,4-5 0,0 0 21,1 0 0,-1-5 0,2-1 0,2-1 7,1 1 1,0-5-1,-4 3 1,-1-2 95,0 1 0,-4 1 0,-2-4 1,0 4 24,0 2 1,-5-5 172,2 1 1,-5 4-104,-5 1 1,2 5-1,-5 5 1,0 3 43,0 0 0,5 5 0,-4-4-124,1 4 0,4 1 0,-2 1 0,2-1-79,2 1 1,0-1 0,0 0-248,0 1 1,5-1 0,1 0-49,2 1 0,0-1 0,3-1 347,-1-3 0,12-23 0,9-11 0</inkml:trace>
  <inkml:trace contextRef="#ctx0" brushRef="#br1" timeOffset="525">19882 15899 8285,'0'-10'-1163,"0"1"678,0-2 890,0 4 0,0 2-319,0 10 1,0-2 0,0 7 0,0 1-70,0 2 1,0 1 0,0 1-64,0-1 0,0 1 1,0-1 13,0 0 0,0-4 1,0-1-81,0 3 2,0-6 24,-6 7 0,6-18 7,0 0 0,5-6 0,6-3 0,-1 1 26,1 3 1,0-2-1,0 4 1,-1-2 53,1 0 1,0 6 0,0-4 0,-1 1 114,1 4 1,-3 1-17,2 2 1,-1 2 5,6 3 1,-7-2-1,-4 7-125,-2 1 0,0 2 1,1 1-76,2 0 1,1 1 0,-3-1-132,2 0 0,1-4 0,-2 0 225,0 1 0,20-18 0,0-2 0</inkml:trace>
  <inkml:trace contextRef="#ctx0" brushRef="#br1" timeOffset="526">20156 15971 8285,'-10'-5'0,"2"-1"-427,2-2 111,-5 5 1,7-4 577,-5 7 0,7 0-177,2 0 0,7 2-67,7 3 0,-4-4 1,-1 4-1,2-3-45,2-2 0,-3 0 0,-1 0 0,3 0-16,0 0 1,-2-5 0,-1 0-70,3 2 1,-4 0 39,1-2 1,-4-2 68,5-2 0,-9 2 48,-1 7 0,-6 0 1,-9 2-1,1 1 126,0 2 0,-1 6 1,1-1-1,0 3-60,-1 1 1,6 0-1,-1 1 1,0-1-126,2 0 0,0 1 0,5-1 0,-2 1-83,2-1 0,2 0 1,1 1-1,0-1-172,0 1 1,1-3 0,4 0 0,5-4-696,2-2 964,3-1 0,38-31 0,9-6 0</inkml:trace>
  <inkml:trace contextRef="#ctx0" brushRef="#br1" timeOffset="527">20472 15971 7367,'-9'6'770,"1"4"-603,1 3 0,3-4 0,4 1 15,0 1 1,0-3 194,0 2-285,0-7 1,1 3-178,4-6 1,1-6 0,5-4 0,-1-3-154,1-1 0,-3-5 0,2-2 0,-1 0 33,-1 1 1,4-6-1,-6 2 1,0-3 12,1-2 0,-2-1 1,-5-2-1,0-2 71,0 2 1,-2 0 0,-3 0 0,-3-1 69,0 1 1,-5-4 0,5 5-1,-1 2 129,-1 3 1,2 9 0,-3-1 203,1 7 0,2 8 0,-3 11-90,2 6 0,6 5 1,-2 0-1,3 5-32,2 3 1,0-3 0,0 0 0,0 2-43,0 1 0,7 2 1,1 0-1,1 0-94,1-1 0,-1 1 0,6 0 0,-3 1-36,-2 4 1,3-4-1,-4 4 1,4-4-154,2-1 0,1 1 1,1 1-1,2-1-208,-1-3 0,-2-1 0,0 1 0,1-1 373,3-2 0,31-26 0,3-1 0</inkml:trace>
  <inkml:trace contextRef="#ctx0" brushRef="#br1" timeOffset="528">20947 16115 8285,'-13'-15'0,"2"1"230,1 0 1,2-1 898,-1 1 1,2 4-1022,7 1-410,0 5 0,-19-15 0,-5 3 0</inkml:trace>
  <inkml:trace contextRef="#ctx0" brushRef="#br1" timeOffset="529">21897 15568 8367,'0'-14'-423,"0"-1"0,0 1 262,0 0-1,4 4 1,1 0 0,0-1 355,1-2 0,-4 4 1,4 1-1,-1 0 64,0 0 0,6 0 0,-3-3-125,0 1 1,0 7-1,-3-2 37,4 3 0,-1 2-117,2 0 0,-7 7 0,2 2 0,-3 4-23,-2 2 0,0 4 0,0 2 0,-2 1-31,-3 3 1,2 3-1,-5-1 1,0-2-49,0-1 0,0 0 0,-3 5 0,1-2-98,-1-3 1,0 2-1,0-5 1,1 1-88,-1 4 0,0-6 1,0 0-1,3-4-440,1-2 1,-4 0 673,1 1 0,4-7 0,0-40 0,6-16 0</inkml:trace>
  <inkml:trace contextRef="#ctx0" brushRef="#br1" timeOffset="530">21796 15482 8367,'-10'-15'-96,"2"1"1,2 0-475,3-1 1,-4 6 981,3-1-356,-1 7 0,11-4 1,4 7-1,2 0 4,3 0 1,1 0-1,3 0 1,5 2-32,3 3 1,2-4 0,0 4 0,1-3-51,4-2 0,-2 0 0,6 0 0,0 0-35,-1 0 0,3 0 1,-5 0-1,0-2-9,1-3 1,-3 4 0,-6-4-1,-3 2-54,-4-2 0,-4 3 0,-4-4 40,-2 0 1,-5 4 127,-10-3 0,-3-1 0,-6 1 83,-1 2 0,1 1 0,-1 2 9,1 0 0,0 2 0,-1 1-30,1 2 1,1 6-1,2 0 1,3 5-54,1 3 0,-4 5 0,3-3 0,-1 2-80,-1 2 1,2 2 0,-3 4 0,3 1-20,1 1 0,-4 6 1,3-6-1,-1-1-50,-1-2 1,5-2 0,-3-3-1,2-2 9,3-3 1,-4-5 59,3-6 1,-1-7-33,5-2 1,5-6 0,1-9 0,2 1-47,3-1 0,0 1 1,1 0-1,-3-1 40,2 1 1,0-1 0,1 3 0,-4 1 27,-2 1 0,5 5 219,-1-4-55,-4 5 0,5 0 0,-6 8 0,-2 6 28,-1 3 1,-2 3-163,0 3 1,0-3 0,0 3 0,0-3-120,0-2 0,2 1 0,2-1-115,6 1 1,3-7 0,1-2 0,1-1 235,-1 0 0,32-33 0,9-12 0</inkml:trace>
  <inkml:trace contextRef="#ctx0" brushRef="#br1" timeOffset="531">22429 15798 8146,'-14'0'-583,"-1"0"0,6 0 777,-1 0-28,7 0-140,-4 0 1,9 5 0,3 0-35,4-2 0,4-1 1,2-4-19,-1-3 0,0 4 0,-1-6 1,-2 2 0,-1 1 1,-1-8-17,6 3 1,-7 1 34,-3-2 0,-4 6 1,-2-4 72,-4 1 0,2 2 0,-7 7 0,-1 1 73,-2 2 0,3 5 1,1-4-1,-1 2-45,2 3 0,0 2 0,5 1-85,-2 1 0,2-1 0,8 0-109,4 1 0,11-2 0,4-2 0,3-3-968,2-2 1067,6 5 0,19-16 0,12-7 0,7 3 0,1 0 0</inkml:trace>
  <inkml:trace contextRef="#ctx0" brushRef="#br1" timeOffset="532">23321 15870 8367,'1'-13'-508,"4"4"0,-3-4 0,4 5 0,-1-2 665,0 1 0,1-1 1,-3-4-43,2-1 0,2 3 0,-4 1 0,2 1 172,-2-1 1,-2-2 138,-1-1-359,0 6 0,-6 1 1,-4 9-1,-4 3-13,-5 4 0,3 9 0,-3 1 1,1 0-36,-1 2 0,3-4 0,-3 6 1,3-1-56,1 1 0,6-6 0,-1 2 0,1-3 45,1-1 0,1-1 1,7 1-168,0-1 0,2-1 68,3-4 1,-2-2-1,6-9 1,3-3-93,0-4 0,4-4 0,2-1 0,1-1 46,-1 1 1,-2-1-1,-2 1 1,0-2 39,1-3 1,-1 4-1,1-1 1,-1 5 61,0 0 0,-4-2 1,0 0 114,1 4 1,2 2-21,1 7 1,-4 0 0,-2 2-1,-2 3-19,-3 4 0,-1-1 1,-2 2-1,0 1-35,0 2 1,5-3 0,-1-1 0,0 2-24,-3 2 1,-1 2 0,2-1-280,3 0 1,-4-4 294,4 0 0,-3-20 0,-2 0 0</inkml:trace>
  <inkml:trace contextRef="#ctx0" brushRef="#br1" timeOffset="533">23522 15769 8224,'5'-14'-154,"0"0"1,0 4 419,-5 1 0,6 1-209,4-2 1,-2 4 0,0 7 0,0 4-18,0 5 0,-4-2 0,6 1 0,0 2-111,-2 2 0,3 3 0,-6 2 0,-1 1-22,3-2 0,-6-1 0,4-1-26,-3-1 0,-2 1 0,0-1-242,0 0 332,0-6 1,-2-3 10,-3-10 1,4 2 0,-4-6 0,3-3-37,2 0 1,5 2 0,0 0 0,0-1-56,1-2 1,2-1 0,7 0-78,-1-1 0,-4 6 0,-1 1 186,2 1 0,21 2 0,7 5 0</inkml:trace>
  <inkml:trace contextRef="#ctx0" brushRef="#br1" timeOffset="534">23925 15726 8328,'15'-14'-131,"-6"4"0,-1 1-543,-2-2 1,1 3 819,-2-2 0,-5 7 1,1 0 2,-4 6 1,-8 5-1,1 8 1,-2 1-10,-3 3 1,1 4-1,-1-4 1,1 1-14,0 0 1,1 4-1,2-2 1,1 1-83,-1 0 1,4-5-1,3 3 1,2-1-181,2-3 1,2-1 0,2-1-1,6 0-36,3-3 0,3-8 0,1 0 0,4-4-43,2-1 1,1-5-1,4-1 1,1-2-204,0-3 1,1-7 416,4-1 0,-17 0 0,3 5 0</inkml:trace>
  <inkml:trace contextRef="#ctx0" brushRef="#br1" timeOffset="535">24270 15381 8254,'0'-29'0,"2"2"-111,3 3 0,-4 3 0,4 7 213,-3 0 0,-2 7 0,0 7 0,-2 8-39,-3 5 0,2 8 0,-5 3 0,0 3 10,0 2 0,3 1 0,-3 4 0,0 2-72,0 1 0,5 3 0,-3-5 0,1 2-72,0 3 1,-4 0 0,2 0 0,-1-2-62,-3 2 1,3 2 0,0-1 0,0-2 12,0-6 1,5-4 0,-2-5-1,4-5 26,1-3 1,0-9 0,0-7 75,0-8 0,4-5 0,3-2 0,1 1-41,3 0 0,-3-2 1,1-2-1,3-1 23,0 1 0,-2 2 0,0 2 0,1 0 40,2-1 1,1 1 0,0-1 31,1 1 0,-1 4 0,1 2 215,-1 2 0,0 1-102,1 5 0,-2 7 0,-2 2 0,-3 4-82,-2 1 0,-1 1 0,-4-1 0,3 1-68,0-1 1,1 0-1,-5 1 1,2-1-15,3 1 0,-4-1 0,4 0 1,-3 1-191,-2-1 0,0 0 0,0 1-354,0-1 1,0-4 557,0-1 0,6-25 0,2-1 0</inkml:trace>
  <inkml:trace contextRef="#ctx0" brushRef="#br1" timeOffset="536">24529 15856 8254,'-9'0'-41,"-1"0"1,7 1-1,-3 4 13,-1 5 1,6-2-1,-4 1-152,3 3 0,2 0 1,0 3-123,0-1 0,0-4 302,0-1 0,7-18 0,1-1 0</inkml:trace>
  <inkml:trace contextRef="#ctx0" brushRef="#br1" timeOffset="537">24601 15611 8254,'-9'0'-189,"-1"-1"-300,-1-4 1,3 3 0,-2-3 488,-1 4 0,5 7 0,31 15 0,15 9 0</inkml:trace>
  <inkml:trace contextRef="#ctx0" brushRef="#br1" timeOffset="538">24889 15510 8128,'-10'0'130,"2"2"1,0 3 58,0 4 0,5 11 0,-3 4 0,1 3-157,0 2 1,-4 1 0,4 2 0,2 2-123,1-2 0,1 3 1,-3-2-1,0-1-49,0-1 1,3-3 0,1 1 0,-2 0-222,-3 0 0,2-5 0,-5-2 0,0-1 360,0-4 0,-14-20 0,-9-6 0</inkml:trace>
  <inkml:trace contextRef="#ctx0" brushRef="#br1" timeOffset="539">24659 15827 8254,'0'-10'-1063,"0"1"886,0-2 0,1-1 0,4 3 242,5 4 1,3-1 0,1 1-1,0 2-52,1 1 0,-1 2 1,1 0-1,1 2-210,3 2 0,-3 0 197,3 5 0,-3-6 0,-2 4 0</inkml:trace>
  <inkml:trace contextRef="#ctx0" brushRef="#br1" timeOffset="540">25119 15841 8289,'8'-9'-400,"-3"-1"0,-2 2 404,2-1 173,-3-4-58,4 11 0,-8-4 0,-2 7-1,-6 4 0,2 3 1,-2 5-1,-1-2 30,-2-1 0,4-1 0,1 6 0,0-1-118,0 1 1,5-1 0,-4-1 0,3-2-70,-1-1 0,0-1 1,5 6-137,0-1 0,6-4 0,4-2-24,3-2 1,1 3-1,0-4 1,2-2-722,4-1 920,-4-2 0,43-38 0,3-10 0</inkml:trace>
  <inkml:trace contextRef="#ctx0" brushRef="#br1" timeOffset="541">25436 15827 8289,'0'-14'-312,"0"-1"203,0 1 1,-2 1 354,-3 3 0,2 6 1,-6 10-139,-3 8 0,1 1 0,0 4 0,3-1-94,2 1 1,-4-2 0,5 6-1,2-2-80,1-4 0,2-1 0,0-1 0,0 1-89,0 3 1,5-8 0,2 3 0,1-3-99,3-3 1,3 4-1,4-8 1,1 0 252,-1-3 0,12-24 0,7-11 0,2-2 0,0 0 0</inkml:trace>
  <inkml:trace contextRef="#ctx0" brushRef="#br1" timeOffset="542">25795 15381 8241,'-9'10'61,"1"-1"0,0 2-29,0 2 0,3 8 1,-3 3-1,0 3-35,0 2 0,3 6 0,-3 3 0,0 4-6,0 1 1,4 0-1,-4 0 1,0 1-117,0-1 1,0-2 0,-2-2 0,4-4 18,-1 0 1,4-6-1,-5 1 1,2-4-153,2-1 0,3-4 1,1-2-498,0-3 755,0-8 0,6-27 0,2-13 0</inkml:trace>
  <inkml:trace contextRef="#ctx0" brushRef="#br1" timeOffset="543">25536 15870 8289,'0'-14'-489,"0"-1"0,0 1 1,0 0 554,0-1 0,2 6 0,3 1 0,4 0-61,4 0 1,3 4-1,2 0 1,3 1 27,1-2 1,2 3-1,5-3 1,-1 4 19,1 1 1,0 0 0,0 0 0,0 0 16,-1 0 1,0 0 0,-4 0 0,-5 0 1,-3 0 1,-2 1 0,-1 4-16,-4 5 1,-2 2 0,-9 3 9,-3-1 1,2 1 0,-5-1 0,0-1-31,0-4 1,3 4 0,-3-3 0,0 3-74,0 1 1,5-4-1,-3-1-34,0 2 1,4-3-93,-3 2 0,5-7 0,5 2-62,4-3 1,-1-2-1,2-2 113,1-3 1,2-1 0,0-5-1,-2 1 77,-1-1 1,-1-2 0,4-1 0,-2 1-9,-1 3 1,-2-3 0,1 4 0,-2-2 73,-1 1 0,-3-1 1,5 4 47,-1-1 0,-1 5 184,-1-2 0,-3 5-130,2 5 0,3 3 0,-2 7-107,-2-1 0,0 0 0,0 1 0,4-1-29,0 1 1,-3-1 0,2 0-173,0 1 1,-2-1 0,4 1 0,0-3-279,0-2 452,-5 3 0,22-31 0,-1 1 0</inkml:trace>
  <inkml:trace contextRef="#ctx0" brushRef="#br1" timeOffset="544">26241 15813 8289,'0'-15'-156,"0"1"0,2-1 0,1 1-100,2 0 1,1 6-1,-2 1 401,0 1 1,8 4-82,-3-2 0,2 8 1,1 4-1,-4 2-50,-2 0 1,4-1-1,-4 5 1,0 1-6,1-1 1,2 1 0,-2-1-39,1 0 0,-5 1 0,2-1-9,-4 1 1,-1-1-1,0 0-264,0 1 1,-1-2 155,-4-4 1,2-2 130,-7-7 1,7-2 32,-2-3 1,4-3 0,2-5 0,2 2 8,2 2 0,5-1 0,-4-4 0,2-1-21,3 1 1,-3-1-1,2 1 1,1 1-35,2 4 1,1-4-1,1 5 1,-3-2 36,-2 1 0,3 5 0,-5-2 1,1 1 88,1 1 0,-5-1 55,4 5 0,-1 1 73,2 4 1,-4-2 6,-6 7 0,0-5-31,0 4 1,5-4-50,0 5 0,1-7-164,-1 2 0,-2-4-166,7-1 0,-5 0-104,4 0 1,-4 0 6,5 0 0,-6-5 29,6 1 211,-7-8 0,2 11 1,-10-4 110,-4 3 1,-4 2-1,-2 2 200,1 3 0,1 3 0,2 5 1,3-2-82,2-2 0,1 1 1,5 4-1,2-1-196,2-3 0,6 3 0,9-4 0,5 4-719,3 1 0,10-4 719,6 0 0,-12-7 0,2 3 0</inkml:trace>
  <inkml:trace contextRef="#ctx0" brushRef="#br1" timeOffset="545">27320 15654 8457,'10'-16'0,"0"0"-381,1 2 0,0-4 0,0 10 847,-1 0-297,-7-4 1,3 12-1,-6 0-60,0 8 0,0 4 0,-1 3 0,-4 1-22,-5 3 0,2-1 1,0 4-1,0-1-54,0-4 1,4 4-1,-4-2 1,1-1-137,4-2 1,-3-2 0,1 1-51,2-1 1,1 0-1,4-1 49,2-3 1,4-4 0,7-7 0,-1-4 11,1-5 1,4-3-1,0-1 1,0 1 35,2 4 0,-5-4 0,3 3 33,-3-3 1,-3 4-1,-2 1-7,-1 2 0,-6 1 46,6 5 1,-7 1 0,2 4 10,-3 5 1,-2-2 70,0 1 0,0-4 63,0 5 1,1-7 0,4 2-114,5-4 0,-2-1 1,1 0-1,1-1-49,-2-4 1,5 2 0,-4-5 0,4 0-19,1 0 1,-4 3 0,0-5-1,1 1-168,1 1 0,3-5 3,-1 3 1,-4 4 0,-2 0-804,-2-1 987,-1 6 0,-18 20 0,-3 13 0</inkml:trace>
  <inkml:trace contextRef="#ctx0" brushRef="#br1" timeOffset="546">27781 15712 8408,'0'-10'-115,"1"2"-325,4 2 636,-3-5 0,4 8-49,-6-7 0,0 8 0,0 2-70,0 8 0,0 5 0,-1 2 0,-3-1-318,0 0 1,-3-2-1,4 2-229,-2 7 1,-4-7 469,4 0 0,0-2 0,5 2 0</inkml:trace>
  <inkml:trace contextRef="#ctx0" brushRef="#br1" timeOffset="547">27853 15568 8325,'0'-14'-366,"0"-1"83,0 1 1,0 0 247,0-1 0,-2 9-156,-3 6 1,4 6 0,-4 8 190,3 1 0,9 25 0,1 6 0</inkml:trace>
  <inkml:trace contextRef="#ctx0" brushRef="#br1" timeOffset="548">28097 15467 8325,'0'-14'-543,"0"4"577,0 1 0,-1 7 0,-2 4 1,-4 9 223,-1 7 0,3 6 0,-3-4 0,0 3-243,0 2 0,4 1 0,-4-1 0,0-1-88,0 2 1,3 1-1,-3 0 1,1-1-157,4-2 1,-3-5-1,1 3 1,0-1-475,-1-3 703,4 4 0,9-38 0,9-3 0</inkml:trace>
  <inkml:trace contextRef="#ctx0" brushRef="#br1" timeOffset="549">28327 15395 8116,'0'-8'-89,"-4"8"1,-3 12 0,-1 4 146,-3 3 1,3 6 0,-1 1 0,-1 4-42,2 4 1,-5 1 0,5-3 0,0 2-185,3-2 0,2 3 1,0-2-1,-2 1-340,2 1 507,1-11 0,15 16 0,3-10 0</inkml:trace>
  <inkml:trace contextRef="#ctx0" brushRef="#br1" timeOffset="550">29018 15669 8325,'5'-15'-42,"0"1"0,-1 0 0,-4-1-392,0 1 723,0-1 0,-1 3 1,-4 4-154,-5 8 0,-2 1 0,-3 9 0,1 1-34,0 2 0,-1 1 0,1 2 0,-2 2-51,-3 1 1,4 0 0,-1-3 0,7 2-164,2 1 0,-2 0 0,2-5-98,-1 1 1,5-1 0,-2 1-116,4-1 1,7-6-1,4-2 1,2-1-20,3 0 1,-1 0-1,1-5 1,1 0 343,3 0 0,-3 0 0,36-45 0,3-11 0</inkml:trace>
  <inkml:trace contextRef="#ctx0" brushRef="#br1" timeOffset="551">29104 15712 7927,'-9'0'35,"-1"0"151,-1 0 0,-2 6-144,-1 4 0,1 3 0,2 1 1,3 0-93,1 1 0,3-6 0,4 1-29,0 1 0,1 0 0,4-1 0,5-4 30,2 1 0,3-6 0,-1 4 0,1-5 0,-1-5 0,0 2 0,1-5 0,-1 0 11,1 0 1,-1 0-1,-1-3 1,-2 1 35,-1-1 1,-7 3 0,1-1 5,-2-2 0,-4-1 0,-2 3-3,-6 4 1,-3 3-1,-1 2 1,-2 0-167,-3 0 1,1 0-1,-4 2 1,1 3-509,3 4 673,2-2 0,-4 25 0,-3 0 0</inkml:trace>
  <inkml:trace contextRef="#ctx0" brushRef="#br1" timeOffset="552">29320 15726 7038,'-14'0'467,"4"2"0,1 3-305,-3 4 0,6-1 0,0 2 1,1 1-171,0 2 0,-5-4 0,6 1-98,0 1 1,3 2-28,1 1 1,1-1 71,4-3 1,-2-4 0,7-7 0,1-3 2,2 0 0,1-8 0,1 4 0,-1-1-1,1-1 1,-1 1 0,0-6 0,1 2-10,-1 4 0,1-4 1,-1 5-1,2-1 31,3-1 1,-6 5 0,4-3 51,1 2 1,-5 1 0,-5 7 37,-2 2 0,-1 0 0,-5 5 0,0 2-4,0 2 0,0 1 1,0 1-1,-2-1-64,-2 1 1,2-1-1,-4-1 1,1 0-206,0 1 0,0-8 0,5 9 220,0-2 0,39-39 0,9-8 0</inkml:trace>
  <inkml:trace contextRef="#ctx0" brushRef="#br1" timeOffset="553">29896 15439 8325,'6'-23'-553,"-4"2"0,4 7 521,0 0 1,-6 7 256,0 7 1,-1 8-1,-9 10 1,-1 3-139,-2 1 1,4 2 0,-1 5 0,-1-1-120,-2 1 0,4-5 0,-1 2 0,-1 3-52,-2 3 0,3 1 0,1-2 1,-2 1-84,-2 1 1,-2 1 0,1-4 0,0 2-57,-1 2 1,2-1-1,2-6 1,2-1 222,-3-2 0,6-19 0,0-1 0</inkml:trace>
  <inkml:trace contextRef="#ctx0" brushRef="#br1" timeOffset="554">29651 15769 7739,'5'-14'0,"1"1"-347,2 4 0,-3-4 0,5 3 457,1-2 0,2 4 0,1 3 1,0 2-3,1-2 1,-1 3 0,1-3 0,-1 4-3,0 1 1,6 0-1,-1 0 1,-2 0 51,-1 0 1,-1 0 0,-1 0-7,0 0 0,1 6-93,-1 4 0,-6 3 1,-3 1-48,-3 0 0,-2-4 1,0 0-1,0 1-53,0 1 1,-2 1 0,-1-2 0,-2-1-154,2 1 1,-4 2-1,1 1-325,-2 1 1,3-2 0,-3-2-363,2-2 881,1-5 0,11-36 0,2-16 0</inkml:trace>
  <inkml:trace contextRef="#ctx0" brushRef="#br1" timeOffset="555">29968 15712 8095,'1'-19'0,"2"0"-319,2 1 0,2-4 0,-4-1 0,2 1 269,-2 3 1,3 3 0,1 1 402,1 1-283,-5 6 1,3 3 0,-6 10-141,0 4 0,0 4 1,0 3-1,-1 2-74,-4 1 0,2 2 1,-5-4 143,1 3 0,-10 31 0,1 3 0</inkml:trace>
  <inkml:trace contextRef="#ctx0" brushRef="#br1" timeOffset="556">30111 15784 7041,'0'-8'1425,"0"3"-1369,0 10 0,0-2 1,-1 7-35,-4 1 0,3 2 22,-2 1 1,2-4-106,2-1 0,2-6 8,2 2 0,4-3 1,7-4 0,-1-3 0,-1 2 0,0-5 0,0 0-4,3 0 1,1-1-1,-2-6 1,1 2-5,3 4 1,-3-4 0,3 5 41,-3 0 1,-2-3 55,1 6 0,-7 2 0,-4 8-14,-2 4 0,-2 4 0,-2 1 0,-1 1-14,-2-1 0,-1-1 0,3-2 1,-2-1-96,2 1 0,0 2 0,-1 1 1,0 1-198,0-1 1,1 0 0,0 1 281,-2-1 0,7-19 0,6-4 0</inkml:trace>
  <inkml:trace contextRef="#ctx0" brushRef="#br1" timeOffset="557">30486 15741 8056,'0'-10'-1057,"0"1"1376,0 5 1,0 0-1,0 8-151,0 6 1,0 3 0,0 1-107,0 0 1,0 1 0,0-1-79,0 1 1,0-6 0,0 1 7,0 1 0,0-3-82,0 2 1,1-7-39,4 2 0,3-4 56,6-1 0,1-5 0,-1-1 0,-1-2 31,-4-3 1,4 3 0,-3-2 0,1-1-3,-1-2 1,2 4 0,-2-1 40,3-1 0,-4 4 65,1 3-74,0 2 1,-2 4 0,-4 2 37,-2 6 0,-2 3 0,0 1-26,0 1 0,0-1 1,2-1-1,1-2-194,2-1 0,1-1 0,-3 6-248,2-1 1,1-4 440,-1-1 0,9-12 0,9 1 0</inkml:trace>
  <inkml:trace contextRef="#ctx0" brushRef="#br1" timeOffset="558">30816 15841 7996,'0'-8'-274,"0"-4"0,7 8 275,2-5 0,4 6 1,0-4 3,-3 1 1,1 3-1,-5-5-118,2 1 1,-5-4 20,2 2 279,-3 2 0,-4-4-10,-3 6 0,2 5 0,-5 7 0,0 1-59,0 3 1,5-3 0,-2 1-1,4 2-54,1 2 1,0 2 0,0-1-153,0 0 1,4 1-1,3-1 1,2 1-218,7-1 1,0-4 0,8-1 0,2 1 304,1-2 0,26-14 0,12-7 0,6-3 0,-1 0 0</inkml:trace>
  <inkml:trace contextRef="#ctx0" brushRef="#br1" timeOffset="559">31636 15582 8265,'7'-8'-273,"-4"2"-30,7 6 1,-7 2 0,2 2 521,-4 6 1,-6 3 0,-1 3 0,-2 1-10,-3 3 1,0 5 0,-1-1 0,3 3-158,-2 2 1,-2 1-1,-1 2 1,-1 2-224,1-2 0,-2-2 0,-2 1 1,-1 1-105,1 1 1,2 1 0,2-7 0,0-1 273,-1-2 0,7-13 0,2 2 0</inkml:trace>
  <inkml:trace contextRef="#ctx0" brushRef="#br1" timeOffset="560">31334 15856 8265,'-8'-15'-245,"4"1"0,2 0 9,2-1 1,0 6 0,2 1 462,2 1 0,4 2 0,7 5 0,-1 0-152,1 0 0,4 0 1,1 0-1,1 0-67,0 0 0,5 0 1,-4 2-1,2 1-89,0 2 0,-6 5 1,-1-4-1,-4 2-266,-4 3 0,-1-3 0,2 2-488,-5 1 835,-4 2 0,-32 1 0,-9 1 0</inkml:trace>
  <inkml:trace contextRef="#ctx0" brushRef="#br1" timeOffset="561">31795 15870 8277,'0'-9'313,"0"-1"1,-7 7-1,-2 0-125,-4 6 0,3 0 1,1 7-1,-1 1-42,2 2 0,-3 1 0,5 0 1,-1 1-153,1-1 1,1 1 0,5-1-11,0 0 1,0 1 0,2-3-11,2-2 0,4-4 0,7-6 0,-1 0-46,1 0 1,4 0 0,0 0 0,-1-1-8,-2-4 0,3 2 1,0-7-1,-3-1 3,-5-2 1,2-1 0,-5 0 0,0-2-18,-3-4 0,-4 4 0,-2-3 1,-4 3-127,-5 2 1,-9 1-1,-5 3 1,-3 6-305,-2 2 0,-1 2 523,-4 0 0,17 0 0,-3 0 0</inkml:trace>
  <inkml:trace contextRef="#ctx0" brushRef="#br1" timeOffset="562">2474 17510 7465,'0'-9'230,"0"-1"0,0 5 91,0-4 1,0 4-93,0-4 0,0-1-63,0-4 0,0 4 0,0 0 48,0-1 0,0 3-163,0-1 0,-1 5 0,-4 1-116,-5 6 1,-2 5 0,-3 7 0,1-1 27,-1 1 0,1 4 0,0 1 0,-1 1 1,1 0 1,4 3-1,1-3 1,-1 0-42,2-1 1,0 4 0,5-4-1,-2-3-46,2-1 0,1-1 0,4-3 0,1-1-107,2-1 1,6-7 0,-1 2 0,4-3-85,5-2 1,-3 0 0,5-2-1,0-1 314,3-2 0,-3-6 0,31-29 0,3-14 0</inkml:trace>
  <inkml:trace contextRef="#ctx0" brushRef="#br1" timeOffset="563">2647 17568 8580,'0'-8'-750,"-2"2"887,-2 6 1,-3 1-1,-2 4 1,4 5-78,3 2 1,-3-2 0,1 0 0,0 1-44,3 2 0,1 1 1,0 0-1,0 1-69,0-1 1,1-4-1,4-1-22,5 2 1,3-4-1,1-2-30,0-4 0,1-2 0,-1-4-100,1-5 0,-1-2 0,-1-3 69,-4 1 1,2-1 0,-6 1 0,-2 0 105,-1-1 0,-2 6 1,0-1-1,0-1 85,0-2 0,-2-1 11,-2-1 1,2 1 0,-4 1 56,-1 3 0,6-2-89,-4 2 1,5 4 0,3-1 11,2 1 0,6 4 0,-1-2 0,2 2 41,3 2 0,4 0 1,0 0-1,0 0-18,2 0 0,-3 2 0,4 1 1,0 3-64,1 2 0,-6 2 0,3 4 0,-3 0-29,2 1 0,-3-6 0,2 1 1,-5 1-113,-4 2 1,-4 1 0,3 1 0,-1-1-210,-4 1 1,-2-1 252,-1 0 1,-1-4 0,-4-2 69,-5-2 0,4-2 0,0-8 1,1-2 45,0-2 1,0-2-1,5-4 1,0 0 16,0-1 1,0 1 0,0-1 0,0 1-41,0 0 0,2-1 0,1 1 0,3-1-5,2 1 1,-3 0-1,3-1 1,0 3-2,0 2 0,-3-3 1,5 5-1,1 0 102,1 3 0,-2 2 1,0 0-22,1-2 0,2 0 1,1 7-12,0 3 0,1 3 0,-2 6 0,-2 1 4,-2-1 0,-4-4 1,3-1-1,0 2-62,0 2 0,-3 0 0,3-2-114,-2-1 0,1-2 0,-4 3-350,2-2 278,0-5 91,-5 2 0,0-8 1,0-2 26,0-6 0,0-3 0,0-1 13,0-1 0,4 1 1,3 0-1,-1-1-1,1 1 1,4 4-1,-3 1 1,1-1-79,1 2 1,-1-5 124,6 4 0,12 9 0,3 1 0</inkml:trace>
  <inkml:trace contextRef="#ctx0" brushRef="#br1" timeOffset="564">3525 17525 7950,'-8'0'-1015,"3"0"1025,10 0 0,3-5 1,4-1-1,0-1-23,-3 1 1,-4-4 0,3 4 0,0-1-54,0 1 0,-3-5 125,4 1 1,-6 2 52,2-1 0,-5 6 0,-3-1 0,-3 6 3,-2 3 1,0 6-1,-3-1 1,3 2-32,1 3 0,1-1 0,3 0 1,-2 1-151,2-1 0,1 1 0,2-1 1,0 0 27,0 1 1,0-6-1,2 1 1,2 1 37,6 2 0,28-5 0,9-2 0</inkml:trace>
  <inkml:trace contextRef="#ctx0" brushRef="#br1" timeOffset="565">3827 17352 8492,'-10'5'-907,"2"1"997,2 2 1,1-3 0,5 5 0,0 1 9,0 2 1,0 3 0,0 1 0,0 3-74,0-3 1,0 1 0,2-1 0,1 2-111,1-1 1,8-2-1,-4-2 1,1 1-52,1-1 0,-1-4 0,6-1 1,-1 1-150,1-2 0,-1-2 1,0-6-1,1 0 283,-1 0 0,26-57 0,-17 21 0,0 0 0</inkml:trace>
  <inkml:trace contextRef="#ctx0" brushRef="#br1" timeOffset="566">4086 17266 8449,'0'-19'0,"0"-1"-200,0 3 0,0 6-26,0 1 0,0 9 417,0 1 0,0 6 0,0 10 0,0 3-17,0 5 1,0-2 0,0 1-1,0-1-96,0 1 1,0-1 0,0 4 0,0-2-132,0 1 1,0-2-1,0-1 1,0 0-202,0 1 0,4-1 0,1 4 1,-2-4-862,-1-1 1115,-2 4 0,6-28 0,2 0 0</inkml:trace>
  <inkml:trace contextRef="#ctx0" brushRef="#br1" timeOffset="567">4057 17424 8449,'13'-14'-528,"-2"1"1,-2 2 315,3 1 0,2 1 212,5-6 0,-9 7 0,3 2 0</inkml:trace>
  <inkml:trace contextRef="#ctx0" brushRef="#br1" timeOffset="568">4891 17482 8444,'0'-15'-229,"0"1"1,0 0-1,0-1-124,0 1 1,0 4-1,0 1 1094,0-3 0,0 4-175,0-1 1,-4 7-378,-1 2 0,-2 8 1,4 10-1,-3 3-99,-2 1 1,3 2-1,-3 5 1,0-1-28,0 1 1,5 0 0,-4-2 0,3-1-109,-1-2 0,0-7 0,5 3-54,0-4 0,2-4 1,2-2-1,6-5-66,3-4 0,1-7 0,1-4 1,-1-4-6,0-5 1,1-2 0,-1-5 0,-1 2 64,-4-1 1,3 2 0,-6-1 0,0 0 27,1 2 1,-2-5 0,-5 5 0,0-1 76,0 4 0,0-3-74,0-2 0,-7 9 0,-1 4 0,-1 5-136,-1 1 1,5 2-1,-4 7 1,-1 6 0,2 3 1,0 1-1,5 1 1,-2-1 208,2 0 0,14 33 0,5 7 0</inkml:trace>
  <inkml:trace contextRef="#ctx0" brushRef="#br1" timeOffset="569">5093 17424 8444,'0'-14'-959,"0"7"1191,0 7 1,0 12 0,0 7-196,0-2 0,0-1 1,1-1-1,3-1-33,0 0 1,6 1 0,-4-1 0,2 1-46,3-1 1,-3-1 0,2-2-24,1-1 0,2-2 0,1 1 16,1-4 1,-1-5 0,1-3 0,-1-4-51,0-1 0,-1-1 1,-2-6-1,-1 1 13,1 0 1,0-1 0,1-1 0,-3-1 65,2-3 1,-4 1 0,-1 5 0,-1 0 51,0-1 1,4 1-1,-4-1 20,-2 1 0,0 1 12,2 4 0,-3 1 46,3 3-72,-4 3 1,1 1 35,3 5 1,3 6 18,6-5 1,0 4-61,1-4 0,-1 0 0,1-5-38,-1 0 1,-4 0 0,-1 0 0,1-2-21,-2-2 1,3 0 0,-5-4 7,2 2 1,-5 0-1,4 2-11,-1 0 21,-4-8 0,3 11 3,-10-4 0,2 3 0,-5 4 0,0 1 19,0 2 0,3 6 0,-5-1 1,1 3 11,1 1 0,0 0 0,5 1-26,-2-1 0,-2 4 1,4-2-1,-2-4 4,2 1 1,2 0 0,1 1-11,0 1 0,1-2 0,2-2 0,4-3-3,1-2 1,-3-1-1,4-5-11,2 0 0,2 0 1,1-2-1,1-1-42,-1-2 0,1-6 0,-1 2 0,-1-4-16,-4-2 1,4 1 0,-3 0 0,1-1 2,-1 1 0,-2 0 1,-5-1 71,2 1 1,-1-1 88,-4 1 0,0 4 85,0 1 1,-1 4-96,-4-5-199,3 7 1,-2-3 50,8 6 1,4 0-1,7 0 13,-1 0 0,1-5 1,-1 0 34,0 2 1,1 1 0,-1 2 35,0 0 1,1 0-1,-1 0 0,-4 0 0,-2 2 91,-2 3 0,-1 3 1,-5 6-61,0 1 1,0-1-1,0 0-116,0 1 0,-5-1 0,0 1 1,2-1-303,2 0 0,1 1 373,0-1 0,0 20 0,0 4 0</inkml:trace>
  <inkml:trace contextRef="#ctx0" brushRef="#br1" timeOffset="570">6661 17021 8444,'0'-14'-763,"0"-1"1,0 6 904,0-1 0,-5 9 70,0 1 1,1 6-1,4 10 1,-2 2-38,-3 1 0,4 6 0,-4-1 0,2 5-127,-2 5 0,3-2 0,-4 5 0,1-2-137,0-3 0,-4 0 0,2 0 0,1 3-71,-1 2 0,-2-5 1,4 1-1,2-3-61,1-1 1,-3 0 0,1-2-1,0-3-105,3-5 0,2-4 0,4-6 326,5-4 0,35-42 0,9-11 0</inkml:trace>
  <inkml:trace contextRef="#ctx0" brushRef="#br1" timeOffset="571">6848 17410 8442,'2'-15'-1628,"1"1"1479,2 0 1,1-1 0,-3 1 465,2-1 1,0 6-1,-5-1 22,0-1 0,0 3 128,0-2-366,0 1 1,-2 2 0,-3 7-48,-4 8 0,1 5 0,-2 3 0,-1 2-63,-2 1 1,4 0-1,-1-3 1,0 2-14,2 1 1,-3 0 0,6-4-47,2-1 1,2-4-166,1-1 1,1-6 97,4 2 1,-2-5 0,7-5 0,1-4-61,2-4 0,-4-1 0,1-2 0,0-2 123,-2-1 0,3 0 1,-5 4-1,1 1 73,-1-1 1,0 1 0,-3 0 346,2-1-216,0 7 0,-5 3 0,0 10-76,0 5 1,0 3-1,0 1 1,0 0-58,0 1 1,2-1-1,1 1 1,2-1-133,-2 0 0,3 1 0,1-1 0,-1 1-540,0-1 673,6-6 0,8 5 0,11-5 0</inkml:trace>
  <inkml:trace contextRef="#ctx0" brushRef="#br1" timeOffset="572">7021 17280 8442,'0'-14'-633,"0"-1"0,1 1 957,4 0 1,-2 6-180,7 3 0,-2 5 1,3 3-1,-1 3-86,1 2 1,-3 2 0,1 4 0,2 1-35,2-1 1,-3 1 0,-2-1 0,-2 0-145,-3 1 1,4-1-1,-2 1-158,-2-1 1,-2 0 4,-1 1 243,0-7 1,0-3-1,0-10 24,0-5 1,0-3 0,0-1-109,0 0 0,0-1 1,0 1-242,0-1 0,2 1-286,3 0 640,-4 6 0,19 1 0,-4 7 0</inkml:trace>
  <inkml:trace contextRef="#ctx0" brushRef="#br1" timeOffset="573">7380 17266 7622,'7'-15'-380,"-6"1"0,4 0 603,-3-1 0,2 6 0,1-1 90,-2-1 0,-1 3-152,-2-2 1,0 6-135,0-6 1,-2 8-9,-2 2 1,-3 7 0,-4 7-96,1 1 1,7-1 0,-3-1 0,1-2-105,0-2 1,0 1-3,5 4 0,0-4 103,0 0 0,2-7 0,1 3 32,2 1 0,1-6 1,-2 6 68,0-1 0,6-3 0,-4 7 1,1 1 87,-1 2 1,1 3 0,-4 3-1,2 5 13,-2 3 0,-2 4 0,-1 2 0,0 5-91,0 4 0,0 1 0,-1-1 1,-4-2-15,-5-2 0,2-6 0,-1 2 0,-2-4-21,-2-1 1,-2-7 0,1-4 0,0-7 45,-1-6 0,-4-4 0,0-1 1,1 0 54,2 0 1,7 0 0,-1-1 0,-1-4-116,-2-5 1,0-2-1,2-1 1,3 2-16,2 1 0,-4 0 0,5-4 0,2 0-236,2-1 1,1 1 0,1-1 0,2 1 267,2 0 0,22-16 0,9-6 0,0-3 0,0 0 0</inkml:trace>
  <inkml:trace contextRef="#ctx0" brushRef="#br1" timeOffset="574">7610 17453 8442,'-4'-10'-206,"-1"1"0,0 4 155,5-5 0,0 6 0,2-4 5,2 1 1,4-2 0,5 2 0,-2 1 13,-1-1 1,-2-4 0,3 3 0,-3-1-21,-1-1 0,2 5 0,-4-4-186,-2-3 238,-1 0 0,-9-1 0,-2 3 1,-4 5 231,-1 4 1,-1 7-1,1 4 1,-1 3 124,1 1 1,0 0 0,1 2 0,3 2-153,5 1 0,4 0 0,1-4 0,0-1-266,0 1 0,11-3 1,5-2-1,6-4-644,9 1 705,4-6 0,23-10 0,10-7 0,6-4 0,-1 0 0</inkml:trace>
  <inkml:trace contextRef="#ctx0" brushRef="#br1" timeOffset="575">8632 17266 6923,'0'-15'442,"1"1"-318,4 0 0,2-1 0,4 1 1,-2 0-41,3-1 0,-1 1 0,0-1 0,-3 1 29,-2 0 1,4-1 0,-4 1-71,2-1 0,-4 6 0,-1 1-78,-6 1 1,-5 3 0,-7 5-1,1 4 7,-1 5 0,1 4 0,0 4 0,-2 1 4,-4-2 0,5 4 0,-5 0 0,4 0 13,2 0 1,4-1 0,2-2 0,2 1 8,3-1 0,1-2 0,2-2-5,0 0 1,2-6-1,3-3 1,4-3-4,4-2 1,1-2 0,2-3 0,2-4-10,1-4 0,0 0 0,-4 2 0,1 1-6,3-1 0,-3 0 0,1 0 0,-4 3 3,-3 1 32,-1 3 0,-1 5 0,-3 6 0,-5 7 106,-5 8 0,-4 6 0,-9 2 0,-3 4 7,-1 4 1,-2 8-1,-3 2 1,1-3-82,2-5 1,7 0-1,-2-5 1,3-1 31,1-4 0,2 0 0,2-10 74,2-3-152,5-7 1,0-4-89,8-6 1,0-6-1,5-2 1,2-2-88,2 1 0,2-1 1,-1-4-1,0-1-140,1 1 1,-1 4 0,2 1 0,2-2 52,1-2 1,2-2-1,-4 1 1,2-2 265,-1-3 0,10-12 0,5-5 0,2-7 0,0 1 0</inkml:trace>
  <inkml:trace contextRef="#ctx0" brushRef="#br1" timeOffset="576">9078 17180 8427,'0'-15'-507,"0"1"0,0-1 389,0 1 0,0 4 1216,0 1-915,0 6 0,-2 12-71,-3 10 1,2 4-1,-5-7 1,2 1-89,3 3 0,-4 0 1,3-2-1,0 1-115,3-1 0,1-2 0,0-2 11,0 0 0,0-4 53,0 0 0,1-7 26,4 2 0,-2-5 0,7-5-57,1-5 1,2-3 0,0-1 0,-2 0-67,-2-1 0,-1 1 0,4-1 0,-3 1 76,2 0 1,-3 4-1,2 2 77,1 2 0,-3-4 106,2 5 1,-7 7 0,2 8-86,-4 2 0,-1 7 0,0 1 0,0-3-1,0-1 0,0-1 0,0-1 0,0 0-281,0 1 1,5-6 0,2 1 0,-1 1-267,0 2 0,6-3 0,-3-2 498,4-2 0,1-1 0,1-5 0,-7 6 0,-2 2 0</inkml:trace>
  <inkml:trace contextRef="#ctx0" brushRef="#br1" timeOffset="577">9423 17280 8449,'5'-9'-84,"0"-1"1,0 0-194,1 2 0,-4-4 1,2 2 350,-2-3 1,-2 4 363,0-1-320,0 7 1,-5-2 0,-1 10 0,-1 5-57,1 2 1,-4-2 0,4-1 0,-2 3-61,-3 0 0,3 3 0,0-1 0,1 1 13,4-1 0,-3 0-137,1 1 1,-1-1-161,1 1 74,3-7 1,2-4 50,10-8 1,1-4 0,0-7 56,-1 1 0,-2-1 0,1 1 1,-2 1 31,-1 4 0,-4-4 0,4 5 75,1 0 1,-6 0 85,4 3 1,-3 5-74,-2 0 0,0 6 0,0 9 1,0-1-43,0 1 1,0-1 0,0 0-190,0 1 0,0-1 1,1 1 210,4-1 0,22 0 0,11 1 0</inkml:trace>
  <inkml:trace contextRef="#ctx0" brushRef="#br1" timeOffset="578">9581 17251 6367,'0'-14'1034,"2"6"1,1 5-1105,2 6 1,0 5-1,-5 6 13,0 1 1,0-1 0,0 1-8,0-1 1,0-4 0,0-1-32,0 2 1,1-4 0,3-1 61,0 1 1,3-6 29,-2 4 0,-4-5 0,6-3 0,-3-4-87,1-1 0,2 0 0,-4-3 0,3 2-32,2-3 0,-3 1 1,5 0 122,1 1 1,-3 6 0,1-4 112,3 1 1,-5 4-40,3 8 1,-7 3-1,2 6-28,-3 1 0,2-1 0,1 0 0,-2 1-140,-1-1 1,-2 1 0,2-1-1,1 0-113,2 1 1,4-6 0,-2-1 205,1-1 0,40-54 0,-17 15 0,0 0 0</inkml:trace>
  <inkml:trace contextRef="#ctx0" brushRef="#br1" timeOffset="579">10056 16964 7128,'0'14'233,"0"0"0,-5 1 0,1 1 0,0 3-162,3 5 0,1 3 1,-2 4-1,-1 1-29,-2 1 1,0 10 0,5-3 0,0-1-2,0-3 1,0 4 0,0-3 0,0 0-420,0-4 1,0-2 0,0-4 0,-1-3-99,-4-5 1,3-3 475,-2-1 0,2-7 0,2-2 0</inkml:trace>
  <inkml:trace contextRef="#ctx0" brushRef="#br1" timeOffset="580">9912 17280 8305,'7'-14'-598,"-4"-1"233,7 1 1,-6 1 0,6 4 469,1 4 1,2-1-1,1 1 1,1 2-20,-1 1 1,0 2 0,1 0 0,-1 0 20,1 0 0,-1 6 0,0 4-8,1 3 1,-6-1-1,-1 0 1,0-3-19,0 2 1,-4 2 0,0 2-1,-2-1-75,-2 0 0,0 1 0,0-1-49,0 1 1,0-1 0,0 0-260,0 1 0,0-6 0,0 1-236,0 1 538,0-4 0,-13-20 0,-3-11 0</inkml:trace>
  <inkml:trace contextRef="#ctx0" brushRef="#br1" timeOffset="581">10171 17036 6850,'-8'6'-124,"2"2"0,6 6 1</inkml:trace>
  <inkml:trace contextRef="#ctx0" brushRef="#br1" timeOffset="582">10401 16964 7864,'-8'-15'65,"2"7"1,1 8 0,0 10 0,2 3 63,2 1 1,1 5 0,0 2 0,0 0-96,0 0 1,0 4-1,0-1 1,0 3-59,0 2 0,1-5 0,2 2 0,2 2-142,-2 4 1,-1-3 0,-2-5-1,0 2-119,0 1 1,5-3 0,0-2-1,-2-1-119,-2-3 1,-1-2 403,0-2 0,-12-19 0,-4-4 0</inkml:trace>
  <inkml:trace contextRef="#ctx0" brushRef="#br1" timeOffset="583">10344 17180 8406,'14'-5'-741,"1"-2"258,-1-1 1,-4 5 0,-1-2 502,2 4 0,-3 1-33,2 0 1,-2 1 0,3 3 0,-3 2-2,-1 2 0,-3-3 0,-2 3 0,1 0-33,2 0 1,1 0 0,-2 3-57,0-2 1,1-4 39,-5 5 62,7-7 0,1 3 2,6-6 1,-4-1 0,-2-4 23,-2-5 1,4 2 0,-4-1 41,2-2 1,-3 3-1,3-2 61,-2-1 1,0 5 0,-2-1 270,0 1 1,3 4 306,-2-3-560,-4 4 1,6 2 0,-7 4-67,0 5 0,0-2 0,1 0 1,2 0-86,2 0 0,6-3-78,-1 4 0,3-6 1,1 2 26,1-3 0,-1-2 0,0 0 0,1-2-40,-1-3 0,1 2 0,-1-6 49,0-3 0,1 6 0,-3 0 40,-2-1 1,-4 7 79,-6 0 0,0 7 0,0 9 0,0 1 61,0 2 1,-1 8 0,-4 1-1,-3 7-114,0 6 1,-5-1 0,4 8 0,-4-1-88,-1 1 0,2-2 0,0 5 0,-4-3 11,0-6 0,0-1 0,1-7 0,-1-2-57,-3-2 0,3-7 0,-5-6 0,2-6 113,0-6 1,0-5-1,4-5 1,1-4 84,0-4 0,6-6 0,1-2 0,2-1-37,1-4 1,-1 0 0,5 1 0,0 2-66,0 3 0,1-4 0,3 3 0,2 0-219,2 0 0,0 1 0,3 2 1,0-1-602,5 1 837,-1 2 0,57-11 0,-33 12 0,0 0 0</inkml:trace>
  <inkml:trace contextRef="#ctx0" brushRef="#br1" timeOffset="584">11423 17194 7576,'-10'0'11,"1"0"0,1 6 1,-3 4-1,3 4 207,1 5 0,-2-1 0,4 4 0,2 1-104,1-1 1,-3-3 0,0 5-1,2 0-121,2-1 1,1-1-1,1-4-53,4 1 0,3-2 0,6-7-35,1-5 1,-1-4 0,1-2 0,-3-4-23,-2-5 1,3-2-1,-5-3 1,1-1-25,1-3 0,-7 2 1,3-7-1,-1-2 62,0-1 0,0 3 1,-5 0-1,0-2 50,0-1 1,-5-2 0,-1 1 0,-1 0 109,1 4 1,-4-3 0,6 3-1,-1-3 28,-2-2 1,6 7-1,-4 3 78,3 3 1,4 3-135,3 3 0,3 6 0,6 8 6,0 6 1,-4 4 0,-2 4 0,0 3 25,0 1 1,-3 2-1,3 5 1,0 0-4,0-1 0,-5 1 1,2 0-1,-2 1-35,2 4 1,-4-2 0,4 6 0,-3 2-65,-2 2 0,-2 1 0,-1 0 0,-3 0-23,-2 0 1,4 1 0,0-3 0,2-1-63,2-2 1,0-12 0,0-2 64,0-6 0,6-10 0,4-4 0,4-2 33,6-2 1,-4-8 0,3-5 0,-2-6-27,3-3 0,-4-1 0,3-2 1,-3 1 7,-2-2 1,-4 4 0,-2-2 0,-2-2 73,-3-1 0,-1 3 1,-4 2-1,-3 1-92,-4 3 1,-10 4 0,-7 4 0,-6 6-239,-6 2 0,-5 8 278,-5 4 0,-1 12 0,-5 7 0,-6 2 0,-1 0 0</inkml:trace>
  <inkml:trace contextRef="#ctx0" brushRef="#br1" timeOffset="585">12603 16921 8088,'1'-23'-236,"4"4"1,-3 3-1,2 2 805,-2-1 1,-2 6-322,0-1 0,0 8 0,0 2-156,0 8 1,0 5 0,0 3 0,-2 2-23,-2 1 1,0 8-1,-4 0 1,0 5-73,0 0 0,4-1 0,-4-3 0,0 1-62,0 0 1,3 0 0,-3 0 0,0-1-172,0 1 0,3 0 0,-3 0 1,0-1-173,0 1 1,3-5-1,-3-1 1,0-3-739,0-2 1145,5-2 0,-10-27 0,5-7 0</inkml:trace>
  <inkml:trace contextRef="#ctx0" brushRef="#br1" timeOffset="586">12372 17309 8329,'0'-14'-25,"0"-1"1,0 1 14,0-1 0,0 1 2,0 0 0,2 1 0,3 2 20,4 1 1,6 5-1,2-3-22,3 2 1,-1 1 0,-3 5-1,1 0-102,3 0 1,5 0 0,-2 0 0,0 0-296,1 0 407,0 0 0,18 0 0,3 0 0</inkml:trace>
  <inkml:trace contextRef="#ctx0" brushRef="#br1" timeOffset="587">12718 17194 8329,'6'-14'-688,"-3"1"1,7 3 805,1 5 1,2 4-1,0 2 1,-1 3 44,3 0 1,-4 12 0,8-1-1,-3 1-140,-1 0 1,-6 3 0,1 2 0,-1-1-65,-1 1 1,4-2 0,-8-3-1,0 2-247,-3 1 0,-1 0 210,0-4 1,-1-2 0,-4-4 129,-5-4 0,2-10 0,0-6 9,2-7 1,1 2 0,5-3-1,0 3-20,0 2 1,0-5 0,0-1 0,0 3-113,0 1 1,6-3 0,4-1-145,3 3 0,-4 1 1,1 3-1,1 4 215,2 4 0,21 10 0,4 3 0</inkml:trace>
  <inkml:trace contextRef="#ctx0" brushRef="#br1" timeOffset="588">13149 17223 6688,'-8'-8'784,"0"1"-746,4 7 0,0 0 1,-4 2-28,2 3 1,0-2 0,2 6-8,0 3 1,-6 0 0,5 3 3,2-1 0,1-4-25,2-1 1,0-4-193,0 5 0,2-9 129,3-1 0,1-1 0,5-9 1,-1 1 14,1 1 0,0-5 0,1 3 0,-3-1 53,2 1 1,-3-1 0,0 5 0,0-1 89,0 1 1,-4 0 0,2 3 156,0-2 0,-4 2-118,3 7 0,-4 4 0,-1 7-98,0-1 1,0 0 0,0 1-1,0-1-106,0 1 0,0-1 0,0 0 0,0 1-221,0-1 1,0 1-1,0-1 308,0 0 0,26-25 0,6-6 0</inkml:trace>
  <inkml:trace contextRef="#ctx0" brushRef="#br1" timeOffset="589">13365 17223 8329,'0'-15'-522,"0"1"555,0 6 1,0 8 0,0 10 0,-1 2-58,-4 3 0,3-1 1,-3 0-1,2 2-84,-2 4 0,4-4 1,-4 3-1,2-3-82,-2-2 0,3 1 0,-2-1 190,2 0 0,-11 1 0,-3-1 0</inkml:trace>
  <inkml:trace contextRef="#ctx0" brushRef="#br1" timeOffset="590">13380 17122 8329,'8'-14'0,"-2"-1"0,-4 1 0,1-1-712,2 1 0,-1 4 629,-4 1 1,0 7 69,0 2 0,0 8 0,0 10 0,0 1 13,0-1 0,0 49 0,0 11 0</inkml:trace>
  <inkml:trace contextRef="#ctx0" brushRef="#br1" timeOffset="591">13624 17280 8054,'-9'0'-762,"-1"2"701,-1 3 1,4-2 0,1 5-1,1 0 252,0 0 1,1 1 0,4 6-180,0-1 0,0 1-66,0-1 49,0 0 0,6-6 0,4-3 0,1-5-23,-2-5 0,4-3 0,-3-6 0,3 0-14,1-1 0,0-1 0,1-1 0,-1-3-5,0 3 1,1-1 0,-1 1 0,1-3 3,-1 3 1,0 6 0,1 1 37,-1-1 1,1 5 54,-1 1 1,-6 10 0,-3 4-1,-4 4-12,-1 1 0,0 2 1,0 2-1,0 1-21,0-1 1,0 2-1,0 0 1,0-3-135,0-1 0,0 0 1,2 2-1,1 1-215,2-1 1,1-4 331,-1-4 0,3-4 0,6-6 0</inkml:trace>
  <inkml:trace contextRef="#ctx0" brushRef="#br1" timeOffset="592">14027 17266 8300,'8'-8'-1476,"-2"3"1635,-6 10 0,0-2 1,0 7-1,0 1-144,0 2 0,0 1 1,0 0-1,-1 2-132,-4 4 0,3-4 0,-2 3 1,2-3-252,2-2 0,-2 1 368,-2-1 0,-4-6 0,-7-2 0</inkml:trace>
  <inkml:trace contextRef="#ctx0" brushRef="#br1" timeOffset="593">14056 17165 8277,'0'-14'0,"0"-1"-543,0 1 1,5 0-1,-1-1 346,0 1 0,-3-1 291,-1 1 0,0 8-126,0 6 1,0 11 0,0 8 31,0-1 0,0 36 0,0 8 0</inkml:trace>
  <inkml:trace contextRef="#ctx0" brushRef="#br1" timeOffset="594">14286 17338 8277,'-14'0'-137,"-1"0"0,6 0 1,-1 1-47,-1 4 0,0-2 0,1 7 227,5 1 1,4-3-1,1 2-75,0 1 0,0-3 0,1 0-49,4-2 1,-2-1 0,7-5-10,1 0 0,2-6 1,1-4 70,1-3 0,-3-1 0,0 0 0,-3-1-1,2 1 1,2-1 0,0 1-1,-2 0 15,-1-1 0,-1 1 1,6 1-1,-3 2 27,-2 1 0,3 5 1,-4-4 0,-1 6 0,0 0 0,-1 6 32,-4 6 0,-1 4 0,-2 1 0,0 1-14,0-1 0,0 5 1,0 1-1,0-3-26,0-1 1,4-1 0,1-1 0,-2 2-130,-1 3 1,-2-8-1,2 4 1,1-2-132,2-1 0,-1 3 0,-2-3 244,3-2 0,-4-10 0,6-8 0</inkml:trace>
  <inkml:trace contextRef="#ctx0" brushRef="#br1" timeOffset="595">14789 17151 8277,'-4'-15'-379,"-3"3"226,-1 2 1,-1-1-1,-6 6 299,1 2 0,4 3 1,1 5-1,-1 4-104,2 4 0,-3 1 0,5 1 0,-1-1-12,1 1 0,-1-1 0,4 0 1,-2 1-42,2-1 1,2-4-1,1-1 3,0 2 0,1 1 0,4-3-16,5-4 1,-2-3-1,1-2-22,2 0 0,2 0 0,2-2-341,-1-3 0,0 2 229,1-7 1,-3 6-1,0-4 86,-3 1 1,-4 2 130,5 5 1,-7 2 0,2 3 0,-4 6 91,-1 7 1,0-1-1,0 9 1,0 3-80,0 3 0,-1 8 1,-3-2-1,-2 3-17,-2 3 0,-2 4 0,-4-2 0,0-3-16,-1-3 1,-1-6 0,-1 1 0,-4-3-20,-1-5 0,2-3 1,-4 0-1,0-6 40,2-7 1,-5-3-1,3-5 1,-3 2 14,-2-2 1,5-8 0,2-4-1,1-6 9,3-4 0,4 1 0,3-4 0,3 0-40,1-1 0,1 4 0,3-5 0,-2 0-184,2 2 1,3-4-1,4 7 1,6 0-144,3-2 0,1 5 0,2-5 0,3 2 283,5 0 0,17 2 0,10 2 0,3 0 0,0-1 0</inkml:trace>
  <inkml:trace contextRef="#ctx0" brushRef="#br1" timeOffset="596">15538 17352 8237,'0'-14'-98,"0"-1"1,0 1 0,0 0 0,0-1 193,0 1 1,0-1 0,0 1 139,0 0 1,-2 4 0,-3 2-131,-4 2 1,-4 1 0,-2 5 0,1 2 14,0 2 1,-1 4-1,1 8 1,-1 2-124,1 1 1,0 2 0,-1-4 0,3 3-2,2-3 0,2 4 0,5-2 0,-2-1-40,2-2 1,1-2 0,2 1-3,0-1 1,5-4 0,1-3-1,2 0 3,4-4 0,5-8 0,4-4 0,0-4-96,-1-1 1,4-2-1,-3-4 1,0-2 26,0 0 0,0-6 0,-4 4 1,2-3 34,-1-2 0,-4-1 0,-3-2 0,-3-3-23,-1-2 1,2 5-1,-4-3 1,-2 1 0,-1 1 0,-2-7 1,-2 3-1,-1-1 22,-2-1 0,-1 3 1,3-3-1,-2 6 65,2 2 1,-4 9 0,1 4 92,-2 7 1,5 11 0,-3 10 0,1 4 87,0 5 0,-5 5 0,6 8 0,-1 3-5,-2 2 0,6-5 0,-4 3 0,3-1-63,2 0 1,0 5 0,0-2-1,0 0-140,0-3 0,2 1 0,1-2 0,4-1-151,1-1 1,1-3 0,6 1 0,-1-2-20,0-3 1,1-1-1,-1-7 1,0 0-359,1-3 1,-1-9 565,1 1 0,12-10 0,3-3 0</inkml:trace>
  <inkml:trace contextRef="#ctx0" brushRef="#br1" timeOffset="597">15940 17194 8017,'-4'-14'-557,"-1"-1"1,-2 6 754,3-1 0,-4 7-84,-7-2 0,1 10 0,1 4 0,2 4-46,1 2 1,6 1 0,-4 1-1,0 2-50,0-1 1,4-2 0,-2-2 0,1 1-97,0-1 1,1 0 0,4 1-22,0-1 0,0-4 11,0-1 0,6-7 0,4-2 2,2-8 0,-2-5 0,-2-1 1,0 1-21,0 3 0,-3-7 0,4 2 65,2-1 1,-3 0 0,2 2 69,1 0 0,-3 6 135,2 3 0,-5 5-82,4 5 0,-6-2 0,2 6 0,-3 4-108,-2 5 1,0-2 0,1 3 0,3-3-115,0-2 0,3-4 0,-4 0 0,3 1 140,2 2 0,28-31 0,10-8 0</inkml:trace>
  <inkml:trace contextRef="#ctx0" brushRef="#br1" timeOffset="598">16171 16877 8237,'0'-8'-333,"-2"4"0,-1 8 0,-2 6 533,2 3 0,1 3 0,1 3 0,-3 5-144,0 3 1,-1 2-1,5 0 1,0 1-77,0 4 1,-5-4-1,0 5 1,2-1-18,1-1 0,2 1 0,-1-5 1,-2-1-334,-2 1 1,0-5 0,5-1-159,0-3 528,0 0 0,-13-32 0,-3-5 0</inkml:trace>
  <inkml:trace contextRef="#ctx0" brushRef="#br1" timeOffset="599">16012 17165 7799,'-8'-14'-386,"4"-1"1,2 6 443,2-1 0,6 7 0,4-2 0,3 2-56,1-2 0,2 4 1,2-4-1,2 3-138,3 2 1,-1 0-1,4 0 1,-2 0-76,1 0 0,1 0 1,0 0 210,-3 0 0,1 19 0,5 5 0</inkml:trace>
  <inkml:trace contextRef="#ctx0" brushRef="#br1" timeOffset="600">16386 17223 8237,'2'-13'-413,"3"3"1,-4-2-1,4 2 451,-3-3 0,-2 4 0,0-1 226,0-1 1,0 3-59,0-2 0,0 5-124,0-4 0,-7 7 0,-2 2 0,-2 8 23,1 5 0,-3-2 0,4 2 0,-4 3-54,-2 0 0,1 0 1,1 0-1,2 1 36,2 3 0,4-1 0,-3-5-207,1 1 0,3-1 71,4 0 0,6-6 0,4-3-32,2-3 1,3-9 0,-1-2 0,2-4-67,3-1 1,-3 4-1,3 0 1,-3-1 107,-1-2 1,-6 1 0,1 0-1,0 3 16,-2-2 0,4 4 80,-2 3 0,3 4-13,1 4 0,-6 4 0,-3 7 0,-2-1-869,2 0 825,-4 7 0,44 14 0,3 10 0</inkml:trace>
  <inkml:trace contextRef="#ctx0" brushRef="#br1" timeOffset="601">17422 17295 8315,'-14'0'-531,"-1"0"1,6 0 929,-1 0 0,7-2-104,-2-3 0,4-3 0,1-6-156,0-1 1,1 1-1,3 0 1,2-2-91,2-3 1,-5 1 0,3-4 0,-1 1-77,0 3 1,5-4 0,-4-2 0,0-3-41,1-2 1,2 2 0,-2 0 0,1-1-35,3-2 1,2-2-1,1 3 1,1 0 26,-1 1 1,-1 5-1,-2 4 1,-1 5-59,1 4 1,-3 4 93,1 6 1,-1 6 0,2 5 0,-5 7 76,-4 6 0,-7 3 1,-4 2-1,-4 0-27,-5-1 1,1 1 0,-4 2 0,-1 1-19,1 1 1,-2 1 0,-5-6 0,0 1-6,1 0 1,-1-2-1,0-1 1,0-4 14,1-1 0,5-4 1,4-7 39,3-5 1,5-4-66,6-1 1,2-6 0,14-4 0,3-2-88,4-3 0,6 1 0,-3 1 0,1 2-57,4 1 1,1 1-1,2-6 1,-1 3-114,1 2 0,5-1 0,1 4 278,2-1 0,7 1 0,8-2 0,5-2 0,1 0 0</inkml:trace>
  <inkml:trace contextRef="#ctx0" brushRef="#br1" timeOffset="602">18055 17136 8315,'0'-14'-349,"-5"4"1,1 1 690,0-2 1,-3-1-86,-3 3 0,2 2-200,-2 7 1,6 12-1,-4 2 1,0 4-17,0 2 0,3 1 0,-3 5 0,1-2-69,4 1 0,2-2 1,1-1-1,0-1-68,0-4 0,0-1 0,1-1 67,4-1 0,5-1 0,7-3 0,2-7-44,-1-6 0,4-4 0,1-6 0,1 1 8,0-4 0,-5-4 0,3 3 0,-1-4 2,-3-1 0,-2-1 0,-4-2 0,0 2 54,-3 3 0,-6-4 0,2 4 0,-3 3 10,-2 1 0,-8 6 0,-5 2 0,-6 2-33,-4 3 1,4 1 0,-5 2 0,0 2-55,2 2 0,-4 4 0,7 7 0,1-2-215,3-4 1,2 4 0,3-3 300,5 2 0,29 3 0,8-1 0</inkml:trace>
  <inkml:trace contextRef="#ctx0" brushRef="#br1" timeOffset="603">18314 16949 8315,'8'-6'-15,"-1"3"0,-7-7 292,0-1-73,0 5 1,0 6 0,0 9-1,0 6-139,0 4 1,0 3 0,0 7 0,0 0-105,0-1 1,0 6 0,0 1 0,0 0-42,0 1 1,0 3 0,0-2 0,0 2-141,0-1 0,0 4 0,0 2 0,0-2-29,0-1 0,-5-4 0,-2 0 1,1-2-96,0-3 0,-4-8 0,5-5 344,2-3 0,1-65 0,2-17 0</inkml:trace>
  <inkml:trace contextRef="#ctx0" brushRef="#br1" timeOffset="604">18285 17280 8315,'0'-24'0,"0"2"0,0 0-482,0-1 1,0 6 0,2-3 526,3 4 0,3 4 1,6 2 35,1 5 1,-1 4 0,0 1 0,1 0 15,-1 0 1,1 0-1,-1 1 1,0 2 2,1 2 1,-1 5 0,0-4 0,1 1-50,-1-1 1,-4 5 0,-2-1-33,-2 3 0,-1 1 1,-7 0-1,-1 1 0,-2-1 1,-6 0-1,0-1 1,-5-2-73,-3-1 0,0 0 0,3 2 1,-2 0-155,-1-3 0,0-1 0,4 3 0,1-3-316,0-1 1,-1 2 522,1-4 0,28-35 0,15-18 0,0-4 0,0 0 0</inkml:trace>
  <inkml:trace contextRef="#ctx0" brushRef="#br1" timeOffset="605">18703 16863 8315,'0'-14'-1029,"0"4"1079,0 0 0,-2 7 0,-1 0 1,-2 6 166,2 7 1,0 3-1,0 3 1,-2 3-144,2 5 1,-4-2 0,2 2 0,2 2-48,2 1 0,-1 6 0,-1 1 0,-2-2-17,2-2 1,1-1 0,2 2 0,0 0-255,0 3 0,0 0 0,0-7 0,0-2-140,0-1 0,0-6 0,0 1-300,0-3 684,7-1 0,13-39 0,11-10 0</inkml:trace>
  <inkml:trace contextRef="#ctx0" brushRef="#br1" timeOffset="606">18616 17122 8315,'8'-6'0,"5"2"0,-3-5-139,3-2 0,1 4 0,0 2 0,1 4 126,-1 1 0,0-5 0,1 0 0,-1 2 75,1 1 1,-1 7 0,0 2 0,-1 1 11,-3 3 0,1 2 0,-5 1 0,1 0-51,-1 1 1,-1-1-1,-5 1 1,0-1-61,0 0 0,0 5 0,-2 1 0,-1-3-294,-2-1 1,-6-1 0,2-1-174,-4 0 0,3-1 504,1-3 0,5-4 0,-2-6 0</inkml:trace>
  <inkml:trace contextRef="#ctx0" brushRef="#br1" timeOffset="607">18890 16949 8279,'0'-14'-784,"0"0"1,0 7 0,0 7 783,0 8 0,0 5 0,-7 59 0,3-29 0,0 0 0</inkml:trace>
  <inkml:trace contextRef="#ctx0" brushRef="#br1" timeOffset="608">19048 17122 8279,'-2'-8'-772,"-2"3"1,2 5 880,-3 5 1,4-2-1,1 7 1,0 1-108,0 2 0,0-4 1,0 1-1,0 1-22,0 2 1,0-3 0,1-2-1,2-1-17,2 1 0,2-4 29,-3 0 0,0-2 0,5-2 4,2 0 0,-3-2 0,2-2 12,1-6 0,-3-1 1,2 0-1,-1 1-3,-1-1 0,5 0 0,-3 0 0,2 1-6,3-1 1,-6 4-1,1 1 27,1 0 1,-3 4 54,2-3 1,-7 5-1,2 5-24,-4 5 0,-1 2 0,-1 3-20,-4-1 1,3 1 0,-2-1-39,2 0 1,2-4-81,0-1 65,0-5 1,2 2 0,1-8 0,3-1-8,2-2 0,-3-6 1,5 3-1,1-1-36,2-1 0,1 1 0,0-4 60,1 3 1,-1-1-1,-1 5 1,-2-1 17,-1 1 0,-6 1 0,6 5-5,1 0 1,-4 2 0,-3 2 1,0 4 0,-1 7-53,2-1 1,-1 1-1,-4-1 1,0 0-311,0 1 0,0-1 347,0 0 0,0 1 0,0-1 0</inkml:trace>
  <inkml:trace contextRef="#ctx0" brushRef="#br1" timeOffset="609">19623 17136 8467,'-14'2'22,"0"3"0,4 3 0,2 6 144,2 1 0,1-1 0,3 0-630,-2 1 0,2-1 0,-3 0 464,4 1 0,26-39 0,7-10 0</inkml:trace>
  <inkml:trace contextRef="#ctx0" brushRef="#br1" timeOffset="610">19667 16964 8266,'0'-10'0,"-2"1"-693,-3-3 1,2 6 562,-7 1 1,7 5 0,-2 5 88,4 5 1,1 2 0,0 4 40,0 3 0,-7 49 0,3-26 0,0 0 0</inkml:trace>
  <inkml:trace contextRef="#ctx0" brushRef="#br1" timeOffset="611">19767 17151 7647,'0'-15'-692,"0"1"0,0 4 781,0 1 1,7 4 0,2-3-1,4 2 192,1 2 0,1 3 1,-1-1-1,2-1-137,3-2 1,-3 0 0,4 5 0,-3 0-83,2 0 1,-3 0-1,2 2 1,-5 1-30,-4 2 1,-5 1 0,0-1 0,-2 5 35,-2 3 0,0-4 0,-2 1 0,-2 1-133,-6 2 1,-3 6 0,-1 0 0,-2-1 0,-3-2 1,3-2 0,-4 0 0,4 1-59,2-1 1,1 1 0,2-3 0,3 0-130,2-3 0,-4-4 50,5 5 0,2-2 146,8 1 0,3-2 0,6-7 1,1 1 72,-1 4 0,-4-2 1,-1 5-1,1 0 70,-2 0 0,3 2 0,-6 6 1,-2 3 1,-1 5 1,-2-2-1,0 4 1,0 3-39,0 3 0,-7 6 1,-4-3-1,-5 0-68,-3 0 1,-7 4 0,4-4 0,-2 0-20,0 0 1,0-3-1,-3-8 1,1-4 34,2-5 1,7-7 0,-3-3 61,4-3 1,8-9 0,2-2 0,1-4-38,0-1 0,2-2 1,6-2-1,4-3-34,1-1 1,1 3-1,6-5 1,-1-2-50,1-1 1,-1 3 0,0 2 0,2-1-68,4 1 1,-4 0-1,4-4 1,0 2-38,-1-2 0,6-1 0,-1 0 1,3 1 86,2 3 0,0 0 1,0-1-1,1 3 58,4 1 1,-9 4-1,4-4 1,-3 6 83,-4 4 0,-1-1 0,-7 5 72,1-2 0,-1 0 0,-1-3-82,-4 1 1,2 5 0,-6-4-51,-2-3 1,-1 4-1,-2-1-115,0-2 0,0 3 0,-2 0 18,-2 1 0,-4 3 0,-7 4 1,1 0 114,0 0 0,-1 0 0,1 1 0,-1 4 80,1 5 0,0-2 1,1 1-1,2 2 8,1 2 0,5 1 0,-3 1 0,2-1-45,3 1 0,1-6 0,2 1 1,0 1-61,0 2 0,6 1 0,4-1 0,4-2-77,6-1 0,-3-2 0,7 1 0,2-2-394,1-1 1,2-4 461,-1 3 0,52-10 0,-33 1 0,-1 0 0</inkml:trace>
  <inkml:trace contextRef="#ctx0" brushRef="#br1" timeOffset="612">21062 16777 8241,'-9'-8'527,"1"4"-401,1 8 1,-2 4 0,2 6 0,1 2-28,-1 3 1,1 4 0,3 5-1,-2 0-171,2-4 0,0 4 0,-1-1 0,0 5-38,0 0 1,3-1-1,-1-2 1,-1-1-55,-2 1 1,-6 0 0,1 0-1,-1-1 57,2 1 1,-4-5 0,3-1-1,-4-3 107,-5-2 0,-4-21 0,-5-7 0</inkml:trace>
  <inkml:trace contextRef="#ctx0" brushRef="#br1" timeOffset="613">20717 17079 7717,'0'-15'-437,"1"7"1,4 2 606,5 0 1,-2 4 0,3-3 0,3 4-43,4 1 0,6 0 1,-3 0-1,1 0-40,4 0 0,2 0 0,4 0 0,2 0-54,-2 0 1,-2-2 0,-1-1 0,0-4-59,0-1 0,-5-1 0,0-6 1,0 1-39,-2 0 1,0-1-1,-4 3 1,1 0 9,-1 3 0,-7-1 0,-3-4 0,0 1 88,0 3 3,-5-2 0,2 10 1,-10-1-1,-4 4 30,-4 4 0,-2 8 1,1 0-1,-2 6 73,-3 3 1,3-2 0,-3 2 0,3 0-102,1 1 0,1-4 0,-1 5 0,1 1-16,0 3 1,4-4 0,1 0 0,-1 0-80,2-2 0,0 3 0,5-5-321,-2-3 297,0-1 0,12-9 1,2-6 20,4-4 0,0-8 0,-2 1 0,-2-3-4,3-1 1,-1 0-1,0-1 1,-1 1-3,1 0 0,-3 4 0,0 0 0,0 1-61,0 1 0,-3 1 128,4 7 1,-4 0 17,5 0 1,-7 7 0,2 2 9,-4 4 0,-1 2 0,0-1 0,0 0-26,0 1 1,5-1 0,1-1 0,1-2-62,-1-1 1,5-1-288,-1 6 0,3-6 0,1-1-505,0-1 847,1-3 0,6-36 0,1-8 0</inkml:trace>
  <inkml:trace contextRef="#ctx0" brushRef="#br1" timeOffset="614">21407 17208 8126,'-14'0'-1084,"0"0"1564,6 0 0,3 0-419,10 0 0,3 0 0,6 0 1,0 0-55,1 0 0,-1-1 0,1-2-67,-1-2 1,0-2 0,1 4 0,-1-3-226,1-2 0,-1 3-374,0-5 636,-6 1 0,-3 1 0,-10 3 0,-4 3 225,-4 2 1,-3 0 0,-2 2-1,-1 1 105,2 2 1,1 6-1,1-1 31,1 3 1,1 1-1,3 0-429,6 1 0,8-1 1,8-1-1,5-2 91,7-1 0,34-23 0,14-10 0,6 3 0,0-1 0</inkml:trace>
  <inkml:trace contextRef="#ctx0" brushRef="#br1" timeOffset="615">22227 17079 8308,'13'-15'0,"-2"1"-21,-1 0 0,-2 4 0,3 0 114,-1-1 1,-5 5 0,3-1-44,-2 1 1,0 4 0,-2-1 0,0 6-16,0 7 0,-3 3 0,-1 1 0,-1 1-11,-4-1 1,3 5 0,-4 0 0,1 1-89,0 0 0,0-4 0,5 4 0,-1-4 49,-4-2 0,3 0 1,-2 1-1,2-1-64,2 0 1,0-4 42,0 0 1,6-7 0,4 2-14,3-4 0,1-7 0,1-4 1,1-3-65,3-1 0,-2-5 0,6 0 0,-3 1 42,-2 2 0,3 2 0,0-1 0,-1 1 38,1 0 1,-6 6 0,-6 1 38,2 1 1,-3 4 0,0-1 43,-1 6 0,-2 5 0,-5 7 19,0-1 0,-5 0 0,0 1 0,2-1-35,1 1 1,2-6-1,2 1-8,3 1 0,-2-5 1,6-1-29,3-3 1,0-2-1,3 0 1,-1 0-30,0 0 0,1-7 0,-1-1 0,1-1-81,-1-1 1,0 1 0,1-6 0,-1 1-31,1-1 0,-3 6 1,0-1-1,-3 1-214,2 1 0,-4-5 356,-2 3 0,-10-3 0,-3-1 0</inkml:trace>
  <inkml:trace contextRef="#ctx0" brushRef="#br1" timeOffset="616">22875 17180 8248,'-15'0'-169,"6"0"375,-1 0-400,7 0 1,-3-2 0,7-1 136,4-2 1,3-5 0,5 4 0,-2 0-105,-1-1 0,-1-2 0,6 2 61,-1-1 1,-1-1 0,-2-4 0,-3 2 11,-2 1 0,-1 5 87,-5-4 0,-6 5 125,-4 0 1,-3 4-1,1 4 1,0 4-29,3 0 1,4 5 0,-3-3 0,2 3-50,2 1 1,3 0-1,1 1 1,0-1-29,0 1 1,0-6 0,0 1 0,1 1-38,4 2 1,3 1-1,7-1-8,-1-4 0,0 3 1,1-8-1,1 0 11,3-3 0,-3-1 0,3 0 0,-3 0-17,-1 0 0,-1-1 1,0-4 11,1-5 1,-1-3 0,0-1 0,1 1 18,-1 4 0,-4-4 0,-2 3 0,0-1 60,0 2 0,-5-4 55,2 3 0,1 2-36,-1-1 1,-2 5-1,-6 1 1,-3 6 23,-2 7 1,0-2 0,-4 2 0,4 1-54,2 2 1,-5 1 0,3 0 0,0 1-85,3-1 0,-1 0 1,1 1-1,0-1-514,-1 1 1,4-1-410,-3 0 958,4 1 0,20-39 0,5-10 0</inkml:trace>
  <inkml:trace contextRef="#ctx0" brushRef="#br1" timeOffset="617">23249 16935 8308,'0'-10'-1533,"0"1"1533,0 6 0,6 54 0,2 21 0</inkml:trace>
  <inkml:trace contextRef="#ctx0" brushRef="#br1" timeOffset="618">23494 17165 8308,'-10'-6'-561,"0"-4"0,6 4 0,-6 1 698,-1 3 1,3 2-1,-2 0-26,-1 0 1,3 5 0,0 2-1,0 1-92,0 3 0,5 2 0,-4 1 17,1 0 1,4-4 0,-2-1-51,2 3 1,4-6-11,2-1 0,0-4-18,5-1 1,-4 0-57,5 0 1,-1-4 0,4-3-6,-3-1 0,-2 5 86,-4-2 0,0 4 0,4 2 112,-2 4 1,-1-2-1,-5 7 1,0 3 15,0 4 0,-7 1 1,-1 6-1,-1 1-27,-1 3 0,1 2 0,-6 2 0,1 3-9,-1 2 0,-4-5 0,0 1 1,0-2 15,-2-2 0,5-7 1,-5-1-1,2-4 2,0-2 0,0 1 0,4-12 0,1 0-95,0-3 0,-1-1 0,1 0 0,1-1-78,3-4 1,-1-3 0,6-6-238,2-1 1,2 6 0,2-1 0,6-1-979,7-2 1295,0-1 0,22-18 0,7-8 0,0-4 0,0 1 0</inkml:trace>
  <inkml:trace contextRef="#ctx0" brushRef="#br1" timeOffset="619">23666 16964 8240,'-6'-15'106,"3"7"28,-7 4 0,7 4 1,-4 4-1,3 6-81,-1 3 1,0 7-1,3 3 1,-1 1-3,-2 0 0,-1 0 0,3 5 1,-2-1-46,2 1 1,-4 0-1,1 0 1,0-1-113,-1 1 0,-2 0 1,4-2-1,0-3-97,-1-5 93,4-9 0,-3-5 79,10-10 0,3-3 0,6-6 0,1-2-71,-1-4 1,-1 4-1,-2-4 1,-1 0-4,1 1 0,2 0 1,1 5-1,1-1-25,-1 1 1,0 0-1,1-1 1,-1 2 19,0 4 0,1 2 0,-1 7 130,1 0 1,-7 2-1,-4 3 1,-2 4 65,-2 4 0,0 6 0,0 2 1,0 0-37,0 0 1,-5 3 0,-1-5 0,-1 0-69,1 2 0,1-5 0,5 3 1,0-3-276,0-2 1,0-4 292,0 0 0,26-26 0,6-2 0</inkml:trace>
  <inkml:trace contextRef="#ctx0" brushRef="#br1" timeOffset="620">24127 16849 8282,'0'-15'-283,"0"14"0,0 7 0,0 8 474,0 6 1,-5 5-1,0-1 1,2 3-120,1 2 0,2 1 0,-1 2 0,-3 2-106,0-2 1,-1 0-1,3 0 1,-1 2-93,-2-3 1,-1 0 0,3-2-1,-4-2-151,-1-3 1,3-3 0,-3-7 276,2 0 0,-24-12 0,-2-4 0</inkml:trace>
  <inkml:trace contextRef="#ctx0" brushRef="#br1" timeOffset="621">23940 17136 8269,'12'-14'-115,"-1"1"0,-1 2-12,1 1 0,4 6 0,2-4 0,4 1 40,1 4 0,-2 0 1,2 0-1,0-2-23,1 2 0,-1 1 1,4 2-1,-4 2 110,-1 2 0,30 4 0,3 7 0</inkml:trace>
  <inkml:trace contextRef="#ctx0" brushRef="#br1" timeOffset="622">24429 17237 8269,'9'-5'0,"-1"-1"-57,-1-2 1,4-2 8,-2-4 0,3 0 181,-3-1 2,-2 7 1,-14 2 0,-2 6-114,-4 0 0,-2 6 0,1 2 1,1 2 22,4-1 0,-4 1 0,5 4-68,0 1 1,2-1-1,6 0 1,0 1-14,0-1 1,0 1 0,0-1 75,0 0 0,4 1 0,3-1 0,-1 1 73,0-1 1,4-4 0,-4-1 46,2 2 1,-3 1 0,3-1 18,-1-2 1,-11-1 0,-8 2 0,-9-4-210,-6 1 1,1-6-1,-9 4 1,0-3 29,-4-2 0,-4-21 0,-6-9 0,-5-2 0,1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4.127"/>
    </inkml:context>
    <inkml:brush xml:id="br0">
      <inkml:brushProperty name="width" value="0.05292" units="cm"/>
      <inkml:brushProperty name="height" value="0.05292" units="cm"/>
      <inkml:brushProperty name="color" value="#FF0000"/>
    </inkml:brush>
  </inkml:definitions>
  <inkml:trace contextRef="#ctx0" brushRef="#br0">1582 978 23064,'0'-14'-7431,"0"0"6283,0-1 0,0 1 737,0-1 1,0 1 243,0 0 1,0 4 85,0 0 0,0 6 4,0-6 1,0 5-38,0-4 1,-1 7 105,-4 2 0,-3 7 0,-6 7 0,-1 2 211,1 3 1,-1 3 0,-1 7 0,-3 0-6,-5 0 0,2 4 0,-1 1 1,1 0 13,0 1 1,-2-3 0,-3 6 0,1 0-14,2-1 1,5-2-1,-4-6 1,3 0-3,2 0 1,2-5 0,2-2-1,-1-3 311,1-6 0,4 1 353,1-4-906,-1-4 1,4 1 64,6-7 1,1 0-1,9-2 180,1-3 1,2 2 0,1-5 0,1 2 34,-1 3 1,0-4-1,1 2-1,-1 2 0,1 2 0,-1-1-33,0-3 1,-4 4 0,0-4-68,1 3 0,-3 2 0,1 2-220,3 3 1,-6-2 0,0 5 0,-1 0-254,0 0 1,5-3 0,-4 3 0,0 0-350,1 0 610,4-5 1,16-3-1,11-8 1</inkml:trace>
  <inkml:trace contextRef="#ctx0" brushRef="#br0" timeOffset="1">1597 1410 19528,'-2'-10'-5488,"-1"1"4601,-2-2 0,-1 4 1,3 1 852,-2-1 1,-6 6-1,3-2 641,0 6 1,-5 5-1,5 6-537,0 1 0,-3-1 1,6 0-1,0 1-174,-1-1 0,4 1 1,-3-1-51,4 0 1,1 1-210,0-1 1,1-1 0,4-3 562,5-6 1,2-2 0,3-4 0,-1-2 61,1-6 0,-1 2 1,0-2-1,1-1-164,-1-2 0,0-1 1,-1 0-1,-2-1-281,-1 1 1,-2-1 0,2 1 0,-6 0 87,-2-1 1,-2 1-1,0-1-10,0 1 1,-2 6-1,-2 3 219,-6 4 0,-3 1 0,-1 0 444,-1 0-446,1 6 1,0 2 0,-1 6 0</inkml:trace>
  <inkml:trace contextRef="#ctx0" brushRef="#br0" timeOffset="2">1942 1266 10250,'8'-6'-244,"3"3"1,-6-7-459,-2-1 1,-1-2 477,-2-1 0,-2 6 84,-3 3 1,2 3 220,-6 2 0,4 5 0,-3 1-94,1 2 1,1 2 0,3 4-17,-2 1 0,0-1 0,5 1-36,0-1 1,0 0 0,0 1-11,0-1 0,5-4 0,1-1 49,2 2 1,-4-3-1,2 2 19,0 1 1,-4-3 0,3 2 25,-4 1 1,-2-3-22,-4 2 0,-3-2 1,-6 1-1,-1-2 51,1-1 0,-1-4 0,1 2 6,0-2 1,4-2 0,0 0-279,-1 0 250,5 0 1,31-20-1,20-11 1,3-1-1,0 0 1</inkml:trace>
  <inkml:trace contextRef="#ctx0" brushRef="#br0" timeOffset="3">2259 1266 10250,'-10'-13'-589,"2"2"-76,2 2 0,-4 4 239,5-5 1,-6 7 444,1-2 0,4 5 0,1 5-35,4 5 1,1-2 0,0 1-30,0 2 1,0 2 0,0 2 30,0-1 0,0-4 0,0-1 1,1 1-53,4-2 0,-3 4 0,4-2 54,0 3 0,-4-4 1,3 1 66,-4 1 1,-1 2-12,0 1 0,-6 1 0,-4-2 0,-2-4 0,-3 4 0,-1-5 0,-1 2 23,-3-1 1,0-6 0,2 4 0,-1-2-29,1-1 1,4 3 0,3-4-132,1 2 1,9 0-238,1-5 367,6 0 0,43-15 0,19-9 0,3 0 0,0 0 0</inkml:trace>
  <inkml:trace contextRef="#ctx0" brushRef="#br0" timeOffset="4">2733 1309 10250,'0'-9'-1534,"0"-1"1,7 1 1669,2-6 1,-1 7-1,2 2 1,1 1 20,2 0 0,-4-6 1,1 3-1,3-2-117,4 1 0,-1-1 1,4-4-1,-4-1-18,-2 1 1,0 0 0,1-1 0,-1-1-47,0-3 1,-4 3-1,-2-5 1,-2 2-26,-2 0 0,-3 0 0,-1 4 0,0 1-9,0 0 1,-1 1 0,-4 3 85,-5 5 0,2-1 0,-1 1 0,-3 4 49,0 4 0,2 0 0,1 7 0,-3 1-42,0 2 1,-1 3-1,2 1 1,1 4-12,-1 1 0,3-2 0,-2 4 1,1 1-10,1 2 1,-5 2-1,5 1 1,-2 2-4,1 2 0,4 1 0,-3-3 0,0 2 13,0-2 0,3-2 0,-3 0 0,0 1-45,0-2 1,3 1 0,-3-9 0,2 0-96,3-1 1,0-1 0,-1-4 0,0-1-761,0 1 922,3-1 1,-18-19 0,-5-4 0</inkml:trace>
  <inkml:trace contextRef="#ctx0" brushRef="#br0" timeOffset="5">2589 1511 13732,'15'-7'-303,"-1"-2"1,-4 1 0,-1 0-155,3 1 1,0-4 0,3 3 403,-1 0 1,-4 0 0,-1 5-1,2-2 128,2 2 1,2-3 0,-1 1 0,0 2-31,1 1 0,-1-3 0,1 0 0,-1 2-35,0 2 0,1-1 1,-1-1 65,1-2 0,-1 0 1,-1 4 75,-4-4 0,-1 3-36,-3-3 0,-3 2-138,2-2-124,-2 4-131,-2-6 0,0 9-55,0 3 0,0 3 138,0 6 0,0 1 0,0-1-16,0 0 1,0-4-1,0 0-96,0 1 1,5 2 148,0 1 0,1-6 0,-3-2 0,4-1 134,1 0 0,-4 0 0,6-5 50,1 0 1,-3 0-1,0-2 1,0-1 36,0-2 1,0-6 0,3 3 0,-3-2 0,-1 1 1,2-1 0,-2-4 2,1-1 0,-5 6 0,3-1 51,1-1 0,-6 3-108,4-2 72,-3 7 1,-2-2 0,0 10-142,0 5 1,0-2 0,0 1-160,0 3 1,0 0-1,0 3-22,0-1 0,5 1 1,-1-1-578,0 0 815,4 1 1,6-14 0,8-2-1</inkml:trace>
  <inkml:trace contextRef="#ctx0" brushRef="#br0" timeOffset="6">3222 1396 13732,'8'-15'-908,"-3"1"1,-3 4 0,-1 1 40,4-2 1,-3 3 651,3-2 376,3 7 0,-7 3 1,4 9-256,-3 4 0,-2 1 0,0 1 0,0-1 28,0 1 0,0-1 0,0 0-2,0 1 0,0-1 0,0 1-162,0-1 0,0-4 98,0-1 81,0-6 1,1 4 0,2-9 96,2-3 0,2-3 0,-4-6 0,3 0-100,2-1 0,-3 1 0,5 1 0,-1 2 136,-1 1 1,3 1-1,-4-4 1,-1 2 29,1 1 1,2 5-1,-3-3 80,2 2 1,-3 1-5,5 5 0,-7 2 0,2 2-220,-4 6 1,4 3-1,0 1-15,-2 1 0,0-1 0,1 0-164,0 1 1,1-6 0,-3 1-190,3 1 405,3 2 1,32-11 0,6-4 0</inkml:trace>
  <inkml:trace contextRef="#ctx0" brushRef="#br0" timeOffset="7">3668 1266 13581,'0'-14'-3001,"0"-1"2126,0 1 0,-1 6 1058,-4 3 0,3 10 0,-4 5 0,1 2-159,0 3 1,-1-1-1,3 1 1,-2-1-21,2 0 1,-4 6 0,3 0 0,-1 1-42,-2 0 0,6-2 0,-4-3 0,3 2-50,2 1 1,0 0 0,0-5-125,0 1 1,7-2 0,2-4 252,4-4 0,2-3 0,-1-2 0,0 0-3,1 0 0,1 0 0,1 0-58,3 0 0,18-39 0,0-9 0</inkml:trace>
  <inkml:trace contextRef="#ctx0" brushRef="#br0" timeOffset="8">3942 1050 13892,'-10'5'-395,"1"0"0,4 5 0,-3-4 0,1 2 73,4 3 1,-3 2-1,1 1 1,2 1 184,1-1 1,2 5 0,0 2 0,0 1 32,0 4 0,0-4 1,0 2-1,0 2 11,0 1 1,0 0 0,0-1 0,0-2-2,0 1 1,0-2 0,0-1-1,0-1-68,0-3 0,0-2 0,0 0-312,0 3 1,0-3 359,0 3 1,0-35 0,0-10-1</inkml:trace>
  <inkml:trace contextRef="#ctx0" brushRef="#br0" timeOffset="9">3942 1338 13892,'5'-9'-692,"-1"-1"0,3 7 0,-4-4 1,3 3 565,2-1 1,-3 0 0,5 5 268,1 0 1,2 2-151,1 2 0,0 4 1,-1 7-145,-3-1 1,-2 0-1,-5 1 1,2-1 22,-2 1 0,-1-6 1,-1 1-1,2 1 27,2 2 0,0 1 0,-5 1 0,0-1-114,0 0 0,0 1 0,-2-1-376,-2 1 477,2-7 0,2-40 1,8-16-1</inkml:trace>
  <inkml:trace contextRef="#ctx0" brushRef="#br0" timeOffset="10">4273 1367 10378,'-8'-7'-790,"-5"6"1,10-6 892,-7 7 0,5 5 0,-3 2 1,2 1-117,3 3 0,1 2 0,2 1-99,0 0 1,0 1 0,2-1 25,3 1 1,-2-3 0,6 0 74,2-3 1,-3-6 0,2 4 0,1-2 11,2-1 0,-3 1 1,-1-5-6,2 0 0,-3-1 1,0-4-6,-1-5 0,-1 2 0,-3-1-56,2-3 1,0 0 0,-7-1 0,-1 2 34,-2 1 0,-6 2 0,2-3 37,-4 1 1,-2 7 0,1-2-71,0 4 1,-1 1-1,1 1-259,0 4 279,6-3 1,27 23 0,13-1 0</inkml:trace>
  <inkml:trace contextRef="#ctx0" brushRef="#br0" timeOffset="11">4560 1352 10943,'0'10'-1166,"-1"-2"0,-2 0 984,-2 0 1,-2-3 0,4 4 146,-2 3 1,1 0 0,2 1 0,-1-2 41,-2-1 1,0-5 14,5 4 1,2-5 35,3 0 0,-2-2 0,5-4 0,0-2-21,0-6 1,-3 2-1,3-2 1,0-1-73,0-2 1,-4-1-1,6 0 1,0-1 52,-2 1 1,3 4-1,-5 1 1,2-1-8,3 2 1,-3 0-1,2 5 1,1-2 38,2 2 0,-4 1 0,1 2 1,1 2-48,2 3 0,-2 4 0,2 9 0,3 1-109,0-1 1,0 4-1,-2 2 73,1 3 0,25 28 0,6 5 1</inkml:trace>
  <inkml:trace contextRef="#ctx0" brushRef="#br0" timeOffset="12">1050 1928 14784,'-14'2'-166,"-1"2"1,1-2 0,-1 3-328,1-4 0,4-1 230,1 0 0,6 2 105,-2 3 1,5-4 0,5 4 0,4-3 251,4-2 0,6 0 1,2 0-1,1 0-52,4 0 0,8 0 0,4 0 0,3 0 5,3 0 1,7-2 0,8-1 0,13-2-27,-30 4 1,1-1-1,3-1 1,2 0-1,5 0 1,1 1-1,3-1 1,1 1-27,3-1 0,1 0 1,3 2-1,0 0 1,1-1-1,0-1 1,2 2-1,-1-1-103,-1 0 1,0-1 0,-2 3 0,-1-1 0,-1-2 0,0-1 0,2 1 0,0 0 111,3-2 0,-1 0 1,-4 2-1,1 0 0,-2 0 1,1-1-1,-5 2 0,-1 0 39,-3-1 1,0 1 0,-2-1 0,0 1 0,-1 2 0,-1 0 0,-1 0-1,-2 0-80,-2 0 1,-1 0-1,38 0 1,-6 0-1,4 0-6,1 0 0,-7 0 0,1 0 0,-9 0-35,-6 0 0,0 0 0,-12 0 1,-6 0 8,-5 0 0,-11 0 0,-2-2 0,-3-1 15,-2-2 1,-7 1-1,-1 4 54,1 0 0,-5 0 0,1 0 0</inkml:trace>
  <inkml:trace contextRef="#ctx0" brushRef="#br0" timeOffset="13">5395 1252 14897,'6'-15'-580,"-3"-2"0,5 1 0,0 5 44,0 3 0,2 4 1,4 9 277,1 5 1,-7 41 0,-2 11 0</inkml:trace>
  <inkml:trace contextRef="#ctx0" brushRef="#br0" timeOffset="14">5395 1568 14897,'-8'-1'-450,"3"-4"-2800,3-5 3173,2 4 1,7 0 0,1 6-1</inkml:trace>
  <inkml:trace contextRef="#ctx0" brushRef="#br0" timeOffset="15">1395 2820 27396,'-12'-2'-676,"2"-2"1,-3 2 0,4-1 0,-3 8-147,3 9 0,-4 7 1,3 9-1,-2 2 323,-3 2 1,1 6 0,1-2-1,2 4 165,1 1 1,2 0 0,-1-1 0,4-2-19,3-2 0,-3-6 0,1 1 0,0-2 95,3-2 1,1-2 0,0-3-1,-2-5-908,-3-3 883,4-8 1,-31-27-1,0-13 1</inkml:trace>
  <inkml:trace contextRef="#ctx0" brushRef="#br0" timeOffset="16">935 2834 21770,'0'-19'-1824,"0"0"1,0 0 0,0 5 1237,0-1 0,6 7 1,4 3 810,3 4 0,1 6 0,0-1 0,2 1-209,4 2 0,-3-1 0,7 5 0,2-1 67,1 1 1,2-3 0,-1 0 0,1 0-38,0 0 1,0-5-1,1 3 1,2-1 28,2 0 1,-2 0 0,-7-5 0,-1 0-55,2 0 0,-5-5 0,-2 0 0,-3 0 628,-2-1 0,-4 3-181,-1-7 1,-5 5-685,0-4 1,-4 6 0,-4 0 352,-6 6 1,2 2 0,-2 7 0,-1 4-173,-2 0 1,1 7 0,0 2-1,3 6-105,-2 2 1,-2 7-1,-2-1 1,1 2-53,0 2 0,4 0 0,2 1 0,2-3-128,3-2 0,1-6 0,2-7 1,0-4-425,0-1 0,2-4 476,2-7 1,0-5 0,3-10 0,1-5 404,0-2 1,2-3 0,4 1 0,1-2-291,-1-3 0,1 1 1,-1-4-1,-1 1 167,-4 3 1,4 2-1,-5 2 1,2 1 109,-1 4 0,-4-3-100,5 8 293,-7-1 0,3 6 1,-6 4-1,0 5-374,0 3 1,2 1 0,1 0-66,2 1 1,5-1 0,-4-1 0,0-2-127,1-1 0,4-2 0,-2 3 0,4-3-8,2-2 0,-4 4 1,2-5 424,3-2 1,14-14-1,0-5 1</inkml:trace>
  <inkml:trace contextRef="#ctx0" brushRef="#br0" timeOffset="17">1784 3266 20722,'-10'0'-1030,"1"0"-61,-1-6 365,2 4 1,3-9 561,10 6 0,1-1 1,6 3-1,-3-2 229,2 2 1,2-5 0,2 0-107,-1 0 1,-5-4 0,-1 6-45,-1-2 1,2 3-81,-4-4 1,-2 5 102,-7 0 0,0 4 1,-5 3-1,-1 3 31,2 2 0,-3 2 0,5 4-65,-2 1 0,5 4 1,-2 0-1,3-1-215,2-2 1,2-2 0,3 0 0,4 1-96,4-1 0,3 0 1,1 1-1,4-1-138,2 1 576,1-1 1,20-16 0,11-7-1,3 0 1,0 0 0</inkml:trace>
  <inkml:trace contextRef="#ctx0" brushRef="#br0" timeOffset="18">2776 3180 13257,'5'-15'-1240,"0"1"0,1 6 1238,-1 3 1,-5 4 219,0 1 1,-6 1-1,-9 2-82,1 2 0,0 6 1,-1-1-1,1 3-123,0 1 1,4-1 0,0-2 0,-1-1 38,-2 1 1,4 2-93,-1 1 0,2 1-27,-1-1 1,4-6 119,10-3 1,3-9 0,6-2 0,0-2-94,1-3 1,2-7 0,1-1-1,-4 0-202,-1-2 0,3 4 0,-8-7 0,2 0-9,-1 1 0,-6-4 0,2 3 0,-3-3 57,-2-2 0,-2 0 1,-3 1-1,-4-1 69,-4 0 1,-1 0 0,1 0 0,2 1 17,1-1 0,2 0 0,-3 2 0,3 3-12,2 5 24,1 3 0,5 9 0,0 7 1,1 8-7,4 5 0,-2 8 0,5 1 1,0 2 36,0 0 0,2 0 0,3 7 0,-2 1 74,-2 1 1,-1 2-1,4-3 1,-3 2-5,2-2 1,-3 0 0,2 0 0,1 3-52,2 2 1,0-5 0,-2 0 0,-1-5-77,1-3 0,2-5 0,3 2 0,1-4 278,2-4 0,20-46 0,-1-9 0</inkml:trace>
  <inkml:trace contextRef="#ctx0" brushRef="#br0" timeOffset="19">3064 3151 13257,'0'-8'-3829,"0"2"3875,0 6 0,2 4 0,1 3-343,2 1 0,0-3 204,-5 4 0,12 14 0,4 7 0</inkml:trace>
  <inkml:trace contextRef="#ctx0" brushRef="#br0" timeOffset="20">3136 2978 10690,'-13'-14'-346,"2"0"0,3-1-581,2 1 1,-1 6 708,3 3 0,2 5 0,-3 5-29,4 4 1,1 4 214,0 2 0,19 18 0,5 6 0</inkml:trace>
  <inkml:trace contextRef="#ctx0" brushRef="#br0" timeOffset="21">3381 2921 8126,'0'-15'0,"0"1"-265,0 0 0,0-1 0,0 1 61,0-1 1,4 6 0,3-1 314,1-1 0,1-2 1,4-1 51,-3 0 1,-2 4 189,-3 0-322,-4 1 0,4 1 0,-8 5 70,-2 6 1,-6 5-1,3 6 1,-2 1 16,1-1 0,-1 2 0,-4 3 0,1 3-21,3 1 0,-2 4 0,4-3 0,-2 3-30,0 2 0,6 5 0,-4-1 0,1-1-82,4-2 1,-3 4 0,1 1 0,2 0-54,1 1 0,2-3 0,0-4 0,0 0-83,0-1 1,-2 4-1,-1-1 1,-2-6-35,2-2 0,0 1 0,0-5 0,-2-1 152,2-2 1,-24-60 0,-5-13-1</inkml:trace>
  <inkml:trace contextRef="#ctx0" brushRef="#br0" timeOffset="22">3208 3223 10690,'0'-14'-901,"0"-1"0,2 1 600,2-1 1,4 3-1,7 2 206,-1 5 0,1 4 0,1 1 0,1 0 169,2 0 1,1 1 0,-4 2 0,1 2-136,2-2 0,5 4 56,-5-2 0,1 6 0,-6-3 0</inkml:trace>
  <inkml:trace contextRef="#ctx0" brushRef="#br0" timeOffset="23">3654 3065 8483,'-5'-15'0,"0"1"-325,2 0 1,0 4 237,-2 0 0,5 1 8,0-6 0,7 6 1,7 1-1,-1 0 54,-4 0 1,4 3 0,-3-5 0,3 1-19,1 1 1,-4-5 0,-1 3-1,2-1 9,2 2 1,-5-4-1,-1 3 1,-3-3 31,1-1 0,0 0 0,-5-1 25,0 1 0,-2 1 1,-2 4 6,-6 4 1,-3 3 0,-1 4-1,-1 3 9,1 4 0,1 4 1,2 1-1,1 2 25,-1 3 0,0 4 0,0 7 0,1 2-27,-1 2 0,3 6 0,0-3 0,0 2-45,0 5 0,5-4 0,-2 8 1,3-5-45,2-5 1,0 4-1,0-6 1,0 1-41,0-3 0,0-5 0,0-4 0,0-2-133,0-3 1,-4 0 0,-1-6-250,2 0 474,-5-6 0,0-40 0,-7-16 0</inkml:trace>
  <inkml:trace contextRef="#ctx0" brushRef="#br0" timeOffset="24">3496 3281 8488,'0'-20'-204,"0"1"0,1 2 40,4 1 1,-2 6-1,7 0 1,1 1 89,2 1 0,1 1 1,2 7-1,2 0 24,1 0 0,5 0 0,-3 0 0,0 0 9,-1 0 1,4 2 0,-3 1-1,0 4-149,0 1 0,3-4 190,-5 6 0,6 6 0,-2 6 0</inkml:trace>
  <inkml:trace contextRef="#ctx0" brushRef="#br0" timeOffset="25">3913 3209 8488,'-2'-15'-451,"-2"1"1,2 4 287,-3 1 1,10 4 0,5-3 122,2 1 0,-2 3 1,0 2-1,1-1 43,2-2 1,1-1 0,0 2-27,1 0 1,-6-6 103,1 5 1,-7-1-20,2 1 1,-10 3-1,-5-1 1,-2 5 2,-3 3 1,1 6-1,0-3 1,-1 1-22,1 1 1,4-2-1,2 3 1,2-1-52,3 1 0,-4 2 0,2 1-27,2 1 1,8-1 0,5 0-115,2 1 1,8-6 0,0-1-1,1-1-63,0-4 1,4 0 0,-2 0 0,-1 2 210,-3-2 0,4-1 0,12-28 0,10-6 0</inkml:trace>
  <inkml:trace contextRef="#ctx0" brushRef="#br0" timeOffset="26">4158 3151 8488,'0'-14'-292,"-2"-1"0,-1 1-27,-2-1 0,0 1 0,5 0 353,0-1 1,5 6 0,1 1-23,2 1 1,2 3-1,4 4 1,1 0 23,-1 0 0,1 0 0,-1 0 0,0 1-46,1 4 1,-1 3-1,0 5 1,1-2 1,-1-2 0,-6 1 1,-3 4-1,-2 1-31,2-1 0,-3 1 0,2-1 0,-2 0 0,-4-1 0,-1-2-3,-2-1 0,-1-7 41,1 2 0,2-8 1,-5-4-1,2-1-1,2-3 0,3-2 0,1-1 0,1 0 0,4-1 1,-3 1 0,4-1 0,-1 1-128,0 0 0,6-1 1,-1 1-22,2 0 1,-2 4 0,0 2 149,1 2 0,-5 1 0,20 5 0,-2 0 0</inkml:trace>
  <inkml:trace contextRef="#ctx0" brushRef="#br0" timeOffset="27">4532 3022 8488,'1'-10'0,"2"0"-345,2-1 0,2 0 0,-4 0-63,2 1 1,1 7 535,-1-2 0,-4 5 0,4 5-32,-3 5 0,-2 2 1,0 3-1,0 1-61,0 3 0,0-3 0,0 3 0,0-3-50,0-2 1,0 1-1,0-1 1,-2 1-10,-3-1 1,4 0-1,-4 1-55,3-1 57,2-6 1,2-3 7,3-10 1,-2-3 0,5-6-48,-2-1 0,1 1 1,-4 0-1,3-1-26,2 1 1,-4-1 0,2 3 0,-1 0-60,0 3 0,6 4 102,-2-4 1,-1 5 0,2 0 73,1 2 1,-3 4 0,2 2-19,1 6 1,-3-2-1,1 1-43,3 3 0,0 0 0,3 3-149,-1-1 0,1 1 180,-1-1 0,26-6 0,6-2 0</inkml:trace>
  <inkml:trace contextRef="#ctx0" brushRef="#br0" timeOffset="28">4661 3108 8488,'-6'-8'-1242,"3"0"1071,-7 3 1,7 2 0,-4-5 432,1 1-162,4 3 1,-4 2 0,8-1-73,2-2 0,4 0 0,7 5-20,-1 0 0,1-4 0,-1-1 0,-1 0-10,-4-1 0,4 4 1,-5-4-1,2 1-18,-1 0 1,-1-1-1,3 2-27,-1 0 0,-7-8-2,2 3 0,-5 2 0,-5 3 44,-4 2 0,-4 2 0,-2 0 0,1 0 27,0 0 1,-2 0 0,-2 2 0,-1 1 49,1 2 1,2 6-1,2-2 1,0 6 24,-1 4 0,1-3 0,1 5 1,3-2-44,6 0 0,2 2 0,2-4 1,0 3-33,0-3 0,2 2 1,2-3-1,8-3-23,5 0 0,1-2 0,4-1 0,1-5-54,-1-4 0,2-1 1,5 0-1,-1 0-167,1 0 1,-5 0 0,-1 0-1,-3 0-208,-2 0 1,-2-1 429,-2-4 0,-6-22 0,-1-12 0</inkml:trace>
  <inkml:trace contextRef="#ctx0" brushRef="#br0" timeOffset="29">4906 3065 8492,'0'-15'-501,"4"6"1,3 1 201,1 1 0,-3 3 1,3 5 367,-2 4 1,4 3-1,-6 6-3,0 1 0,2 1 0,-1 1 0,-2 2-63,-1-1 1,-2-2-1,0-2 1,0 1 23,0-1 1,0-4 0,0-1 48,0 3 1,-2-4-31,-3 1 0,4-7-74,-4-2 0,3-7 0,2-7-3,0 0 0,5-1 0,1 1 0,2-1-96,4 1 1,-4 1-1,1 2 1,2 1 68,2-1 0,2 3 0,-1 0 26,0 2 0,-4 1 0,0 5 56,1 0 1,-3 5-1,0 1 1,0 2-17,0 3 1,-4-3 0,4 2-68,-1 1 0,2 2 0,-2 0-106,1-4 0,1 3 39,6-8 1,-1 1 125,1-5 0,12-38 0,3-10 0</inkml:trace>
  <inkml:trace contextRef="#ctx0" brushRef="#br0" timeOffset="30">5294 3007 8492,'0'-14'0,"0"-1"-993,0 1 0,-5 4 859,1 1 1,-8 1 287,3-2 1,1 10 0,0 10 0,1 3-16,4 1 0,-3 2 1,1 2-1,2 1-99,1-2 0,2-1 1,2-1-1,1-1-33,2 0 1,6 1-1,-1-1 1,2-1-68,3-3 0,-1 2 0,1-2 0,-1 1-226,0-1 1,2 3 0,2-5 285,1 0 0,32-8 0,4-8 0</inkml:trace>
  <inkml:trace contextRef="#ctx0" brushRef="#br0" timeOffset="31">5496 3093 8492,'0'-14'-747,"0"0"1,6 6-1,4 1 839,2 1 0,3 4 0,-1-2 0,0 2-79,1 2 1,-1-5 0,1 0-1,-1 2-21,0 2 1,-4-4 0,0 0-7,1 2 1,-3-4 17,1 3 0,-7-1 0,-2 5 0,-8 0 44,-5 0 1,-1 0 0,-2 1-1,-2 3 100,-1 0 0,0 6 0,4-4 0,1 2-58,0 4 0,1-4 0,2 1 7,1 2 0,7 2 0,-2 1-83,4 1 0,2-1 1,4 1-267,5-1 0,4-4 0,4-2 0,2-2-432,3-3 684,-6 5 0,55-19 0,7 1 0</inkml:trace>
  <inkml:trace contextRef="#ctx0" brushRef="#br0" timeOffset="32">5927 2921 8492,'-14'0'-540,"-1"0"0,7 1 1,4 4 597,2 5 0,2 3 0,0 1 43,0 0 0,5 1 0,1-1 1,1 1-1,-1-1 1,5 0-1,-3 1-12,0-1 1,3 0-1,-6 1-86,-2-1 1,4 1 0,-4-1-164,-5 0 0,-9 2 1,-11 2 159,-5 1 0,-17 0 0,-8 1 0,-10-1 0,1 0 0</inkml:trace>
  <inkml:trace contextRef="#ctx0" brushRef="#br0" timeOffset="33">6647 2964 16639,'0'-22'-1152,"0"-1"1,1 6-1,2-3-153,2 3 1,0 6 1126,-5 1 0,1 7 381,4-2 1,-3 5 0,3 5-277,-4 4 0,-1 4 0,0 2 0,0-1 43,0 0 1,0 2 0,0 2-1,0 1-14,0-1 0,0-2 0,0 0 0,0 1-182,0 3 1,5-1-1,0-5 1,-2 0 171,-1 1 0,-1-6 0,2 1-83,2 1 0,6 0 166,-1-1 0,-2-4 0,2-7 38,1-4 1,0 2 0,0-7 0,-1-1 65,1-2 0,2-6 1,0 0-1,-2 1-8,-2 2 0,1 2 1,3 0 106,-4-1 0,2 1 350,-6-1-287,6 7 0,-9 4-252,3 8 0,-4 0 0,-1 5 0,0 2-129,0 2 0,2-3 0,1-1-175,2 3 0,5-4 0,-4-1 226,2 0 0,2-2 0,4-5 212,0 0 0,1 0 1,-1-2-60,1-3 0,-7 2 0,-2-6 0,-1-3-151,0 0 1,1-1-1,-3 2 1,2 1-50,-2-1 0,-1 3 0,-2-2-132,0-1 1,-2 5-42,-3 1 477,4 3 1,-12 9 0,5 1 0</inkml:trace>
  <inkml:trace contextRef="#ctx0" brushRef="#br0" timeOffset="34">7251 3007 9706,'-10'0'-1139,"2"-1"582,2-4 0,-1 3 570,3-3 1,2 2 299,-3-2-256,4 4 0,1-7 0,1 5-74,4-2 0,1-2 1,6 4-16,-3-2 0,1-4 0,4 2-37,1-1 1,-7 4-7,-4-6 63,-2 7 1,-8-4-1,-4 7 1,-3 0 97,-1 0 0,-1 7 1,-1 1-1,-1 1-7,-2 1 1,4 0-1,6 4 1,-1 0-48,2 1 0,2-1 0,6 1-51,0-1 0,6 0 0,4 1 0,2-3-61,3-2 0,6 1 0,3-4 1,3-1-129,2 0 1,4 4 201,1-5 1,-7 0 0,-6-5 0</inkml:trace>
  <inkml:trace contextRef="#ctx0" brushRef="#br0" timeOffset="35">7826 3180 8563,'-1'-8'-845,"-3"1"555,0 1 0,0 4 1,9-2 315,5 2 1,3-3 0,1-1-1,0-1 96,1 1 0,1-4 0,1 4 0,4-2-107,2-3 0,0-2 1,5-1-1,-3-1-27,-1 1 0,-5-5 1,4-2-1,-2 0-14,-4 0 0,-1-4 1,-3 2-1,-3-1 14,-6 0 0,-2 7 0,-2-2 1,-2 3 21,-2 1 0,-4 1 0,-7 1 0,1 2-3,-1 1 1,1 7 0,0-2 0,-1 4-17,1 1 0,-1 1 0,3 4-43,2 5 1,2 1 0,5 2 0,-2 0 22,2 3 1,3 1 0,3-3 0,3 1 17,2-1 0,4 1 1,5-1-1,2 0 2,-1 1 1,3-1 0,0 1-1,-1-3 10,1-2 1,3 1-1,-5-4 1,-1-1 4,-2 0 0,-2 1 0,1-4 10,-1 2 1,-8 0 0,-6-5 10,-8 0 1,-11 4-1,-5 1 1,-5 0-16,-4 1 1,3-2 0,-4 3 0,4 0-14,1-4 1,2 3-1,3-1 1,4 0-216,4 1 0,8-2 0,5 4-88,6-2 1,7-1 303,9-5 0,20-3 0,9-1 0,6 0 0,0 0 0</inkml:trace>
  <inkml:trace contextRef="#ctx0" brushRef="#br0" timeOffset="36">8589 2978 8563,'-2'-14'0,"-1"0"0,-2-1-273,2 1 0,1 4 0,1 2 0,-2 0 35,-2 0 0,-2 3 342,3-4 0,0 6 0,-5-2-18,-2 3 1,3 2 0,-2 2-66,-1 3 0,-2-2 1,-1 6-1,1 3-23,3 0 0,-1 3 0,5-1 1,-1 1-33,1-1 1,-4 0-1,5 1-3,2-1 0,0 1 19,-2-1 1,5-1-12,0-4 0,2-2 0,7-7-41,3 0 0,-4 0 0,1 0 0,2-2-13,2-3 0,-3-1 0,-1-5 0,3 1 31,0-1 1,-2 0 0,0 0 0,-1 1 22,-1-1 0,3 3 1,-4 0-1,-1 0 27,1 0 0,-1 5 261,-1-2-206,-4 3 1,6 4 0,-7 3-1,0 4-31,0 4 0,0 1 0,0 1-11,0-1 0,0 1 0,0-1 0,0 0-85,0 1 0,5-1 0,-1 0 1,1-1-198,2-3 0,-4 3 271,6-4 0,20-9 0,9-1 0</inkml:trace>
  <inkml:trace contextRef="#ctx0" brushRef="#br0" timeOffset="37">8718 3022 8563,'0'-29'-1017,"0"10"1,0 1 1034,0 0 0,0 1 0,2 4-61,3 3 1,-4 2 321,4 4-219,3 2 0,-2 2 0,4 10-28,-5 2 1,-4-2 0,1 0 0,1 1 18,2 2 1,0-4-1,-5 1-23,0 1 0,0 2 0,0 1 7,0 1 1,1-6-25,4 1 1,-3-1 1,3 6 1,3-7-81,1-4 0,4-2 0,1-2-6,1 0 1,-6-2 0,1-1-1,1-2-4,2 2 0,-4 0 0,1 0-7,1-2 0,-3 0 59,2 5 94,-7 0 1,5 0 128,-3 0-166,-4 7 0,7-4 1,-3 5-18,5-2 1,-2-1-1,1-5-15,3 0 1,-4 0 0,1-2-10,2-2 1,1 0 0,-1-5 0,-2-2 9,2-2 0,-3 3 1,0 1-1,-1-2 12,-4-2 1,3-2-1,-1 1 9,-2 0 1,4-1-128,-2 1-153,-1 6 0,-4 3 258,0 10 0,7 28 0,1 14 0</inkml:trace>
  <inkml:trace contextRef="#ctx0" brushRef="#br0" timeOffset="38">9912 2647 10574,'0'-28'-392,"0"0"0,0 3-257,0 1 1,0 6-1,0-1 371,0 3 299,0 8 0,-4 8 0,-1 10 0,0 4 21,-1 5 1,4-1-1,-4 6 1,1 1-29,0 3 0,-1 0 1,2 3-1,0 1-31,0 1 0,-2 1 0,0-5 0,-1 1-28,1 4 0,-1-4 1,4 4-1,-2-6 44,2-4 1,2 2 0,1-7-40,0-1 45,0-9 1,6-9-1,4-9 1,1-4 9,-2-1 1,4-2-1,-3-2 1,3-1-22,1 1 1,0 2 0,2 3 0,2 2 57,1 2 0,0 1 1,-4-2 8,-1 5 1,0-1 0,1 1 8,-1 2 1,-4 3-1,-2 5-70,-2 4 0,-1 4 0,-5 1 0,-2 1 39,-2-1 1,0 1 0,-5-1 0,-4 0 8,-5 1 1,2-1 0,-4 1 0,0-1-31,1 0 0,-2-1 0,4-2 1,-2-3-26,1-1 1,7-1 0,1-3-547,-1 2 361,5 0 0,6-5 0,9 0 187,4 0 0,24-18 0,11-9 1,3-1-1,0 0 0</inkml:trace>
  <inkml:trace contextRef="#ctx0" brushRef="#br0" timeOffset="39">10099 2978 10574,'0'-14'-2011,"0"0"1591,0 6 524,0 1 67,7 7 1,1 2-177,6 3 0,-4-4 1,-1 4-12,2-3 0,-3-2-101,2 0 0,0-5 6,4 0 0,-6-6 93,-3 1 0,-4 2 5,-1-1 0,-6 5 0,-4 0 108,-2 2 0,2 4 0,0 2-78,-1 6 0,5 3 0,0 1-36,-1 1 1,6-1 0,-4 0-1,5 1-28,5-1 0,3-4 1,6-1-1,0 1-127,1-2 1,4 3-1,2-6 170,1-2 1,47-8 0,-27 1 0,0 0-1</inkml:trace>
  <inkml:trace contextRef="#ctx0" brushRef="#br0" timeOffset="40">10531 2561 10574,'-8'-9'-942,"2"1"292,-1 1 0,6 4 0,-4 8 624,3 4 0,-3 4 0,1 3 1,0 2 25,3 1 1,1 6 0,0-2 0,0 1 46,0 0 0,0 0 0,0 5 0,0-1-45,0 1 1,0-5-1,0 0 1,0 2-27,0 1 1,5-3 0,-1-2 0,0-1-105,-3-3 0,1-2 0,1-2-58,2 0 1,0-4-1,-5-1-394,0 3 598,0-6 0,-26-19 0,-6-11 1</inkml:trace>
  <inkml:trace contextRef="#ctx0" brushRef="#br0" timeOffset="41">10358 2834 10574,'15'-12'-498,"-1"2"0,5-1 0,2 6 0,1 2 389,4 1 1,-4 2 0,2 0-1,0 0 72,-1 0 0,2 0 0,-4 0 0,0 2-23,0 3-2,-9-4 1,-12 18-1,-8-3 1</inkml:trace>
  <inkml:trace contextRef="#ctx0" brushRef="#br0" timeOffset="42">10689 2820 10574,'8'-2'-1027,"-3"-2"1,-2 4 966,2 0 1,-3 1 0,2 9 23,-2 1 0,-2 2 1,0 1-1,0 1-4,0-1 0,0 0 1,2-1-1,1-2-35,2-1 0,1 0 97,-1 4 0,1-4 0,5-2-11,-1-2 0,0-1 0,4-5-13,0 0 1,1-7 0,-1-2-24,0-4 0,1-1 1,-1-1-13,1 1 1,-6 1 0,-1 2 66,-1 1 1,4 1-8,-2-6 17,-2 7 1,1 2 25,-3 6 1,-4 6-1,4 4-96,-3 3 1,2-4-1,1 1-39,-2 1 0,4-3 1,-1 0 42,2-2 1,-3 1 0,5-4 30,1 2 0,-3 0 1,1-5 25,2 0 0,-3 0 0,2-2-22,1-3 0,-3 2 0,0-7 0,0 1-34,0 1 1,-3-5 0,3 3-33,-2-2 1,-1 2 0,-5 0 53,0-1 1,0-2 0,0-1 37,0 0 1,0 4-30,0 1 1,7 1-18,2-2 1,-1-1 0,2 6-1,1 2 0,-3 1 1,2 2-1,1 0-15,2 0 0,1 0 0,0 0 0,-1 2-17,-3 3 1,2-4 0,-2 4 0,1-2 14,-1 2 60,3-3 0,-12 4 0,6-6 0</inkml:trace>
  <inkml:trace contextRef="#ctx0" brushRef="#br0" timeOffset="43">11322 2849 10385,'2'-13'-950,"3"3"0,-2 2 876,6 4 1,1 2 231,4-3 0,1 2-109,-1-2 1,-4 4 0,-2-6-219,-2 1 0,-1 3-5,-5-7 1,0 5 86,0-4 1,-6 6 0,-4-2 94,-3 3 1,-1 2 0,-1 0 175,1 0 0,0 2-108,-1 3 1,1 3-1,1 6-88,3 0 1,4-4 0,6-1-43,0 3 1,0 0-1,0 3 17,0-1 1,5-4 0,1-2 0,2-2 49,3-3 0,2 4 0,2-2 1,-1-2 30,0-2 0,6-1 0,-1 0 0,-2 0-35,-1 0 1,4 0 0,-1-1 0,0-2-20,2-2 1,-5-5 0,3 4-1,-3-2-18,-2-3 1,-4 3 0,-1-2-1,3-1 15,0-2 1,-4 3 0,-1 1 28,-1-2 1,-4-2 0,3-1 19,-4-1 0,-2 6-70,-4-1 1,-3 7 0,-7-2 36,1 3 1,0 4 0,-1 1 0,2 4-4,4 1 0,-4-4 0,5 6 0,-2 1-16,1 2 0,4 0 0,-3-2 0,2-2 16,2 3 1,-2 0-1,1 3 1,2-1-5,1 1 1,4-1-1,1 0 0,2 1 0,6-2 0,0-2 0,5-3 31,4-2 1,4-1 0,-4-5 0,1 0 10,0 0 1,5 0 0,-2 0 0,1 0-50,-1 0 1,2-2 0,-7-2 0,-2-4-4,-1 0 1,-1-5 0,-1 5 0,-1-2 6,-3 1 0,1-1 0,-6-4 0,-2-1-11,-2 1 0,-1 4 1,0 1 14,0-3 1,-6 0 11,-4-3 1,-2 7-1,-3 4-21,1 2 0,4 2 1,1 2 4,-3 2 1,4 3 0,-1 4 0,-1-2-24,2 3 1,0 0-1,5 3 1,-2-1-5,2 1 1,-3 4 0,1 0 0,2-1-2,1-2 1,2-2 0,0 0 102,0 1 0,2-2 63,2-4 1,4-2-77,7-7 0,-1-7 1,1-2-74,-1-4 1,-4-2 0,-1 1 0,2 0-33,2-1 0,-3 2 1,-1 2-1,3 2 0,0-3 1,-2 6 0,0 0 52,1-1 1,1 6 0,3-3-19,-1 8 0,-4 4 0,-2 6 0,0 2-120,0 3 1,0-1 136,1 6 0,-4 16 1,-3 8-1,-2 6 0,0 0 1</inkml:trace>
  <inkml:trace contextRef="#ctx0" brushRef="#br0" timeOffset="44">12833 2590 16925,'0'-15'-1182,"0"1"0,0 0 1,0-1-807,0 1 284,0 6 1587,0 2 0,0 7 1,0 4-1,1 3 133,4 0 0,-2 3 1,5-4-1,0 1 21,0 3 1,2-3-1,4 0 1,1-2 93,-1-3 1,1 0-1,1 1 1,1 0-164,2 0 1,2-3 0,-3-1 0,2 0 223,3 0 1,-4-1-1,3-4 1,-1-3-40,-3 0 0,-1-5 0,-1 4 0,0-3 21,-3 3 1,-8-4 0,0 3 59,-4-2 0,-2-1-212,-4 3 1,2 4-1,-7 6 156,-1 0 0,0 6 0,0 4 0,3 4-277,1 5 0,-2 2 0,4 5 0,2-1-105,1 6 0,2-1 0,-2 7 0,-1 0-34,-2-1 0,1 3 0,4 2 0,0 1 32,0 1 1,0-8 0,0 7 0,0-5 69,0-6 0,-2-5 0,-3-2 0,-4-2 195,-4-4 0,2 1 0,-2-11 0,-3 0 196,0-3 1,-5-3-1,0-2 1,-1 0-236,-4 0 0,4-2 0,0-1 1,1-4 115,3-1 0,2-1 1,2-6-1,1 1-36,3 0 1,4 4-1,6 0-124,0-1 1,0-2-1,2 1 84,2 2 1,4-1-1,8 6 1,2 2-6,1 1 0,5 2 0,-3 0 15,1 0 0,41 19 0,13 5 1</inkml:trace>
  <inkml:trace contextRef="#ctx0" brushRef="#br0" timeOffset="45">13351 3137 14739,'8'-15'-1322,"0"2"0,-5 2 1128,2 2 0,4 4 0,-2-3 0,1 1 240,3 4 0,-3 0 1,2 0-1,1-2 30,1 2 1,3 1 0,-1 1 0,1-2-9,-1-2 0,0 0-67,1 5 0,31 13 1,9 3-1</inkml:trace>
  <inkml:trace contextRef="#ctx0" brushRef="#br0" timeOffset="46">13869 3079 8171,'0'-14'-848,"0"-1"1,0 1 924,0 0 1,0 4 0,1 2-37,4 2 1,-3-6-1,4 4 117,0 0 0,-4-4-86,3 2 1,-4 2-77,-1-2 1,-6 7 0,-4 0 54,-2 6 1,-3 0 0,1 7-1,0 1-28,-1 2 1,1 3 0,-1 2 0,3 1-13,2-2 1,-1-1 0,6-1 0,0-1-16,-1 0 0,4 1 1,-1-1-17,6 1 1,0-7 0,7-4-1,1-2-1,2-2 0,1 0 0,1 0 1,-1 0-58,1 0 0,-1-2 1,0-2 26,1-6 0,-1-3 0,0-1 6,1-1 1,-2 1-1,-2 0 60,-2-1 0,-1 1 0,2 0 0,-4 4 5,-6 0-23,0 7 1,0 8-54,0 9 1,0-1 0,0-3-81,0 1 0,5 2 0,2 1 5,1 0 1,-4-4-1,6 0 133,1 1 1,28-11-1,7-2 1</inkml:trace>
  <inkml:trace contextRef="#ctx0" brushRef="#br0" timeOffset="47">14171 3007 8977,'0'-14'-499,"0"-1"1,0 6-1,0-1-690,0-1 1196,0-2 76,0 5 1,0 3 0,0 10 0,-2 5-13,-3 3 0,2 1 0,-5 0 1,0 1-31,0-1 0,5 5 0,-3 1 1,1-1-20,0 1 0,0-4 0,4 5 0,-3-2-55,0 1 1,-1-1 0,5-5 0,0 1-55,0-1 1,0 0-1,1 1 1,4-2-314,5-4 411,3 4 0,39-43 0,11-4 0</inkml:trace>
  <inkml:trace contextRef="#ctx0" brushRef="#br0" timeOffset="48">14430 2763 8977,'-7'-8'-423,"-2"3"1,2 5-1,1 5 1,1 4 289,0 4 0,-1 1 0,3 1 0,-2 1 176,2 3 0,0-2 0,-1 6 0,0-1-39,0 1 1,3 1-1,1 3 1,0-2-22,0-1 0,0-1 0,0 1 0,0-4-44,0 1 1,0-5-1,0 3-165,0-3 0,0-1 13,0-1 216,0 1 0,-26-20 0,-6-5 1</inkml:trace>
  <inkml:trace contextRef="#ctx0" brushRef="#br0" timeOffset="49">14257 3093 8977,'7'-8'-440,"-4"-3"0,6 5 41,3-2 0,0 0 1,3-2-1,-1 4 382,0 0 1,1 4 0,1-4-1,1 1 75,3 0 1,-1 0-1,-5 5 1,1-1 11,-1-4 1,0 3-1,1-3-42,-1 4 0,-4 1 1,-2 1 43,-2 4 1,-1-2 0,-5 7 32,0 1 1,-2 2-94,-3 1 0,-1 1 0,-3-1 11,4 0 0,3 1-53,2-1 0,0 1-107,0-1 110,0-6 0,7-2 1,2-6-56,4 0 1,1 0 0,1-1 60,-1-4 1,-1 2 0,-2-7 0,-1 1-13,1 1 0,-3-5 0,1 5 0,1-2 2,-2 1 0,0 4 65,-3-5-31,3 1 1,0 2 14,-3 7 0,-4 2 0,-1 7-15,0 3 1,0 0 0,2 1 0,1-2-82,2-1 1,1-2 0,-3 3 0,4-1 72,1 1 1,33 8 0,14 4 0</inkml:trace>
  <inkml:trace contextRef="#ctx0" brushRef="#br0" timeOffset="50">14933 3093 8977,'-6'-14'-423,"-4"0"1,2 6-1,-1 3 99,-2 3 0,-2 2 0,-2 2 383,1 3 1,0 3 0,1 6 0,2 0 14,1 1 1,7-1 0,-4-1 0,3-2-64,-1-1 0,0-1 1,5 6-9,0-1 1,2-4 3,2-1 0,4-5 1,7 0-10,-1-2 1,-4-4 0,-1-1 0,1-3-1,-2-2 0,5 3 0,-4-5-32,4-1 0,2 0 1,-3 0-32,-2 1 1,1 5 0,-4-3-75,1 2 0,-4 1 154,6 5 1,-7 2-6,2 3 0,-4 3 0,-1 6 18,0 0 1,0 1-1,2-1-24,3 1 0,-2-6 0,7-1 21,1-1 1,-3-3-1,1-4 1,3 0 14,0 0 1,3 0-1,-1 0 1,1-1-33,-1-4 0,-1-3 0,-2-6 0,-1-1-14,1 1 0,0-1 0,0-1 1,-3-1-2,-1-2 1,-1-5-1,-3 3 1,2 0 1,-2 0 0,-1-3 0,-2 4 0,0-3-5,0-2 0,0-1 1,0 0-1,-2 2-18,-3-1 1,4 4 0,-4 0 0,3 2-34,2 0 1,-4 5 15,-1 4 1,-5 8-1,5 2 1,1 8 22,-3 5 1,4 6 0,-5 2-1,2 1 65,2 4 1,3 1 0,1 2 0,0 0-10,0 0 1,0 4 0,0 1 0,0-1-32,0 2 1,1-4-1,4 4 1,5-1-33,3-1 1,-2 1-1,2-5 34,2-1 0,22-5 0,2-3 0</inkml:trace>
  <inkml:trace contextRef="#ctx0" brushRef="#br0" timeOffset="51">16473 2748 18278,'-10'0'0,"1"-1"-733,-3-4 1,0-2 122,-3-2 1,1 2 655,-1 7 0,6 0 540,-1 0-285,7 7-356,-3-6 0,7 6-320,4-7 1,-3-2 98,2-3 1,-2-3 0,-2-6 0,0 0 14,0-1 0,-2-1 1,-1-1-1,-2-4 55,2-2 0,2-1 0,1-6 0,0-2-28,0-1 1,0-6 0,0 4-1,1 0-20,4 0 0,-2 1 1,7 5-1,1 2-58,2 3 1,1 5 0,1 9 246,-1 6 0,0 4 0,-1 4 0,-2 6-26,-1 3 0,-2 3 0,1 1 0,-2 3 23,-1-3 0,-4 6 0,3-1 1,-4 2 129,-1 0 0,-6-2 1,-4 4-1,-4-2 82,-5 1 1,1 3-1,-6 0 1,-1 1 0,-3 0 1,0-2 0,-1-3-1,2-5 14,3-3 1,3-6-1,7-2 1,-1-2 371,1-3 1,6-3-631,3-4 0,3 0 1,4-4-1,3 2 135,4 3 1,4-4 0,2 3-1,1-1 92,3-2 0,-2 6 0,7-4 0,2 3 328,1 2-365,2 0 1,22-5 0,10-2 0,5-1-1,0 0 1</inkml:trace>
  <inkml:trace contextRef="#ctx0" brushRef="#br0" timeOffset="52">17091 2489 10170,'0'-14'-468,"0"-1"0,0 1 1,0 0-33,0-1 1,0 6 0,0-1 725,0-1 0,0-2 55,0-1-264,0 6 0,0 3 0,0 10-36,0 4 0,0-1 0,0 2 0,0 1-63,0 2 1,2-4-1,1 1 38,2 1 0,6 0 1,-3 1-1,2-4 54,-1-2 0,1 4 0,4-6 0,1 0-14,-1-3 0,5-1 1,0 0-1,-1 0-36,-2 0 1,-2 0 0,1-1 0,-1-3 50,1 0 0,-1-8 0,-1 3 41,-4-4 1,-1 0 0,-4 2 27,0 1 0,0 7 0,-9-2 0,-5 4 0,-3 2 0,1 4 0,0 5-14,3 3 0,-1 7 0,-4 4 0,-1 4-56,1 0 1,4 3 0,1 1-1,-1 3-62,2 2 1,-3-4 0,5 4-1,-1 0-35,1-1 0,-4-4 1,4 2-1,-1-5 18,1-5 0,-3-3 0,2-7 33,-1 0 1,3-6-1,-4-4 42,-2-8 0,4-4 1,1-6-1,1 0-39,0-1 0,-1 1 1,3-1-1,-2 1 8,2 0 1,1-1 0,2 1-35,0-1 1,0 1-1,2 1-45,2 4 1,4-2 0,7 6-1,-1 2-177,1 1 300,-1 2 1,26 5 0,11 3 0,4 0-1,0 0 1</inkml:trace>
  <inkml:trace contextRef="#ctx0" brushRef="#br0" timeOffset="53">17494 2806 9327,'8'-15'0,"-3"1"-168,-3 0 1,-2-1-1,0 1-354,0-1 1,-2 7 345,-3 4 0,4 4 232,-4 4 1,3 4-1,2 7 1,-1-1-4,-4 1 1,3 4 0,-3 2-1,4 1-46,1 3 0,0 1 0,0 0 1,-2-1 32,-3 6 0,4-3 0,-4 6 1,3-4-65,2-1 1,-1 5 0,-2-1 0,-2 1-25,2 1 1,-1-6 0,1 1-1,-3-4-84,-2-1 1,3-2 0,-5-1 0,-1-1 0,-2-4 1,-1-7-1,0-5 5,-1-4 0,1-1 0,0 0 200,-1 0 1,6-6-80,-1-4 0,13-34 0,-1-11 1</inkml:trace>
  <inkml:trace contextRef="#ctx0" brushRef="#br0" timeOffset="54">17422 3079 8567,'7'-21'-274,"-1"5"1,5-3-1,-1 5-142,1 4 1,-3-3 0,2 5-1,1 0 429,2 4 1,1 2 0,0 2-1,1-2-22,-1-2 1,1 2 0,-1-3 0,0 4 135,1 1 0,-6 4 1,1 3-51,1 1 1,-5 1-38,-1 6 1,-3-1-21,-2 1 0,-7-3 1,-2 0-1,-4-5-22,-1 0 1,-1 2-1,1-2 1,0-1-22,-1 1 1,1-1 0,-1-3 0,1 4-83,0 1 1,4-5 0,0 3 104,-1 1 0,43-19 0,10 3 0</inkml:trace>
  <inkml:trace contextRef="#ctx0" brushRef="#br0" timeOffset="55">17782 2993 8567,'8'-15'-1840,"-3"1"1812,3 6 0,-5 3 0,5 10 14,-2 5 1,-1-2-1,-5 1 1,0 2 27,0 2 1,0 2-1,0-1-35,0 0 0,0 1 0,0-1-19,0 0 1,0 1-25,0-1 59,0-6 0,0-3 6,0-10 1,0-3 0,0-6 1,0-1 1,5 1 0,0 0-1,-1-1 0,3 1 0,-4 4 0,5 1 0,0-1-4,0 2 0,-3-5 0,4 5 0,3 0 1,-6 0 0,0 5 56,1-2 0,1 1-8,6 4 1,1 0-1,-1 0-2,0 0 0,-4 0 1,0 0-6,1 0 1,2 1-41,1 4 1,0-3-19,1 2 1,-6-2-16,1-2 1,-7-2-97,2-2 0,-4 0 0,-2-4 74,-4 2 1,-3 1 0,-6 5 52,-1 0 1,1 0 0,0 0 0,-1 0 24,1 0 0,-1 0 0,3 2 0,0 1 23,3 2 1,4 6 0,-3-1-13,2 2 1,1-2 0,5 0-28,0 1 0,1 2 0,4-1 0,5 0-75,3-3 1,1-1-1,0 3 1,1-3-67,-1-1 0,5 2 133,0-4 0,1 6 0,-6-3 0</inkml:trace>
  <inkml:trace contextRef="#ctx0" brushRef="#br0" timeOffset="56">18242 3036 8408,'0'-14'0,"0"4"0,-1 2 0,-2 0-232,-2 0 0,-2 5-310,3-2 1,0 3 536,-5 2 0,4 2 1,-3 3 59,2 4 1,1 4-1,5 2-37,0-1 0,0-4 1,0-1 25,0 2 0,1-4 1,3-1-1,2-1-5,2 0 0,-3-1 0,4-4-48,3 0 1,0 0 0,3 0 0,-3-1-17,-2-4 1,3 2 0,-5-7-1,1-1-66,1-2 0,-5-1 0,3-2 0,-2-2-16,-3-1 1,-1-5-1,-2 3 1,-2-1 42,-2-4 1,0 4-1,-5-2 1,-1-2 38,2-1 1,-5-1 0,5-1 0,-1 0 24,-1 0 1,7 2-1,-2 1 1,4 4 58,1 1 1,0 7 26,0 4 1,0 25-1,0 4-5,0 8 0,0 5 0,0 0 0,1 3 17,4 2 1,0 1-1,8 4 1,3-2-66,0-2 1,6-1 0,2 3 0,3 0-34,2 5 0,13-17 0,9 0 0,3 4 0,0 1 0</inkml:trace>
  <inkml:trace contextRef="#ctx0" brushRef="#br0" timeOffset="57">19767 2590 8752,'-14'-7'-1397,"4"6"201,1-4 1079,-1 3 100,2 2 5,2-6-37,6 4 49,0-4 1,13 0 0,3-2-1</inkml:trace>
  <inkml:trace contextRef="#ctx0" brushRef="#br0" timeOffset="58">19767 2518 8558,'5'-10'0,"0"1"-462,-2-2 0,0-1 0,1 1 295,0 2 0,1 4 298,-5-5-130,0 7 0,0 8 3,0 9 0,0 5 0,0-1 0,-2 1-22,-2-1 1,2 3-1,-4-1 1,1 1-54,0 0 1,-1 0-1,3-4 1,-2 2-93,2-1 0,-4-2 163,2-2 0,-6-12 0,3-4 0</inkml:trace>
  <inkml:trace contextRef="#ctx0" brushRef="#br0" timeOffset="59">19911 2201 7269,'-13'-1'-562,"4"6"0,4 7 562,3 8 0,2 34 0,0 15 0</inkml:trace>
  <inkml:trace contextRef="#ctx0" brushRef="#br0" timeOffset="60">20084 2489 8558,'-15'-8'0,"6"-3"0,-1 5-86,-1-2 1,-2 4-170,-1 0 0,6 8 0,3 6 122,4 3 0,1 1 1,1 1-1,2-1 127,2 0 0,6 1 0,-1-1-29,3 0 0,-4-4 0,1 0 14,1 1 0,-5-3 1,1 0 19,-1-2 1,-4 1-313,3-3-3,-4-2 316,-1 4 0,0 1 0,0 1 0</inkml:trace>
  <inkml:trace contextRef="#ctx0" brushRef="#br0" timeOffset="61">20717 2547 8380,'0'-10'-704,"1"2"245,4 2 1,-2-4 0,7 4 475,1-2 1,2 5-1,1-4 17,1 1 1,1 4 0,3-4 4,5-1 0,-3 6 1,-4-6-1,-4 1-27,-3-4 0,-1 4 1,4 0-1,-2-1 140,-1-2 1,-7 1-100,2-2 1,-5 2 0,-5-2 0,-5 6-23,-2 2 1,-3 2-1,1 2 1,-2 2 3,-3 6 1,3-2 0,-3 2 0,3 1-26,1 2 0,1 1 0,1 0 0,2 1-22,1-1 0,7 1 1,-2-1-1,4 0-36,1 1 0,0-1 1,1-1-1,4-2-11,5-1 1,2-2 0,4 3 0,2-3-150,1-2 1,5 1 0,-3-4 207,1 2 0,15-18 0,8-8 0,5-3 0,1 0 0</inkml:trace>
  <inkml:trace contextRef="#ctx0" brushRef="#br0" timeOffset="62">21235 2403 8380,'-5'-15'0,"0"1"-721,2 0 0,-3-1 734,1 1 0,-2 6 27,3 3 0,0 4-7,-5 1 1,6 1 0,-2 4 0,3 4-23,2 4 0,0 2 1,0-1-1,0 0-16,0 1 1,0-1-1,2 1 1,1-1-21,2 0 0,4 1 0,-2-1 0,-1 1 9,1-1 0,2 0 1,-2-1-1,-1-2 13,0-1 0,1-1 0,-4 6 10,2-1 1,0-4 0,-5-1 0,-2 1 42,-3-2 1,-3 0 0,-6-5 0,-1 2-47,1-2 1,-5 0 0,0 1 0,1 0-49,2 0 0,-3-3 0,0-1-504,1 0 548,9 0 0,72-19 0,-19 7 0,0 0 0</inkml:trace>
  <inkml:trace contextRef="#ctx0" brushRef="#br0" timeOffset="63">21364 2561 8438,'-8'-1'-296,"2"-3"-606,-1 0 601,6-8 1,-4 11 300,10-4 1,3 3-1,6 2 1,1 0 3,-1 0 0,0 0 0,1 0 0,-1-1-26,1-4 1,-1 3 0,0-4 0,1 1 10,-1 0 1,1-1 0,-1 3 0,-1-4 7,-4-1 1,2 4 33,-6-6 1,-2 0-1,-7-4 1,-4 6 0,-7 3 0,-1 4 47,-3 1 0,3 0 0,-5 1 1,2 2-39,0 2 1,0 6-1,4-3 1,1 2-48,0 0 0,4-1 0,2 6 17,2-1 0,1 0 1,5 1-1,0-1-60,0 0 1,0 1-1,1-2 1,3-2-65,0-2 0,8-1 0,-3 4 1,2-3 112,-1 2 0,9-23 0,-3-6 0</inkml:trace>
  <inkml:trace contextRef="#ctx0" brushRef="#br0" timeOffset="64">21638 2345 8438,'0'-14'0,"0"0"0,0-1 0,0 1-524,0-1 1,-2 3 436,-3 2 1,2 2-1,-7 5 1,-1-2 172,-2 2 0,-1 3 0,0 3 0,-1 3-33,1 2 1,0 2 0,-1 4-1,1 1-16,-1-1 0,1 1 0,0-1 0,1 0-23,3 1 1,-1-1 0,6 0-1,2 1-26,1-1 1,2 1 0,0-1 1,0 0 0,0 1 0,0-1 0,2 1-14,3-1 0,-2 0 0,7 1 12,1-1 1,0 0-1,-1 1 6,-6-1 1,-2-4 0,-2-1 49,0 3 1,-2-6 0,-1 0-26,-2 1 1,-7-6 0,-1 4 0,-5-3-15,1-2 1,-1 0 0,0 0 0,-1 0-5,2 0 0,1 0 1,1 0-1,1 0-9,0 0 0,4-2-217,0-3 0,7 2 13,-2-6 1,10 5 0,5 0 0,3 2 73,1 2 0,0 0 0,1 0 1,-1 0 137,0 0 0,33 6 0,7 2 0</inkml:trace>
  <inkml:trace contextRef="#ctx0" brushRef="#br0" timeOffset="65">21681 2590 8445,'0'-15'0,"-2"6"0,-1-1-1664,-2-1 1735,0 5 1,7-1 19,3 7 0,-2 0 0,7-1 0,1-2-104,2-2 1,1 0 0,0 5-3,1 0 0,-1-5 0,0 0-29,1 2 0,-6 0 0,1-2 0,-8 4 45,-2-4 0,-8 3 0,-10 4 1,-1 3 45,1 4 1,-2-1-1,0 2 1,3 1-37,1 2 0,3-4 0,2 1 0,3 1-38,1 2 0,-2 1 0,4 1-48,2-1 1,1 0 0,4-1 0,3-2-85,4-1 1,6-5 0,2 3 0,4-2 158,1-3 0,41-7 0,13-4 0</inkml:trace>
  <inkml:trace contextRef="#ctx0" brushRef="#br0" timeOffset="66">22026 2532 8445,'0'-14'-75,"-2"4"1,-1 1-346,-2-2 0,-1 4 341,1 2 0,2 9 0,-5 2 0,2 2 55,2 3 1,-2 2 0,1 1-1,1 2 54,-3 3 0,6-3 1,-4 4-1,3-4-67,2-2 0,0 0 0,0 1 72,0-1 1,0-4 104,0-1 1,2-7-143,3-2 0,1-6 1,5-9-1,-3 1-31,-2-1 0,6 1 1,-3 0-1,4-1-56,1 1 0,-2-1 1,-1 1-1,2 0 2,-2-1 1,5 1 0,3 1 0,-1 2 29,-2 1 0,-2 7 53,0-2 0,-1 5 1,-3 5 33,-6 5 1,-2 3 0,-2 1 0,0 0-7,0 1 0,0 1 0,0 1 0,0 2-27,0-1 1,0-2 0,0-2-17,0 1 0,0-1 0,2-1-179,2-3 0,0 1 198,5-6 0,7-52 0,7-17 0</inkml:trace>
  <inkml:trace contextRef="#ctx0" brushRef="#br0" timeOffset="67">22429 2245 8445,'-10'0'-1552,"2"1"1355,2 4 0,-4 5 0,6 7 247,0 2 0,-2 2 0,1-2 0,2 5 45,1 3 1,-2 2-1,-1 0 1,2 0-63,1 0 1,-3 4 0,0 1 0,2-2-28,2-2 0,-4-3 1,0-1-1,2-2-99,1 1 1,2-4 0,0-2 0,0-3-345,0-1 437,-6-1 0,4-38 0,-4-9 0</inkml:trace>
  <inkml:trace contextRef="#ctx0" brushRef="#br0" timeOffset="68">22314 2547 8445,'1'-15'-444,"4"1"0,-2 0 0,5-1 0,0 2 458,0 4 0,0 1 1,4 5-1,-3-2 2,2 2 0,2 1 0,2 2 162,-1 0 0,0 6-170,1 4 0,-3 3 0,0 1 1,-4 1-3,-2-1 1,-1 0 0,-4 1-1,3-1-8,0 0 0,1-4 0,-5 0-65,0 1 0,0 2 0,0 1-162,0 0 1,0 1-368,0-1 596,0-6 0,7-33 0,1-15 0</inkml:trace>
  <inkml:trace contextRef="#ctx0" brushRef="#br0" timeOffset="69">22616 2360 8445,'0'-8'-2478,"-2"1"2423,-2 7 1,2 7 54,-3 2 0,-3-2 0,0-1 0</inkml:trace>
  <inkml:trace contextRef="#ctx0" brushRef="#br0" timeOffset="70">22745 2604 8364,'0'-14'-612,"0"-1"302,0 1 0,-6 1 508,-4 4 1,-2 2-179,-3 7 0,1 7 1,1 2-1,2 3 22,1-3 1,5 4-1,-3-4 1,2 4-69,3 2 0,0-1 1,0 0-11,-2 1 0,0-6 1,7-1 33,2-1 1,0-2 0,5-5-52,2 0 1,2 0 0,1 0-21,1 0 1,-1-5 0,1-2 0,-1-1-23,0-3 0,-1 3 0,-2-1 0,-1-1-6,1 2 0,-3-5 0,2 5 44,1 0 1,2-3 94,1 6 1,-6 2-4,-3 8 1,-4 3 0,-1 6-29,0 1 0,0-1 0,0 0 0,0 1-68,0-1 1,5 1 0,0-1-1,0-1-81,1-4 1,-3 3 141,7-8 0,19-18 0,9-10 0</inkml:trace>
  <inkml:trace contextRef="#ctx0" brushRef="#br0" timeOffset="71">23134 2158 7693,'1'-8'-331,"4"3"1,-3 10-1,3 6 1,-4 7 386,-1 6 0,0 3 1,0 2-1,0 1 43,0 4 1,-5-2 0,1 6 0,-1 2-108,-2 2 0,6 1 0,-4-1 0,2-4-1,-2-5 1,3 1 0,-2-4 0,0-4-151,0-4 0,2-2-36,-3-6 0,4-8 195,1-6 0,12-64 0,-4 21 0,0 0 0</inkml:trace>
  <inkml:trace contextRef="#ctx0" brushRef="#br0" timeOffset="72">23321 2058 8385,'1'-7'-446,"4"7"1,-3 7 0,3 7 0,-4 2 513,-1 3 0,0 2 0,0 4 0,0-1-20,0 2 1,0 3 0,0 3 0,0 1-52,0-1 0,0 3 1,0-1-1,0-2-57,0-2 0,0-1 0,-1 0 1,-3 0-5,0-1 1,-3-4-1,4-1 1,-2-2-165,2-4 0,-3 4 228,1-2 0,0 0 0,11-36 0,2-9 0</inkml:trace>
  <inkml:trace contextRef="#ctx0" brushRef="#br0" timeOffset="73">23450 2504 8385,'8'-15'-674,"-1"1"82,-7-1 566,0 7 1,0 4 103,0 8 0,0 0 0,0 5-34,0 2 1,0-3-1,1 0-51,4-1 0,3 2 0,7-4-7,-1-2 0,0-1 1,1-2-3,-1 0 1,0 0 0,1 0-9,-1 0 0,1-5-54,-1 0 94,-6 1 0,-2 10 0,-6 4 0,0 2 10,0 3 1,-1 5 0,-4 4-1,-5 5-24,-2 5 0,-3 3 0,1 6 0,-2 0-6,-3 0 1,3 2 0,-3 0 0,1-1-27,-1-2 0,3-4 0,-3 1 0,3-7 13,1-7 0,-4-6 1,0-9-1,1-5 10,2-4 0,7-2 0,-1-6 0,-1-5 7,-2-6 0,4-3 0,1 2 1,0-3 4,0-1 1,4-4-1,0 5 1,2-2-14,2 0 0,0 5 0,2-4 0,2 1-76,6-1 0,0 6 1,2-2-1,4 3-149,0 1 1,2 1 232,1 0 0,42-7 0,16-2 0</inkml:trace>
  <inkml:trace contextRef="#ctx0" brushRef="#br0" timeOffset="74">24386 2230 8424,'-10'0'-548,"0"0"0,2 7 0,-1 2 448,4 4 0,3 6 1,2 2-1,0 1 0,0 4 1,0 6 0,0 1 0,0 1 184,0 1 0,0-3 0,0 5 0,0-2-147,0-3 1,5-2-1,2-2 1,-1-4 61,0-5 0,-1-35 0,-5-10 0</inkml:trace>
  <inkml:trace contextRef="#ctx0" brushRef="#br0" timeOffset="75">24112 2504 8424,'0'-15'-887,"2"2"0,1 2 941,2 2 1,4 4 0,-2-3-1,1 1-5,3 4 0,6 2 0,4 1 0,2 0-6,2 0 0,-2 0 0,2 0 0,4 0-34,3 0 1,3-5 0,-5-2-1,1 1-19,-4 0 1,-1-4-1,2 4 1,1-2-9,0-4 1,-7 0 0,-3-3 0,-3 1 3,-1 0 0,-1-1 1,-1 1-1,-3-1-11,-6 1 1,3 0 49,-2-1 0,-2 7 1,-8 3-16,-5 4 1,2 2 0,-1 4 0,-2 5 12,-2 3 0,0 3 0,2 1 0,3 4-19,1 1 0,-2-3 1,4 4-1,2-1-4,1 1 0,-2-4 0,-1 5 0,2 0-5,1-2 0,2-1 0,0-7 0,2 1 0,2-1 1,0-1-1,5-4 40,2-4 0,2-3-24,1-2 0,-1-7 0,-2-2 1,-3-4-10,-1-1 0,2 4 0,-2 1 0,-1-3-39,1 0 0,2 2 0,-4 0 0,0 1 4,1 1 1,-4 0 39,3 3 1,1 5 22,-1 0 0,0 2 1,-5 7-1,1 2-13,4 2 0,-3-3 1,2-1-1,0 3-5,0 0 0,0 3 1,5-1-55,2 0 1,2 1 0,1-2-57,1-4 1,-1 2-1,1-4 1,-1-1-158,0 1 0,1-3 0,-1-4 255,1 0 0,18-32 0,6-8 0</inkml:trace>
  <inkml:trace contextRef="#ctx0" brushRef="#br0" timeOffset="76">24990 2532 8424,'-7'-9'-702,"-2"-1"-692,-4-1 1919,5 5-238,-5-1 1,13 7-160,0 0 1,2 0 0,7 0-127,3 0 1,0 0 0,3 0 0,-1 0 15,1 0 1,-6 0 0,1 0-1,1 0-72,2 0 0,-4 0 0,-1-1 0,0-3-227,0 0 0,-3-1 207,5 5 1,-9 0 0,-1 0 113,-8 0 1,-5 0 0,-1 0 0,0 0 152,-1 0 0,-4 1 0,0 4 0,1 5 17,2 3 1,2 1 0,0 0 0,1 1-103,3-1 0,4 0 0,6 1 0,3-1-393,7 1 0,6 1 0,14 0 285,4-2 0,34-17 0,15-8 0,-20 0 0,-1 0 0,0 1 0</inkml:trace>
  <inkml:trace contextRef="#ctx0" brushRef="#br0" timeOffset="77">25795 2590 8716,'0'-15'-333,"-4"6"-1517,-1-1 1966,0 1 0,11-4 1,4 2-5,3 1 1,1 5 0,1-3 0,-1 0-73,0 0 0,6 0 1,0-3-1,1 2-25,0-3 0,3 0 0,-5-1 0,-1 2-37,-2 1 0,-4 0 1,-2-4 22,-5 0 1,-4 4 0,-2 2 0,-6 2-2,-7 2 1,-7 3 0,-8 1 0,1 1 25,-1 4 1,0 3 0,0 5 0,1-2 23,-1-1 1,6 1-1,4 7 1,3 1-25,2-2 1,4-1 0,2-1 0,2 1-20,3 3 1,3-3 0,4 5 0,8-2-14,5 0 0,1 0 1,6-6-1,1-2-98,3-1 1,0-2 0,1 1-1,1-2-87,4-1 0,-4-4 1,4 3-1,-4-4 191,-1-1 1,6-25 0,2-7-1</inkml:trace>
  <inkml:trace contextRef="#ctx0" brushRef="#br0" timeOffset="78">26083 2489 8716,'8'-14'-17,"-3"-1"1,-3 1-227,-2 0 1,1-1-57,4 1 0,3 6 0,6 3 280,1 3 1,-1 2-1,0 0 1,1 2 83,-1 3 0,-4 3 1,-1 6-1,3 1-104,0-1 0,-2 0 1,0 1-1,-1-1 19,-1 1 0,0-1 0,-5 0 0,2 1-10,-2-1 1,-1 0 0,-2 1 2,0-1 0,0 1 0,-2-3 14,-2-2 0,0 1 0,-5-6 60,-2-2 1,4-3-41,2-5 1,4-3 0,1-6 0,0 0-7,0-1 0,1-4 0,3 0 0,2 1 0,2 2 0,2 2 0,4 0 0,0-1-2,1 1 0,1-1 0,1 1 0,2 1-5,-1 4 0,3-3 0,0 8 0,-1 0-11,1 3 1,-2 1 0,-4 0-1,-1 1 6,1 4 1,-3 3 0,0 7 0,-4-1 5,-2 0 0,-1 1 0,-5-1 0,0 1 6,0-1 0,0 0 1,0 1-1,-2-1 9,-3 0 1,2 1-1,-6-1-4,-3 1 1,0-7 114,-3-4 0,1-2-51,-1-2 1,7-6-1,4-4 1,2-3-43,2-1 0,0-1 0,0 1 1,0 0-20,0-1 0,0 1 0,2 0 0,2-1-45,6 1 1,1-1 0,0 3 0,1 0-100,4 3 0,-2 1 0,5-2 0,-3 5-125,-2 4 0,1 1 0,-1 0 260,1 0 1,44 19 0,11 5 0</inkml:trace>
  <inkml:trace contextRef="#ctx0" brushRef="#br0" timeOffset="79">26831 2460 8538,'-14'-4'-126,"-1"-1"-18,1 2 0,0-4 1,-1 2-1,1 2 160,0 2 0,-1 7 1,1 2-1,-1 2-56,1-1 1,4 1 0,1 4-1,-1 1 40,2-1 0,2 0 0,6 1 0,0-1-44,0 0 1,0 1 0,1-2 0,3-2 43,0-2 1,8-5-1,-3 2 1,6-1 10,4 0 1,-3-1-1,3-4 1,-3-1-52,-2-4 1,1 3 0,-2-4 0,-2 0-10,-2-4 0,-4 2 1,3-2-1,-2-1 39,-2-2 1,2 4 0,-1-1 0,-2-1 0,-1-2 1,-2-1 0,0 0-1,0-1 16,0 1 0,0 4 0,0 1 0,0-3 7,0 0 1,0 2-1,1 0-29,4-1 0,3 5 0,6-1 1,1 3-8,-1-1 0,1 0 0,-1 5 0,0 2 20,1 2 0,-1 3 0,1 4 0,-1-1-1,0 1 1,1 2 0,-1 1 0,-1 0 8,-4 1 0,3-1 0,-8 1 0,0 1-1,-3 3 0,-1-3 0,0 3 0,0-3 3,0-2 1,-6 1 0,-4-1 0,-3 0 18,-1 1 1,0-6 0,-1-1 10,1-1 0,1-4 56,4-8 0,2-3 0,7-6 0,0-1-28,0 1 1,0-5 0,0 0 0,0-1-68,0 0 1,5 4 0,1-3 0,1 3-78,-1 1 0,5-1 0,-1 0 0,1 0-194,-1 3 1,7 4 271,-2-1 0,-4-3 0,-5 5 0</inkml:trace>
  <inkml:trace contextRef="#ctx0" brushRef="#br0" timeOffset="80">27752 2834 17935,'-10'-6'-1956,"1"-4"0,6-9 1,-4-3 1512,1 0 1,4 1 0,-3 6-1,4 1 268,1 0 0,0-6 1,0 0-1,1-1 220,4 0 1,-2-5-1,7 3 1,1-6-9,2-5 1,6 4 0,2-4 0,1 4-26,4 1 1,1-5-1,2 3 1,0 2-19,-1 3 0,1 9 1,0-3-469,0 4 1,-7 8 449,-3 4 1,-9 8 0,-5 6-1,-4 3 1,-1 1 0,0 1 0,-1-1 0,-4 2 56,-5 3 0,-2-1 0,-3 4 0,1 0 8,-1 1 1,-1-1 0,-1 4-1,-4-4-16,-1-1 0,2 3 0,-4-3 0,-1 1 5,-2 4 1,-2-4 0,2 0-1,1-1 18,2-3 1,2-4 0,-2-3 0,5-3 289,3-1-183,1-2 1,11-12 0,7-2-203,10-4 0,10 3 1,1 2-1,4 0-205,0 0 0,9 3 274,6-4 1,18-2 0,11-1-1,-18 2 1,0 0 0,-1 0-1</inkml:trace>
  <inkml:trace contextRef="#ctx0" brushRef="#br0" timeOffset="81">28759 2590 11951,'5'-19'-531,"0"0"0,-1 1 254,3 2 1,-6 2-1,6-1 1,-2 1-163,-1-1 1,3 6 0,-4-1 652,2-1 1,1 0 0,-3 0-59,2 1 1,-2 7-62,-7-2 1,-4 10 0,-7 4 0,1 4-97,-1 2 1,-4 4 0,0 2 0,0 1-99,-2 4 0,5-4 0,-3 2 0,3 0 80,2-2 1,-1 4 0,2-5 0,2-1 1,2 1 1,5-2-1,1-6 30,6-3 0,5-4 1,7-6-1,1-1 74,3-4 0,-1-3 1,6-7-1,1-1-38,2-3 1,-3-2 0,-1-4 0,-1 1-162,0-2 0,-4-6 0,1-1 0,-3 1-28,-1 1 1,-6-4 0,-1-2 0,-1-1 34,-4 0 1,-2 4-1,-1-4 1,0-2 37,0-2 0,-4-1 0,-1 0 0,0 0 48,-1 0 1,4 4-1,-3 4 1,4 3 109,1 5 0,-2 9-110,-3 4 1,4 9 0,-4 13 0,2 8-35,-2 5 0,3 3 0,-3 5 0,4 1-2,1 4 1,-5-4 0,0 5 0,2 0 3,1 4 0,2-3 0,2 3 0,1-1-33,2-1 1,1 5 0,-1-4 0,3 2-10,0-2 0,5 2 0,-3-6 0,2-1 20,3 2 0,-1-6 0,1 0 0,-1-8-119,0-5 278,1-2 0,18-25 0,6-7 1</inkml:trace>
  <inkml:trace contextRef="#ctx0" brushRef="#br0" timeOffset="82">29133 2460 9424,'2'-12'0,"1"0"-110,2 3 0,0-1-695,-5-4 592,0 6 0,0 3 250,0 10 0,0 3 1,-2 6-1,-1 1-8,-2-1 1,0 5 0,5 0 0,0-1-75,0-2 0,0-2 1,0 1-1,0-1 21,0 0 0,0-4 0,0 0-16,0 1 1,2 0-1,3-1 0,3-4 0,6-6 80,0 0 1,-4-2 0,0-2-1,1-6-39,1-3 0,3-1 0,-1-1 1,1 1 7,-1 0 1,-4-1-1,-1 1 1,1 0-22,-2-1 0,0 6 229,-3-1-162,-4 0 1,6 4 0,-7 6-85,0 8 0,0 5 1,0 1-31,0 1 1,0-1 0,0 0 0,0 1-167,0-1 1,6 0 0,2 1-185,0-1 419,5-6 0,20-1 0,14-7 0</inkml:trace>
  <inkml:trace contextRef="#ctx0" brushRef="#br0" timeOffset="83">29478 2518 9139,'0'-14'-691,"0"-1"1,0 1 0,0-1 774,0 1 1,2 0-157,3-1 1,3 6 0,6 1 162,1 1 1,-1 2 0,0 7-54,1 3 1,-6-2 0,-1 7 0,-1 1-50,-4 2 1,0 1-1,0 0 1,2 1 10,-2-1 0,-1 1 0,-2-1 1,0 0-24,0 1 1,0-1 0,-2 0-1,-1 1 19,-2-1 0,-1-4 1,3-1-1,-4 3 10,-1 0 1,5-2-1,-3-2 16,-1-2-21,-1-1 1,0-6 0,4-4-22,2-5 0,2 2 1,0-1-1,0-3 28,0 0 0,5-3 0,1 1 0,1-1 6,-1 1 0,5 0 0,-3-1 0,2 1 3,-1 0 0,-4 1 0,3 2 0,0 3 50,0 1 1,-3-2-42,5 4 0,-6 2-19,6 7 0,-7 4 1,2 7-1,-4-1-34,-1 1 0,0-1 0,0 0-4,0 1 1,0-1 0,0 0 0,0 1-72,0-1 1,0 1 0,0-1-182,0 0 1,0-4 294,0 0 0,-6-20 1,-2 0-1</inkml:trace>
  <inkml:trace contextRef="#ctx0" brushRef="#br0" timeOffset="84">29766 2388 6228,'0'72'0</inkml:trace>
  <inkml:trace contextRef="#ctx0" brushRef="#br0" timeOffset="85">29881 2532 8584,'8'-14'-510,"0"4"-409,-3 1 1001,-3 6 1,-2-4-39,-10 7 0,-1 2 0,0 1 0,3 3 6,1 2 0,-4 2 1,3 4-88,0 1 0,0-6 0,5 1-12,-2 1 0,-1-5 1,3 1-108,-2-1 138,0-4 1,7 4 0,2-7-10,6-4 1,-2 2-1,2-7-9,1-1 0,2-2 0,1-1 0,0 1-8,1 3 0,-6-1 0,1 5-8,1-2 1,2 5 42,1-2 0,-4 3-51,-1 2 0,-5 7 1,0 2 36,-2 4 0,-2 1 0,0 1-97,0-1 0,0 0 0,2 1 13,2-1 0,0-4 0,5-2 107,2-2 0,-3-1 0,2-5 0,1 0 0,2 0 0,-3 0 0,-1-2 0,2-1 0,2-2 0,0-6 0,-2 2 0,-1-4-7,1-2 1,0 1 0,-1 0 0,-4-1 83,0 1 1,-2 0 0,4-1 0,-2-1 32,-3-3 0,-1 3 0,-2-3 1,0 3 14,0 1 1,0 6-1,-2 1 1,-1 0 2,-2 0 1,-6 5 0,1-2-99,-2 3 0,-1 4 0,2 1 1,3 3-72,1 2 1,1-3-1,3 5 26,-2 1 0,0-3 0,5 2-6,0 1 0,2-5 1,1 1 16,2-1 0,6-4 0,-2 2-1,4-2 0,-3 0 0,-1 2 1,-1 4 0,4 7 20,-3-1 0,-6 1 0,2 1 1,-3 3 12,-2 5 1,-7 3 0,-2 3 0,-4 4-26,-1 4 0,-2 5 0,-2 4 1,-3 2-5,-1 2 1,-2-6 0,-3 0 0,1-7-7,2-2 0,5-3 1,-3-6-1,1-4 10,3-9 1,2-6-1,0-8 1,-1 0 33,-2 0 0,-1-2 1,8-2-1,0-6-6,3-3 0,1-1 0,-3-2 1,3-2-23,1-1 1,2 0 0,5 5 0,0-2-113,0-4 0,2 4 0,3-3 0,4 3-145,4 2 1,3-5 0,3-1-1,5 3 247,4 1 0,8 2 0,7 1 0,4-2 0,-1-1 0</inkml:trace>
  <inkml:trace contextRef="#ctx0" brushRef="#br0" timeOffset="86">30831 2331 28900,'0'-10'-4916,"0"1"1,5-1 3536,-1-4 1,3 4 1753,-2 1 1,3 1 0,6-4-1,0 4 116,1 2 0,-1-4 0,2 4 0,2-2-241,1-3 1,6-2 0,-2-1 0,1-1-128,0 1 1,-5-1 0,3 1 0,-1-2-208,-3-3 1,-2 3 0,-3-3 0,-4 3-348,-4 1 1,-4-4-1,-1 0 378,0 1 1,-1 9 0,-4 4 0,-4 3 443,-4 2 0,-2 0 1,1 4-1,0 4-349,-1 6 0,-4 5 0,0 0 0,0 5-244,-2 4 1,5 0-1,-5 3 1,2 2-80,0 6 0,0 2 0,4 2 0,1 2-95,-1 3 0,1 2 1,0 2-1,1-4-49,3-3 1,4-3-1,6-2 1,0-4 63,0 0 1,0-4-1,0-8 1,0-4 105,0 1 0,0-5 1,-2 3-1,-3-3-589,-4-1 1,-4-3 0,-1 0 839,-1-3 0,-12-31 1,-3-4-1</inkml:trace>
  <inkml:trace contextRef="#ctx0" brushRef="#br0" timeOffset="87">30529 2647 17133,'9'-24'0,"1"2"-722,1 1 1,2-1 0,1 6 0,1 3 1745,-1 0 0,7 7 0,3 1 1,3 4-809,2 1 1,-1 0 0,1 0 0,0 0-125,0 0 1,-2 0-1,-3 1 1,-3 2-230,0 2 1,-4 5 0,5-5 0,-1-1 12,-3 3 0,-2-4 0,-2 5 0,1-2 83,-1-2 1,-4-3 722,-1-1 0,-4 0-80,5 0 0,-9 0 0,-1 0-130,-8 0 1,-5 0-1,-1 0-224,0 0 0,-1 5 0,2 1 0,2 1-263,2-1 1,4 0 0,-3-1-82,1 5 1,3-2-1,4 1-505,0 3 0,1-4 1,4 0 468,5-2 1,2 0-1,3-2 1,-1 0 75,1 0 1,1-3 0,1-1 0,2 0 56,-1 0 1,-2-1 0,-2-3 142,1 0 0,-2-8-609,-4 3 0,-4-4 0,-10 0 177,-4 4 0,-4-3 0,-2 6 1,1-2 188,0-3 0,4 3 0,0 0 1,1 0 585,1 0 0,-3 3-644,6-4 0,2 1 1,7-2 191,6 5 1,3-1 0,3 1-1,1 2-25,3 1 1,0 2 0,-2 0 0,3 2-219,1 3 1,-4-2-1,1 6 1,-3 3 62,-2 0 1,-1-2 0,-2 0 0,-1 1-191,1 1 1,-5 3 0,-1-1 0,-3 1 938,-2-1 0,0 0 0,-2-1 0,-1-2-889,-2-1 0,-6-2 1,1 3 151,-2-1 1,-3-7-330,1 2 0,6-5 0,3-5-196,3-5 1,2-2-1,0-3 1,2 1 222,3-1 0,-2 1 0,5 0 0,0-1 219,0 1 0,2-1 0,2 1 0,0 1 125,-3 4 0,1-4 1,4 5-1,1-2 49,-1 1 0,0 6 99,1-2 1,12 10 0,3 3 0</inkml:trace>
  <inkml:trace contextRef="#ctx0" brushRef="#br0" timeOffset="88">31608 2475 11967,'-15'0'-709,"1"1"1,0 3 420,-1 0 1,6 9 0,1 0 0,1 5 200,4-1 1,-3-1-1,1-2 1,2 1 31,1-1 0,2 1 0,0-1 11,0 0 1,0 1 0,2-2 3,2-4 0,4 2 1,7-6 73,-1-2 0,-4-1 0,-1-2 1,3 0-30,0 0 0,3-6 0,-1-2-65,0 0 0,-4-4 1,-2 6 22,-2-2 0,4-2 1,-4-2 50,2 2-83,-4 4 204,2 6 0,-6 1-124,0 4 0,0-2-47,0 7 1,6-2 0,2 3 36,0-1 0,5-7 0,-3 2 48,3-4 1,1-1 0,0 0 18,1 0 1,-1 0 0,1-1-16,-1-4 1,-5 3 0,-1-4-210,-1-1 1,2 4-328,-4-6 517,0 5 0,-5-2 0,0 6 0</inkml:trace>
  <inkml:trace contextRef="#ctx0" brushRef="#br0" timeOffset="89">32097 2604 9305,'-15'0'-269,"6"0"1,-1 0 0,-1 2 222,-2 3 0,-1-2 1,0 5-1,-2 0 97,-4 0 0,9 0 1,-3 3-1,1-3-9,0-2 0,4 4 0,1-4 16,1 2-79,2 2 0,12-2 0,2-3 11,4-4 1,2-1 0,-1 0-62,0 0 1,1-4 0,-2-3 0,-2 1 4,-2-1 1,1-4 0,4 3 18,1 0 0,-3-5 0,0 5 19,-3 0 1,-4-3-10,5 6 54,-1 1 1,-1 5-32,-3 4 0,-3-2 0,-2 7 0,1-1-94,4-1 1,-3 5-1,2-3-109,-2 3 0,3-4 1,0 1-191,-2 1 401,-2-5 1,6-6 0,1-8-1</inkml:trace>
  <inkml:trace contextRef="#ctx0" brushRef="#br0" timeOffset="90">32269 2590 9374,'10'-7'-1176,"0"-2"0,-6 2 1148,6 3 0,-7 4 1,2 4 26,-3 6 1,-2-2-1,0 2 1,0 1 37,0 2 1,0 1 0,0 0 0,-2 1-34,-3-1 0,4-4 1,-4-1-1,2 3-15,-2 0 0,2-2 0,-5 0 27,1 1 1,1-3 37,1 1-38,4-5 1,-6-4 0,7-10-31,0-3 0,7-1 0,1-1-64,-1 1 1,6 1 0,-3 2-208,3 1 0,1 2 300,0-1 0,1 2 1,-1 7-1</inkml:trace>
  <inkml:trace contextRef="#ctx0" brushRef="#br0" timeOffset="91">32629 2590 8410,'-14'0'-299,"-1"0"0,1 0 0,0 1 0,-1 3 58,1 0 0,-1 8 0,1-3 0,1 6 289,4 4 1,1-3 0,5 3 0,-2-3 39,2-2 1,1 1 0,2-1 0,0 1 121,0-1 0,6 0 0,4-1-135,3-3 1,1-4-1,0-6 1,1 0-61,-1 0 1,1 0 0,-1 0 0,0-2-26,1-2 1,-1-4 0,1-5 0,1 0-47,3-1 1,-6 3-1,2-9 1,0 4-61,-4 2 0,0-7 0,2-3 0,-2-3-15,-1-2 1,-2-1 0,3-2 0,-3-5 65,-2-4 1,4-1 0,-4-9 0,1 0 31,-1 0 0,5 3 0,-3-5 1,2 0 68,0 2 1,-2 3-1,1 10 1,-4 6 156,-3 6 0,-4 12 0,-3 12-67,-4 10 1,-6 8 0,-2 14 0,-3 4-85,3 4 1,1-1-1,3 1 1,3 2 15,6 2 1,2 3 0,4 1 0,4 4-46,8 1 1,9-3 0,14 5-1,11 1-157,-19-26 0,2 0 0,4 1 0,2-1 144,1 2 0,6-2 0,5-4 0,8-1 0,1 0 0,8 2 0,-1-1 0,1 1 0</inkml:trace>
  <inkml:trace contextRef="#ctx0" brushRef="#br0" timeOffset="92">1151 4201 17482,'0'-14'-1387,"0"0"1,-2-1-1,-1 1-411,-2-1 757,0 7 1232,-1 2 1,4 12 0,-2 4-99,2 3 0,2 1 0,0 2 0,-2 2-22,-2 1 1,2 7 0,-3-2 0,4 3-52,1 1 0,-2 1 0,-1 0 1,-2 1-167,2 4 1,-4-2-1,3 5 1,-1-1 158,-2 1 1,4 2 0,-5 2-1,0-1 5,0-1 0,0-8 0,-3 5 0,1-3 41,-1 1 0,5-5 1,-1-7-1,3-1-244,-1-4 0,-2-1 1,4-1-72,-2-1 1,1-4 465,4-1 0,12-25 1,4-1-1</inkml:trace>
  <inkml:trace contextRef="#ctx0" brushRef="#br0" timeOffset="93">1079 4619 16246,'0'-21'-1148,"5"3"0,-1-6 0,1 0 741,2 2 1,-6-4 0,6 7 0,-3 2 542,1 1 1,5 1 0,-4 2 0,2 2 122,3 2 1,-3 4 0,2-3 0,1 1-86,2 4 0,-4 2 1,1 1-1,1 1-216,2 4 0,0-2 1,-2 7-1,-1 1-102,1 2 1,-3 1 0,0 1 0,-2-1-67,-3 0 1,1 1 0,-1-1-1,2 1 121,-2-1 0,-2 0 1,-1 1-1,-1-3 102,-4-2 1,2 3 0,-5-4 0,0 3-30,0-3 1,3 2 0,-5-4-36,-1 1 1,0-3 0,0 3-529,1-2 663,1-1 21,1-5 1,27-51-1,13-13 1</inkml:trace>
  <inkml:trace contextRef="#ctx0" brushRef="#br0" timeOffset="94">1395 4475 15527,'15'-8'-1263,"-6"1"1820,1 7-717,-7-6 0,3 11-327,-6 0 1,0 6 0,0 3 295,0 1 0,0-1 0,0 0 1,0 1-18,0-1 1,0 0-1,0 1-5,0-1 1,0 1-360,0-1 365,0-6 0,0-8 0,0-10 1,0-2 45,0-3 0,5 1 0,0-1 0,0 1 48,1 0 1,-3-1-1,5 1 1,0 0 179,0-1 0,-3 2 0,3 2 0,0 3 7,0 2 1,2-4 120,4 5 1,1 1-189,-1 4 0,7 25 0,1 7 0</inkml:trace>
  <inkml:trace contextRef="#ctx0" brushRef="#br0" timeOffset="95">1654 4489 10350,'15'-6'-1899,"-1"4"2036,-6-4 1,-3 7-89,-10 4 1,2-2 0,-5 7-21,1 1 1,-2 2 0,4 1-80,2 1 0,1-1-2,2 0 1,2-1-1,3-3-9,4-5 0,-1-4 0,2-1 0,1-1 35,2-4 1,-4 2-1,-1-7 1,0-1-10,0-2 0,-4 3 0,2 1 0,-1-2-7,0-2 0,-1-1 1,-5-1 7,-4 1 0,2 4 0,-7 2 1,-1 2 37,-2 3 1,-1 1-1,-1 2-42,1 0 0,0 2-127,-1 2 143,7 4 1,34 13 0,14 2 0</inkml:trace>
  <inkml:trace contextRef="#ctx0" brushRef="#br0" timeOffset="96">1971 4187 10350,'0'-14'-555,"0"-1"1,-5 1-228,0-1 0,0 4 724,5 6 1,0 12 0,0 14 133,0 1 1,0-3-1,0 5 1,0 2-50,0 1 0,5 2 0,2 1 0,-1 2 6,0 2 0,1 4 0,-4-3 1,2 0-81,-2 0 0,0 5 0,0-1 0,2 1-45,-2-2 0,-1 2 0,-2-6 1,0-1-8,0 2 1,-5-4 0,0 1 0,2-7-55,2-5 0,-1-9 121,-3-2 0,4-7 0,-4-2 1,3-10-16,2-7 1,0-1-1,0-4 1,0-1 54,0 1 0,0 3 0,0-5 0,0-2 15,0-1 0,0 3 0,0 2 1,0-1-5,0 1 0,0-2 0,0-3 0,0 1-2,0 2 1,2 2-1,1-4 1,3 2 48,2-1 1,-3 4-1,5 2 1,-1 3-6,-1 1 0,5 6 1,-3 1-1,2 1 6,3 4 0,-1 3 0,1 3-7,-1 2 0,0 6 0,1-1-57,-1 3 0,-6 1 1,-1 1-27,-1-1 1,-4 0-1,2 1 53,-2-1 0,-2 1 0,-2-1 19,-2 0 0,0-4 1,-5-1 69,-2 3 1,-2-4 37,-2 1-381,1-6 52,6 4 1,3-7 224,10 0 0,35-26 0,14-6 0</inkml:trace>
  <inkml:trace contextRef="#ctx0" brushRef="#br0" timeOffset="97">2431 4489 10350,'8'0'-1464,"-1"0"1618,-7 0 0,-2 0-117,-3 0 1,2 5-1,-5 1-197,2 2 1,1 2 65,5 4 1,0-4 49,0-1 0,1-5 2,4 0 1,3-2 0,5-4-6,-3-2 1,2-4 0,-4-7 0,2 1-73,-1 0 1,-5-1 0,0 1 59,-2-1 1,-2 1 0,0 0-37,0-1 1,0 6 0,-2 1 16,-2 1 1,0 2 0,-5 7 0,-1 3-30,2 4 0,0 3 0,5-1 0,-2-2 109,2 3 1,2 26 0,1 8-1</inkml:trace>
  <inkml:trace contextRef="#ctx0" brushRef="#br0" timeOffset="98">2776 4417 8681,'0'-14'0,"0"-1"-656,0 1 0,-1 1 1,-2 2 1245,-2 1 0,-2 2-777,3-1 1,-4 2 228,-7 7 1,6 2 0,1 3 0,0 3 3,0 0 0,5 5 1,-4-4-1,2 4-84,1 1 0,-1-4 0,5 0 52,0 1 1,0 2-41,0 1 0,0-4 13,0-1 1,1-6 0,4 2 39,5-3 1,-2-2 0,0-2 0,0-1 11,0-2 1,-4-4 0,4 2-47,-1-1 1,4 0 16,-1-1 12,-4 2 0,5 9 1,-6 3-20,-2 4 1,0 9 0,1 3 0,0 1 1,0 3 1,-3 7 0,-1 4 0,0 0 30,0 4 1,-5 2 0,-1 1-1,0-1-14,-1-4 1,-4 0 0,1-7-1,-2-4 61,-3 0 1,-6-6-1,-1-2 1,-2-4 24,0-6 0,0-3 0,-5-6 0,-1 0-35,-4 0 1,9-1 0,-2-4-1,4-4-56,6-4 0,-1-3 0,2-2 1,0-1-55,3 1 0,9 2 0,-1 2 1,3 0-179,2-1 1,0 1 0,2 1 0,1 2 9,2 1 0,11 2 0,0-3 0,3 3-389,2 2 602,4-6 0,49-8 1,-28 5-1,1-1 0</inkml:trace>
  <inkml:trace contextRef="#ctx0" brushRef="#br0" timeOffset="99">3035 4532 9668,'7'-8'-259,"-6"-4"-558,4 2 1,2-3 636,-3-1 1,3 1 0,-4 2 440,2 1-126,0 1 1,-7 1-1,-3 3-66,-4 3 1,1 4 0,-2 3 0,-1 4 14,-2 4 0,-1 6 1,-1 0-1,1-1-76,-1-2 1,1 0 0,0 1-37,-1 3 0,7-1 0,2-6 1,1-2 17,0-2-8,1 1 1,10-2 0,4-3 10,2-4 1,3-7-1,-3-4 1,0-2-37,-3-3 0,1 1 0,4-1 0,1 1-26,-1 0 1,-4-1-1,-1 2 1,1 2-79,-2 2 0,0 4 59,-3-5 1,1 4 105,4 1 1,-4 2 0,-6 13 0,0 1-12,0 2 0,0-4 0,0 1 0,0 1-71,0 2 1,0 1 0,0 0-1,0 1-83,0-1 1,5-4-1,1-2 144,2-2 1,8-7 0,6-7 0</inkml:trace>
  <inkml:trace contextRef="#ctx0" brushRef="#br0" timeOffset="100">3222 4158 9668,'0'-14'-497,"5"4"-581,0 1 995,0 5 0,-5 4 0,0 10 0,0 3 108,0 1 1,0 2 0,0 3 0,0 4 13,0-1 0,0 5 0,0-3 0,0 3-55,0 2 0,0 0 0,0 0 0,0 0-30,0-1 1,0 3 0,0-1 0,0 0-52,0-2 0,0-4 0,0 0 1,0-4-15,0 1 1,1-5 0,3 3-97,0-3 0,1-6 0,-3-2 67,3-2 134,-4-1 0,-7-43 0,-10-10 0</inkml:trace>
  <inkml:trace contextRef="#ctx0" brushRef="#br0" timeOffset="101">3222 4489 9669,'8'-14'-400,"-1"-1"-76,-1 1 0,-3 0 1,7-1-1,0 1 504,-2-1 0,4 6 0,-4-1 0,2 1 72,0 1 1,-1-4 0,6 8 0,-1 0-28,0 3 0,-4 1 0,-1 0 0,3 0-42,0 0 1,-2 1 0,-2 4 0,0 5-12,0 3 1,-5 1-1,4 2 1,-3 2-63,1 1 1,0 0 0,-5-3 0,0 2-13,0 1 0,0 0 0,0-5 0,0 1-51,0-1 1,0 0 0,0 1-480,0-1 401,0 1 1,0-9 75,0-6 0,0-6 0,0-9 0,0 1 94,0-1 1,0-5 0,0-3-1,0-1 36,0 0 0,0 5 1,0-5-1,0-1-15,0-3 0,2 4 0,1 0 0,2 0 2,-2 2 1,0 1 0,0 7 0,2 0 71,-2-1-47,-1 7 1,-2 8 0,0 10 0,0 3-26,0 1 1,0 0 0,0 2-1,0 2-25,0 1 0,0 7 0,0-2 0,0 3-28,0 2 0,0 4 1,-2 1 31,-3-2 1,42-2-1,5-1 1</inkml:trace>
  <inkml:trace contextRef="#ctx0" brushRef="#br0" timeOffset="102">3640 4547 9353,'0'-15'-720,"0"1"1,1 1-1,2 2 1362,2 1-472,0 7 0,-5-2-74,0 10 1,-5 3 0,0 7-63,2-1 1,2 0 0,1 1-59,0-1 0,1-4 0,4-1-24,5 2 1,2-4-1,3-2 23,-1-4 1,-4-1-1,-1 0 1,3 0 41,0 0 0,3-6 1,-2-4-12,-4-3 1,2-3 0,-4 0-21,1 2 0,-5-8 1,0 7-1,-6-1 1,0 2 0,-7 3 0,-1 3-19,-2 1 0,-1 3 1,-1 4-1,1 0-39,0 0 1,4 1-1,0 4 1,1 5-90,1 2 0,-3 3 0,6-1 0,2 1 146,1-1 0,40 0 0,10 1 0</inkml:trace>
  <inkml:trace contextRef="#ctx0" brushRef="#br0" timeOffset="103">3971 4432 9333,'-10'-8'-370,"0"3"201,-1 3 0,3 2 0,0 2 0,2 3-24,3 4 1,-4 4 0,2 1 234,2 1 0,2-1 1,1 1-1,0-1-49,0 0 1,0-4 0,1-2-64,4-2 1,-2 4 0,7-5 85,1-2 1,-3-3-1,2-3 1,-1-4-44,-1-1 0,5-1 0,-3-7 9,2-3 1,3 3 0,-1-4 2,0 4 0,-1 2 1,-2 1-1,-3 2 17,-1 1 1,2 6-1,-2-4 39,1 1 0,-3 2 0,3 7 0,0 3-155,0 4 1,1 4 0,6 3 114,-1 3 0,20 36 0,4 13 1</inkml:trace>
  <inkml:trace contextRef="#ctx0" brushRef="#br0" timeOffset="104">4647 4619 16467,'0'-15'-1275,"0"1"0,0-1 363,0 1 1,0 4 483,0 1 0,-2 7 0,-1 2 514,-2 8 0,-4 5 0,2 3 0,-1 2-17,-3 1 0,0 6 1,0-2-1,1 1-85,-1 0 0,0 0 0,-1 3 1,4-2-128,2-1 1,-4-4 0,6 2 0,0-1 130,3-4 1,39-33 0,10-9 0</inkml:trace>
  <inkml:trace contextRef="#ctx0" brushRef="#br0" timeOffset="105">5309 4086 15363,'-15'-8'-53,"2"3"0,2 10 0,3 5-323,2 3 1,-1 7-1,4 3 1,-2 1 7,2 0 0,2 0 0,-1 5 0,-1 1 228,-2 3 0,0-2 0,5 2 0,0-1-66,0 2 1,5-4 0,0 4 0,0-4-6,1-1 1,-4 0-1,4-2 1,-1-3-114,0-5 0,1-3 267,-1-1 0,-4-33 1,6-8-1</inkml:trace>
  <inkml:trace contextRef="#ctx0" brushRef="#br0" timeOffset="106">5107 4388 10968,'-6'-20'-809,"-1"4"1,-2-4-526,4 4 1370,3 2 0,9 6 0,2 3 0,4 4 17,1 1 1,1 0 0,1 1 0,1 2-13,3 2 1,4 0 0,-4-5 0,3 0-17,2 0 0,-2 0 1,1 0-1,0 0 5,-2 0 1,5-2 0,-4-1 0,-1-3-6,-3-2 0,-3 0 0,-1-3 0,-1 1 79,0-1 1,-1-2-1,-3-1-1,-5-1 0,-4 1 0,-1 0-18,0-1 0,-1 6-148,-4-1 1,2 7 0,-7-2 88,-1 3 1,3 9-1,0 2 1,0 4-53,0 2 1,3 4 0,-3 0-1,2 0-61,2 2 1,3 0-1,1 4 1,0-2-55,0-3 0,0 6 1,0-2-1,0 2 46,0-2 0,0 3 1,0-5-1,1 1 27,4-4 1,-3-3-1,4-4 29,1-2 0,-4 1 0,6-8 152,3-4 0,-4-1 0,0-7 0,0-3-122,0 0 0,-4-3 0,6 1 1,-1-2 26,-1-3 0,5 3 0,-5-3 9,0 3 0,3 6 0,-4 2 0,-1 0 53,1 0 1,4 5-1,-2-2 1,-1 3-35,2 2 1,-5 7 0,3 2-71,-2 4 1,4 2-1,-4-1 1,1 0-159,-1 1 0,5-1 0,-3 1 69,0-1 0,5-1 0,-5-2 1,1-3-27,1-2 0,0 4 1,2-4-1,0 1 175,-3-1 0,20-27 0,9-11 0</inkml:trace>
  <inkml:trace contextRef="#ctx0" brushRef="#br0" timeOffset="107">5913 4475 10968,'-10'-2'-1700,"1"-3"1360,5 4 0,-2-7 160,6 3 0,2 3 260,2-2 1,0-3 0,5 2 0,1 1 3,-2-3 0,5 4-23,-4-7 0,4 1-17,1-6 0,-6 1 17,-3 0 1,-3 4 35,-2 0 0,-2 7 65,-3-2 0,-3 10 0,-4 5-56,2 3 0,4 1 0,6 0 0,0 1-244,0-1 1,6 5 0,4 1 0,4-3-705,5-1 817,-3-1 0,30-4 1,12-2-1,1 2 0,0 1 1</inkml:trace>
  <inkml:trace contextRef="#ctx0" brushRef="#br0" timeOffset="108">6589 4547 13900,'-8'-7'-1115,"2"4"1,7-5 0,4 0 1343,5 0 0,-2 3 1,1-4-1,4-2-48,5-2 1,-3-2 0,6-1 0,-2-1-129,1-2 0,0-5 0,-2 3 0,1-2-74,-1-2 1,-2-2 0,-2-2 0,1 0-40,-1 0 1,-4 1-1,-2-1 1,-2 0-69,-3 0 1,-1 0-1,-2 1 1,0-1-37,0 0 0,0 5 0,-2 2 0,-1 1 106,-2 3 1,-6 2 0,1 4-39,-2 2 0,-3 4 1,1 6 154,-1 0 1,6 6 0,1 5 0,0 5-130,0 3 1,5 2-1,-2-2 1,3 5-22,2 4 0,0 0 1,0 3-1,0 1 23,0 1 1,0 6-1,0-4 1,0 2 47,0 3 0,0 1 0,2 1 1,1-2-47,2-2 1,4-4-1,-2 2 1,1-1-28,3-3 1,-3-3 0,2-3 0,-1-4 108,-1-1 1,11-21 0,-3-10 0</inkml:trace>
  <inkml:trace contextRef="#ctx0" brushRef="#br0" timeOffset="109">6934 4460 14849,'-9'-1'-746,"-1"-4"1,7 5 0,-4 0 508,1 8 1,4 5 0,-2 1 0,2 1 46,2-1 0,0 0 0,2 1-13,2-1 1,0 0-1,5 1 102,2-1 0,2-6 1,2-3 183,-1-3 0,0-2 0,1 0-13,-1 0 1,-1-2 0,-2-3 0,-3-4-144,-1-4 0,2-2 0,-4 1 0,-2 0-11,-1-1 1,-2 1 0,0 0 0,-2-2 23,-3-4 1,2 9 0,-6-3 0,-3 3 88,0 3 0,2-4 0,0 8 0,1-1 37,1-2 1,-5 6 0,5-2-153,0 6 1,2 5 8,6 6 1,51 13-1,13 4 1</inkml:trace>
  <inkml:trace contextRef="#ctx0" brushRef="#br0" timeOffset="110">7251 4374 12301,'-10'-14'-1035,"1"1"1,-1 2 206,2 1 1,-5 7 988,4-2 0,1 3 0,0 4-58,1 3 1,2-2 0,5 7 0,0 1-124,0 2 0,2 1 1,1 0-49,2 1 1,5-1 0,-4 1 0,2-1-1,3 0 1,-3-4-1,2 0-47,1 1 0,-3 0 1,0 0 117,-2-1 0,-1-6 21,-5 6 0,-1-5 0,-4 3 31,-5-2 0,-3-1 1,-1-5-1,0 0-108,-1 0 0,1 0 0,-1 0-212,1 0-1,0 0 368,6 0 1,52-26 0,20-5-1</inkml:trace>
  <inkml:trace contextRef="#ctx0" brushRef="#br0" timeOffset="111">7495 4316 11044,'-1'-12'-670,"-2"0"0,-4 4 299,-1 2 0,3-3 66,-4 4 1,-1 0 469,-4 5 1,4 5-1,2 1 1,2 2-117,3 3 0,1 2 1,2 1-1,0 1-89,0-1 0,2 1 0,1-1 0,3 0-35,2 1 0,0-6 0,3 1 0,-1 1 4,1 2 1,2-3 0,0-1 0,-2 1 59,-1-2 0,-6 5 0,4-4-18,-1 4 0,-3 1 0,-5-1 46,-4-3 0,-4 2 1,-11-4-1,-4 2-95,-3 0 0,-2-1 0,1 4 0,-1-2-13,0-1 1,7-2 161,3 1 1,3 4 0,1-5 0</inkml:trace>
  <inkml:trace contextRef="#ctx0" brushRef="#br0" timeOffset="112">8085 4403 8684,'-5'-15'0,"1"1"-668,0 0 0,-4-1 680,-1 1 1,1 6-1,0 1 114,1 1 0,1 4 1,3-1-19,-2 6 1,0 1 0,5 5 0,-1 2-74,-4 2 0,3 2 0,-3 1 0,4 1-60,1 2 1,0 2-1,0-3 1,0 1 14,0-1 1,0-2 0,1-2 0,4 0 14,5 1 0,-2-6 0,1-1 0,3-1-33,0-4 0,-2 3 0,0-1 0,1-2 63,2-1 1,1-9 0,0-1-38,1 0 0,-7-4 1,-3 2-1,-2-3-52,2-1 0,-4 0 0,4-1 0,-3 1 73,-2-1 1,-2 1 0,-1 0 0,-2-1 43,2 1 0,1-1 0,2 1-15,0 0 0,0-1 0,2 2 19,3 4 0,3 2 0,6 7-50,0 0 0,1 0 0,1 2 0,1 3-83,2 4 0,1 6 1,-8 2-1,0 3-16,-3-3 1,1 1 0,3-1-1,-2 3 36,-2-3 0,-5 4 0,0-2 0,-2-1 54,-2-2 1,0-7-1,-2-1 143,-2-1 0,-4-3 0,-7-4-32,1 0 0,4-1 0,2-4 0,0-5-102,0-2 0,5-3 0,-2 1 0,4-2-69,1-3 1,0 3-1,0-3 1,0 3-9,0 1 0,1 1 1,2-1-1,4 1 6,1 0 1,1 4 0,6 2 0,1 2-73,3 2 1,-1 3 168,5 1 0,46 19 1,-26-7-1,-1 0 1</inkml:trace>
  <inkml:trace contextRef="#ctx0" brushRef="#br0" timeOffset="113">8862 4360 9682,'-14'-7'-1578,"6"6"1433,1-6 0,14 7 1,2 0 171,4 0 1,6 0 0,0 0-1,-1 0-36,-2 0 1,-2-1 0,1-3-1,-1-2-2,1-2 1,-1 3 0,-1-4-1,-2-1-7,-1 2 1,-6-5 11,6 4 1,-8-2 0,-2 1-1,-8 5 85,-5 4 0,-3 1 1,-2 0-1,-1 0 15,1 0 1,-2 6 0,0 4 0,3 2-28,1 3 0,3-6 1,2 1-1,3 1-91,1 2 1,3 1 0,4 1 0,0-1-34,0 0 0,1 1 0,4-1 0,5 1-67,2-1 1,4 0-1,2 1 1,1-2-38,-1-4 0,-1 4 1,1-5-1,1 0-25,-1-3 193,4 3 1,20-26 0,10 1-1</inkml:trace>
  <inkml:trace contextRef="#ctx0" brushRef="#br0" timeOffset="114">9164 4331 9682,'0'-15'-464,"0"1"0,2 0 262,3-1 0,3 7 0,6 4 122,0 2 1,1 2 0,-1 2 42,1 2 0,-1 4 0,0 7 0,1-1 10,-1 0 1,-4-4 0,-2 0-1,0 1-23,0 2 1,-5 1-1,2 0 1,-4 1 32,-1-1 0,0 1 1,0-1-20,0 0 1,-5-4-1,-1-2 127,-2-2 1,-2-1-1,-4-5-29,0 0 0,6-1 0,3-4 0,2-5-90,-2-3 0,3-1 0,-2 0 12,2-1 1,2 1 0,2-1 0,2 1 12,6 0 0,-2-1 0,1 2 0,3 2-79,0 2 0,4 4 74,4-5 1,-4 7 0,3-2 0,-3 4 14,-2 1 0,1 4 0,-3 3 0,0 1-42,-3 3 0,-6 2 1,4 1 15,-1 1 1,-4-1 0,3 0-1,-4 1 57,-1-1 0,0-4 0,-1-1 88,-4 3 1,2-6 58,-7-1 1,2-5-186,-2-5 0,2-1 0,5-6 0,-2 3 1,2-2 0,2-2 1,1-2-1,1 1-43,4 0 0,-2-1 1,5 1-1,0-1-68,0 1 1,2 1 0,4 2 0,0 3-55,1 2 0,-4-4 0,2 5-4,3 2 0,1 2 164,-2 1 1,6 31 0,1 9-1</inkml:trace>
  <inkml:trace contextRef="#ctx0" brushRef="#br0" timeOffset="115">9768 4302 9682,'-14'0'-39,"0"0"1,4 0 0,0 0 0,-1 0-54,-1 0 1,2 2 0,0 2-88,-1 6 0,5 3 0,1 1 43,3 1 1,2-1 86,0 0 1,7-1 0,2-3-1,4-5 34,2-4 1,-1-1-1,0 0 1,1 0 7,-1 0 1,0-1 0,1-4-10,-1-5 1,-1-3-1,-2-1 1,-3 0 8,-1-1 0,-3 6 0,-4-1 1,0-1 27,0-2 1,-1-1 0,-4-1 0,-5 3-16,-2 2 1,-3-1 0,1 6 0,-1 2-35,1 1 0,0 2 1,-1 0-141,1 0 0,4 5 1,2 1-1,2 2-109,3 4 0,3 0 253,5 3 0,28 18 0,13 6 0</inkml:trace>
  <inkml:trace contextRef="#ctx0" brushRef="#br0" timeOffset="116">9884 4316 8565,'0'-14'-525,"0"0"-7,0-1 1,1 3 558,4 2 1,-2 4 0,7 7 39,1 4 0,-3-2 0,2 7 0,-1 1-51,-1 2 1,5 1 0,-5 0 0,1 1-32,1-1 1,0 1 0,2-1 0,-2 0-52,-5 1 0,1-1 0,-1 1-42,-2-1 88,5-6 0,-6-3 43,3-10 0,-4-3 1,-1-8-1,0-2 9,0-1 1,0 0 0,0 5 0,0-1-30,0 1 0,0-1 0,0 1 1,0 0-108,0-1 0,7 3 0,2 0 0,4 4-31,1 2 0,1 1 0,-1 5 0,1 0 135,-1 0 0,19 19 0,6 5 0</inkml:trace>
  <inkml:trace contextRef="#ctx0" brushRef="#br0" timeOffset="117">10632 4230 8565,'8'-6'-468,"-2"4"0,-4-3 405,2 10 0,-2 3 0,3 7 1,-4-1 47,-1 0 1,2 2 0,1 2 0,2 1-48,-2-1 1,0-1-1,1 1 1,0 1-67,0-1 0,-3-1 1,1 1-1,1 1-117,2-1 245,0-2 0,-5-28 0,0-5 0</inkml:trace>
  <inkml:trace contextRef="#ctx0" brushRef="#br0" timeOffset="118">10675 4259 8540,'-5'-37'0,"-1"4"0,-1 2-156,1 2 0,-4 5 0,5 2 0,2 1-83,2 4 1,1 5 0,-2 5 81,-3 0 1,4 4-1,-4 8 90,3 4 1,2 4-1,0 3 1,2 2-40,3 1 1,-4 5 105,4-5 0,9 51 0,2 9 0</inkml:trace>
  <inkml:trace contextRef="#ctx0" brushRef="#br0" timeOffset="119">10891 4288 8540,'0'-15'-47,"0"1"1,-5 4 0,-2 2-1,1 0-99,0 0 0,-4 4-282,5-6 462,0 7 1,5-2-33,0 10 1,0 3 0,2 6-19,3 1 1,-2-3 0,7 0 0,-1-3 43,-1 2 0,5 0 0,-3 1 0,1-3-11,-2 2 1,4-3 0,-5 2 0,2 0-12,-1-2 0,1 4-9,4-2 1,-6-2 0,-4 0 0,-8 0-37,-5 0 1,-6-5 0,-2 4 0,-6-3-207,-4 1 0,2 6 1,-9-3 244,4 0 0,-25 12 0,-5-4 0</inkml:trace>
  <inkml:trace contextRef="#ctx0" brushRef="#br0" timeOffset="120">11682 4288 6748,'0'-10'-188,"0"1"0,0 4 311,0-5 1,0 5-1,0-4 36,0-2 0,0 3 0,0-2-10,0-1 0,0-2 0,0-1-115,0-1 0,0 6 0,-2 1-14,-2 1 0,0 2 0,-5 7 0,-2 1-16,-2 2 0,-2 11 0,3-2 0,0 4-31,3 3 0,1 1 0,-2 7 0,5 0-58,4-1 0,1 0 1,0-3-1,0-1-45,0 2 0,6-1 0,4-1 1,3-4-59,1-4 0,5-2 0,0 0 0,1 1 16,0-1 1,-2-6 171,6-3 0,19-29 0,10-8 0</inkml:trace>
  <inkml:trace contextRef="#ctx0" brushRef="#br0" timeOffset="121">11926 4374 8255,'0'-14'0,"-1"1"-766,-4 3 1,2-1 892,-7 6 1,1 0-101,-6 5 0,1 7 0,0 2-70,-1 4 0,2 2 1,2-1-1,3 0 47,2 1 1,1-6 0,3 1-37,-2 1 0,2 2 25,-3 1 1,5-6 0,5-3-6,5-3 1,-2-2-1,1-2 9,2-3 1,1 2-1,-1-5 1,-2 0 2,3 0 0,-4 3 0,0-4 0,-2-2 0,5 3 0,-1-2 9,-4 7 0,5-2-1,-6 10 0,1-2 0,-2 7-25,0 1 1,6 2 0,-4-1-1,1 0-114,-1-3 0,5-4 0,-1 3-228,3-2 359,1-1 0,7-30 0,1-7 0</inkml:trace>
  <inkml:trace contextRef="#ctx0" brushRef="#br0" timeOffset="122">12070 3914 8540,'0'-21'-622,"0"5"0,0 3 0,0 13 546,0 8 1,0 10-1,2 2 1,1 3 143,2 2 1,6 1 0,-3 0 0,2-3 6,-1 3 0,-4 1 0,5 4 0,-1 1-46,-1 1 1,3 2 0,-6-3 0,0 2-35,1-2 1,-4 3-1,3-1 1,-4-2-123,-1-2 0,5-6 0,0 0 0,-2 0-465,-1-2 592,-2-1 0,0-7 0,0 1 0</inkml:trace>
  <inkml:trace contextRef="#ctx0" brushRef="#br0" timeOffset="123">12358 4288 8526,'-6'-15'-788,"2"3"529,-5 2 0,4 4 0,-3 7 288,2 4 1,-4 3 0,5 6 23,2 1 0,2-1 1,1 0-1,0 1-28,0-1 1,0 1-1,0-1 1,1 0-61,4 1 1,-2-6 0,7 1 0,1 0-31,2-2 0,1 3 1,0-6-42,1-2 1,-1 3-1,1-1 1,-1-2-123,0-1 1,1-2 227,-1 0 0,1-26 0,-1-6 0</inkml:trace>
  <inkml:trace contextRef="#ctx0" brushRef="#br0" timeOffset="124">12545 4316 8514,'8'-6'-1936,"-1"4"1949,-7-4 1,0 8 0,0 2 40,0 6 0,0-2 1,0 2-35,0 1 1,0 2 28,0 1 1,0 0-91,0 1 1,0-6 0,1-1 48,4-1 0,-2-2-25,7-5 1,-6 0-1,4-2-20,-1-3 1,-1 2 0,-3-7-21,2-1 1,5 3 0,-4 0-41,2 2 0,-3-4 62,5 5 1,-1 1 19,6 4 1,-6 0 0,1 0-32,1 0 0,-3 1 0,2 4-11,1 5 1,-3-2 56,1 1 0,1 7 0,4 7 0</inkml:trace>
  <inkml:trace contextRef="#ctx0" brushRef="#br0" timeOffset="125">12804 3942 8514,'0'-22'0,"0"3"-1434,0 3 1443,6 8 1,-2 5 0,4 11 0,0 6-49,0 2 0,-4 5 0,4 0 0,0 1 69,0 4 1,-3 1 0,3 1 0,0 1-24,0 0 0,0 0 0,2 1 0,-4 2-83,1 2 0,-6-1 0,4-2 0,-2 1-34,2 1 0,-3-4 0,4-7 0,-1-1-77,0-3 0,6-2 187,-2-2 0,4-6 0,1-3 0,1-3 0,6-34 0,1-8 0</inkml:trace>
  <inkml:trace contextRef="#ctx0" brushRef="#br0" timeOffset="126">13092 4345 8514,'1'-14'-218,"4"-1"1,-3 1-1,3 0-364,-4-1 0,-1 1 638,0 0 0,-1 6-35,-4 3 0,-2 5 0,-4 3 0,3 3 16,2 2 0,-5 2 0,3 4 0,-2 1-32,0-1 1,6 0-1,-4 1 1,1-1-6,4 1 0,0-1 0,0 0 51,-2 1 1,2-7-31,8-3 1,-2-4-1,6-1-38,2 0 1,2 0-1,0-1 1,-2-4-26,-1-5 0,-1-3 0,6 1 0,-2 0 7,-4 3 0,4 1 0,-5-3 0,2 3 18,-1 1 1,-4-2 23,5 4 0,-7 2-4,2 7 1,-4 4 0,-1 7-1,0-1-59,0 1 1,0-1-1,2 0-92,3 1 1,-4-1-1,6-1-248,-1-3 396,2 2 0,19-36 0,3-1 0</inkml:trace>
  <inkml:trace contextRef="#ctx0" brushRef="#br0" timeOffset="127">13322 3986 8300,'8'-7'-731,"-2"7"1,-6 0-1,0 8 828,0 5 0,0 6 0,2 2 0,1 0-1,2-1 1,0 6 0,-4-2 0,3 3-72,0 2 1,1 0-1,-3 0 1,1-1-10,2 1 1,0 0 0,-5 0 0,0-2-108,0-3 0,0 1 0,0-5 0,-2-3-208,-3-1 0,2-3 299,-7-3 0,-12-30 0,-8-12 0</inkml:trace>
  <inkml:trace contextRef="#ctx0" brushRef="#br0" timeOffset="128">13250 4273 8514,'0'-14'-118,"0"0"0,5-1 0,1 1-72,2-1 1,-3 7 0,5 4 0,1 2 35,2 2 1,-4 0-1,1 0 1,1 2 77,2 2 1,1 3-1,1 4 1,-1-1-223,0 1 298,7-5 0,21 26 0,10 0 0</inkml:trace>
  <inkml:trace contextRef="#ctx0" brushRef="#br0" timeOffset="129">13552 4331 8514,'-5'-10'-1104,"-1"2"1295,-2 2 1,5-1 138,-2 3-588,3 2 0,9-4 0,2 6 105,4 0 0,2 0 0,-1 0 135,0 0 1,1 0 0,-1 0 3,1 0 1,-6 0 0,-1-2-27,-2-3 89,-1 4 1,-6-6-1,-4 7 1,-5 0 33,-2 0 0,-1 2 0,2 3 0,1 3-59,-1 0 1,-2 3-1,0-5 1,2 2 2,1 3 1,7 2 0,-2 2-147,4-1 1,1 0 0,0 1 0,1-1 118,4 1 0,30-9 0,15-4 0,5 1 0,0 0 0</inkml:trace>
  <inkml:trace contextRef="#ctx0" brushRef="#br0" timeOffset="130">13840 4302 8514,'-14'-5'-140,"-1"0"0,1 2 1,4 2-1,1 2 1,-1 4 50,2 5 1,-3 2 0,6 3-1,0-1 68,-1 1 0,4-1 1,-3 0 99,4 1 0,2-1 0,4-1-27,5-3 1,3 1 0,1-6-16,0-2 1,1-3 0,-2-5 0,-2-3-55,-2 0 0,-1-5 0,4 4 0,-4-6-90,-2-4 1,4 3 0,-4-5 0,0 2-37,1 0 1,-3-5 0,-4 3-1,0-1 36,0-4 1,0-3 0,0-3-1,0-3 60,0-2 0,0 4 0,-1-4 0,-2 0 31,-2 1 0,0 4 1,5-4-1,0 3 66,0-1 1,0 2 0,0 8-14,0 5 0,0 11 0,0 10 42,0 11 1,0 7 0,0 11 0,0 2-47,0 6 0,5 2 1,1 1-1,2-2-13,3-2 0,2 0 0,3 7 1,3 2-25,5 1 0,4 4 1,2-4-1,2-1-113,1-3 0,7 0 0,-1-3 1,2-2-407,3-6 523,-1-9 0,-2-26 0,6-7 0,2-4 0,1 0 0</inkml:trace>
  <inkml:trace contextRef="#ctx0" brushRef="#br0" timeOffset="131">14991 4230 8514,'-15'-21'-172,"6"5"0,-1-3 1,-1 5-29,-2 4 1,-1 4-1,-2 6 1,-2 0 265,-1 0 1,-5 6 0,3 2 0,1 2 0,-1-1 1,2 6 0,4 4 0,1-1-22,0-2 0,1-2 1,2 0-1,3 2-63,1 3 0,2-7 0,5 2-11,0-1 1,7-2 0,4-1-17,7-6 1,-2-2-1,3-2 1,-3 0-23,-2 0 0,5-2 0,0-2 0,-1-4-12,-2 0 1,3-5 0,0 3-1,-1-1 29,-2 1 0,-3-2 1,-2 4-1,-1 0 2,1 3 1,-3-1 91,1 1-18,-6 0 0,-1 11 0,-7 4-52,2 3 1,-3 1 0,1 0-91,2 1 1,1-1-1,4 1 28,3-1 0,-2-6 0,6-3 0,2-4-38,2-1 1,2 0 124,-1 0 0,-6 0 0,-2 0 0</inkml:trace>
  <inkml:trace contextRef="#ctx0" brushRef="#br0" timeOffset="132">15135 4173 8345,'5'-24'0,"1"0"-390,2-2 1,-5-1-1,2-2 1,-2 0 265,2 1 0,-3 0 0,4 3 0,-1 2 129,0 3 0,4 0 183,-4 6 1,4 8 0,-4 6-133,-2 8 0,-1 9 1,-2 4-1,0 1 3,0 4 1,5 1-1,0 2 1,-2 0-22,-2-1 0,-1 3 1,0 1-1,0 1-71,0-1 1,0 5 0,-1 0 0,-2 1-109,-2 1 0,-5-3 0,4 3 0,-1-6-25,1-2 0,-3-2 0,2-2 0,1-3 166,-1-5 0,3-10 0,-16-53 0,-4-20 0</inkml:trace>
  <inkml:trace contextRef="#ctx0" brushRef="#br0" timeOffset="133">14991 4245 8345,'0'-29'-112,"0"2"1,0 3 108,0 4 1,6 6-1,4 3 1,4 3-17,5 1 1,1 3 0,7 4-1,5 0-1015,3 0 1034,3 0 0,4-6 0,4-1 0,4-1 0,-1 0 0</inkml:trace>
  <inkml:trace contextRef="#ctx0" brushRef="#br0" timeOffset="134">15811 4259 9208,'-5'-10'-483,"0"1"0,2 6 0,6-4 0,4 2 688,1 1 1,-3-3-1,4 4 1,2-2-26,2 2 0,-3-3 1,-1 1-1,2 0-79,2-1 1,2 2 0,-1-4 0,-1 0-80,-4 0 1,4 4 0,-3-4 0,3 0-33,1 0 1,-4 3 0,-1-5-23,2-1 1,-4 3-25,-2-2 1,-5 2 0,-5-1-1,-5 4 78,-3 3 1,-3 2 0,-1 2 0,-4 1-25,-1 2 0,4 6 0,-1-1 0,3 1-8,1-1 1,1 2-1,0-2 1,1 3-11,3 1 1,-1 1 0,6-1 0,2 0-39,2 1 0,2-1 0,4 1 0,5-1-58,2 0 0,4 1 0,3-3 1,5 0-62,4-3 0,-4-4 0,0 3 1,1 0 52,2 0 1,2-5-1,0 2 1,0-3 127,-1-2-4,1 0 0,19-26 0,5-6 0</inkml:trace>
  <inkml:trace contextRef="#ctx0" brushRef="#br0" timeOffset="135">16286 4245 8573,'0'-18'0,"0"4"0,-2 1-1025,-3 0 0,2-1 1143,-6-1 1,4 6 0,-5 1 83,-1 1 0,3 2 0,-2 5-147,-1 0 0,3 5 1,0 2-1,0 1-53,0 3 1,3 2 0,-3 1 0,2 0-6,3 1 0,-4-1 1,3 1-29,0-1 0,3 0 0,2 1-14,4-1 0,-2-4-7,7-1 1,0-6-1,4 2-35,0-3 0,-1-4 0,-2-3 30,-1-4 1,0-4-1,4-1-33,0-1 1,-4 1 19,-1 0 1,-4 1 89,5 3-43,-7 4 0,3 7 0,-6 4-40,0 5 0,0 3 0,0 1 0,0 0-94,0 1 1,2-1 0,1 0 156,2 1 0,45 6 0,6 1 0</inkml:trace>
  <inkml:trace contextRef="#ctx0" brushRef="#br0" timeOffset="136">16473 4259 8529,'0'-14'-189,"0"-1"0,0 1 1,-2-1-350,-3 1 1,2 6 339,-6 3 241,5 4 1,-4 7 0,5 4 5,-2 2 0,1 3 0,4 1 1,1 1-69,4 3 0,-2-1 0,5-5 0,0-1-16,0-4 0,2 4 1,4-3-1,1 1-80,-1-1 0,0 1 0,1-6 0,1-1-361,3 3 476,-3-6 0,43-33 0,3-16 0</inkml:trace>
  <inkml:trace contextRef="#ctx0" brushRef="#br0" timeOffset="137">16746 3914 8529,'0'-23'-107,"5"2"0,0 7-322,-2 0 0,-2 2 0,-1 8 367,0 8 1,0 9 0,0 5 0,0 3 84,0 1 1,0 2-1,0 5 1,0 0 14,0-1 1,0 1 0,0 0 0,0 0-8,0-1 0,0 3 1,-1 1-1,-2 3-65,-2 2 0,-6-5 0,3 1 1,-2-2 25,1-3 0,4-5 0,-3-4 0,0-5 154,0-4 0,5-5-127,-2-10 0,3-3 1,2-8-1,0-2-59,0-1 0,7-5 1,2 3-1,4 1-11,1-1 1,-4 0-1,-1 4 1,3-3-19,0 3 1,3 2-1,-1 4 1,1 2 6,-1-3 0,0 6 1,1 1-1,-1 4 26,1 1 1,-6 1 0,1 4 0,-1 5-3,-1 2 1,4 4-1,-8 2 1,1 3-14,2 1 1,-4-4 0,5 1 0,0-2 50,0 3 0,1-4 0,18 11 0,4-5 0</inkml:trace>
  <inkml:trace contextRef="#ctx0" brushRef="#br0" timeOffset="138">17393 3986 8529,'0'-21'0,"0"5"0,0-3 0,0 3-72,0 1-66,0 7 1,0 8 0,0 10 0,0 3 177,0 1 1,0 5-1,0 0 1,0 1-144,0 0 0,2-2 1,1 6-1,2 0 59,-2-2 1,4 5-1,-3-4 1,1 1-19,2 0 0,-4 0 0,5 3 1,0-1-18,0-3 0,-3-5 0,3 3 1,0-2-27,0 0 0,0 0 0,3-6 1,-2-2 29,3-1 1,0-7-1,3 2-276,-1-3 351,-6-2 0,-27-32 0,-13-8 0</inkml:trace>
  <inkml:trace contextRef="#ctx0" brushRef="#br0" timeOffset="139">17408 4245 8529,'0'-15'0,"0"1"-467,0-1 1,5 6-1,1-1 1,2-1 337,3-2 1,2 4 0,1 1 0,1 0 165,-1 0 0,1 4 0,-1 0 1,0 0 71,1 0 1,-1 2 0,1-3 0,-1 4-40,0 1 1,-1 1 0,-2 2 0,-1 4 4,1 1 0,-3-3 0,0 4-24,-2 2 1,4 2 0,-5 2 0,-2-1-28,-1 0 1,-1 1-1,2-1 1,2 1-37,-2-1 1,-1-4-1,-2-1 1,0 2-111,0 2 1,0 1-1,0 1-283,0-1 0,-2 1 405,-2-1 0,-11-44 0,-7-12 0</inkml:trace>
  <inkml:trace contextRef="#ctx0" brushRef="#br0" timeOffset="140">17710 4029 7193,'0'-7'-266,"0"7"0,6 64 1,-2-21-1,0 1 1</inkml:trace>
  <inkml:trace contextRef="#ctx0" brushRef="#br0" timeOffset="141">17897 4273 8529,'0'-14'-605,"0"0"1,0-1 0,0 1 631,0-1 178,0 7-179,-6 2 0,2 12 0,-4 4-19,2 3 0,1 1 0,5 1-6,0-1 0,0-4 1,2-3-1,1 1-6,2 0 0,1-3-7,-1 5 1,-2-7 0,7 2 5,1-4 1,-3-2 0,2-2-9,1-2 1,-3-6 0,1 1-22,3-3 0,-4 4 0,1-1 10,2-1 0,-3 5-84,2 1 115,-7 3 0,4 4 0,-7 3 6,0 4 0,0 4-3,0 1 1,0 1-1,0-1 0,1-6-9,4-3 0,-2-4 0,7-1 0,1 0 0,0-1 0,0-4 0,-1-3 0,1 0 0,0-5 0,0 4 0,-1-2 0,1 1 0,-3-3 0,2 4 5,1-4 0,2 0 33,1 3 1,-4 4-11,-1 6 1,-4 2 0,3 2-15,-1 6 1,-3 3 0,-2 1-57,3 1 1,-4-1 0,6 0 0,-3 1-31,1-1 1,2 0-1,-4 1 1,3-1-265,2 1 336,-5-1 0,23 7 0,-2 1 0</inkml:trace>
  <inkml:trace contextRef="#ctx0" brushRef="#br0" timeOffset="142">18415 4316 8487,'-2'-12'-1151,"-1"0"752,-2 3 391,1-1 1,5 2 2,4 4 1,3 2-1,6 2 26,1 0 1,-6-2 0,1-1 0,1-2-30,2 2 1,-4 2-1,1-1 10,1-3 1,0 2 0,1-5-1,-4 0 26,-2 0 0,-1 3-22,-5-4 1,-2 5-1,-3 0 36,-4 2 0,-4 2 1,-1 0-1,-1 0 56,1 0 1,0 6-1,-1 4-81,1 3 1,4 0 0,2-2 0,2-2-12,3 3 0,-4 0 1,2 3 20,2-1 0,3 0 1,5 1-88,5-1 1,2 1 0,3-3 0,-1 0-344,0-3 0,6-1 0,-1 2 403,-2-5 0,57-23 0,-31 6 0,0 0 0</inkml:trace>
  <inkml:trace contextRef="#ctx0" brushRef="#br0" timeOffset="143">18775 4173 8487,'0'-15'-150,"0"1"1,0-1-733,0 1 1,0 0 1130,0-1 1,-2 7-227,-3 3 1,2 5 0,-5 5 36,2 5 0,1 3 0,5 1 0,0 0-11,0 1 0,0-1 0,0 2 0,0 2-26,0 1 1,1 0 0,3-4 0,2-1-47,2 0 1,-3 1-1,4-1 29,3 0 0,-4 1 0,0-1 15,-2 1 1,4-6-17,-6 1 0,0-2 1,-9 1-30,-5-4 1,-7-3 0,-4-2-1,-2 0-38,-2 0 0,-1 0 0,1 0 1,2 0-145,3 0 1,-4 0 0,4 0-301,3 0 506,7 0 0,49-32 0,17-8 0</inkml:trace>
  <inkml:trace contextRef="#ctx0" brushRef="#br0" timeOffset="144">19062 3928 8487,'0'-8'-1138,"0"3"0,2 10 1251,3 5 0,-4 2 0,4 4 1,-3 4 20,-2 4 0,0-2 1,1 2-1,3 0-81,0-2 0,3 5 1,-4-3-1,3 4-33,2 0 0,-3-4 1,5-1-1,-1-1-53,-1 0 1,5-4 0,-3 1 0,2-4-163,3-6 1,-6 2 0,1-4-327,1 1 521,2-5 0,-18-9 0,-4-10 0</inkml:trace>
  <inkml:trace contextRef="#ctx0" brushRef="#br0" timeOffset="145">18918 4201 8487,'7'-14'0,"2"0"-38,4-1 1,2 1 0,1 1 0,3 3-80,5 6 0,3 2 0,2 2 0,1 0-151,4 0 0,-4 0 0,2 0 0,-5 0-6,-3 0 1,-5 5 273,5 0 0,0-1 0,5-4 0</inkml:trace>
  <inkml:trace contextRef="#ctx0" brushRef="#br0" timeOffset="146">19379 4245 8122,'6'-15'-742,"-4"6"1,4-1 647,1-1 1,-4 4-1,5 1 1,0 1 177,0 0 0,0-1 1,3 3-1,-1-2-2,1 2 1,2-4-1,1 3-79,0 0 0,-4-2 0,-2 0-45,-2-2 1,-2 4-1,-9 0 1,-5 2 31,-3 2 1,-3 0 0,-1 0 0,-4 2 21,-1 2 0,4 3 1,-3 4-1,2-1 36,0 1 1,1-3 0,7 1 0,3 3 62,2 0 1,1-2 0,5 0 0,0 1-71,0 2 1,8-1 0,5 0 0,6-3-95,3 2 0,-3-3 0,5 0 0,2 0-106,1 0 0,2-5 0,-2 4 1,-1-2-225,-2-1 383,0 1 0,11-43 0,2-10 0</inkml:trace>
  <inkml:trace contextRef="#ctx0" brushRef="#br0" timeOffset="147">19623 3856 8487,'10'-21'0,"0"-1"-426,1-1 0,-5 8 0,1 7 331,-1 1 1,0 9-1,4 7 1,-4 4 180,1 1 0,-4 7 0,5 3 0,-2 3 35,-2 2 0,2 0 0,-1 1 0,0 2-66,1 2 0,-4 6 0,2-2 0,-2 4-77,-2 1 0,0 7 0,0 2 0,0 4-1,0 2 1,0-2 0,0-2 0,0-3-88,0-1 1,0-2 0,0-8 0,0-5-392,0-6 317,0-10 0,0-6 0,0-15 1,0-9 183,0-7 0,0-7 0,-11-12 0,-4-6 0,-1-8 0,0 1 0</inkml:trace>
  <inkml:trace contextRef="#ctx0" brushRef="#br0" timeOffset="148">19724 4101 8487,'15'-2'-509,"-1"-1"1,0-2 200,1 2 1,1-4-1,1 3 1,4 0 304,1 3 1,2 1 0,4 1 0,-3 3 74,-1 0 0,-6 6 1,1-4-1,-3 1 50,-2-1 0,-1 5 1,-3-1-50,-6 3 1,-2-4 0,-4 1-51,-2 1 0,-4-3 1,-8 0-1,-3 0-15,-5 0 1,-4-3-1,1 5 1,2-1-50,1-1 0,1 3 0,-2-4 0,4 1-223,5 3 0,-2-3 264,9 1 0,22 14 0,4 7 0</inkml:trace>
  <inkml:trace contextRef="#ctx0" brushRef="#br0" timeOffset="149">20228 4331 8340,'9'-23'-218,"1"4"0,-7 3 660,2 2 0,-5 8-442,-5 6 0,-48 31 0,18-7 0,0-1 0</inkml:trace>
  <inkml:trace contextRef="#ctx0" brushRef="#br0" timeOffset="150">8287 5597 10723,'0'-14'-1220,"0"-1"1,0 1 1157,0-1 0,0 6-2,0-1 168,0 7-41,6-3 0,-3 6 63,7 0 1,-7 6-112,2 4 0,-4-2 0,-1 1 0,0 2 52,0 2 0,-1 2 1,-4 1-1,-3 3 17,0 5 1,-5 3-1,4 2 1,-4 0-13,-2-1 1,-1 7-1,-1 4 1,-2 2-36,1 3 0,-4-1 0,-1 0 0,-1 0-9,0 0 1,5 0 0,-3-1 0,1-4-40,3-4 0,2-4 1,2-3-1,1-1-87,4-2 1,2-11 249,7 1-174,0-9 1,2 1-1,3-6 69,4 0 1,-1-1 0,2-2 0,1-2 7,2 2 0,1-4 1,1 2-56,-1 2 1,0 2 0,1-1 0,-1-1-79,1-2 1,-1 0-1,0 5-28,1 0 0,-1 2 1,1 1-1,-1 2-8,0-2 0,1 0 0,-1 0 0,0 2-23,1-2 0,1 4 0,1-2 0,3-2 242,-3-2 0,-1 1-107,-1 3 0,25-16 1,6 1-1</inkml:trace>
  <inkml:trace contextRef="#ctx0" brushRef="#br0" timeOffset="151">8718 6144 8584,'0'-15'0,"-5"6"0,-1 1-560,-2 1-33,5-4 854,-4 10-97,7-6 0,2 7-139,3 0 0,3 2 1,6 1-42,1 2 1,-6 0 0,1-5-1,1 0-64,2 0 0,1 0 1,1 1-1,-1 2-112,0 2 1,1 0-1,-1-5 1,0 0 40,1 0 1,-1 0-1,1 0 1,-1 0 32,0 0 0,1 0 0,-1 0 0,1 0 118,-1 0 0,-12 0 0,-4 0 0</inkml:trace>
  <inkml:trace contextRef="#ctx0" brushRef="#br0" timeOffset="152">8761 6374 8554,'-9'2'-525,"-1"1"229,-1 2 1,3-1 0,-2-2 420,-1 3 0,3-4 443,-1 4-375,5 3 1,0-6-1,8 3-191,6-4 1,4-1 0,6-1 0,2-3-110,0 0 1,6-1 0,-4 3 0,3-1-381,1-2 487,-5 0 0,55-14 0,-35 7 0,0 0 0</inkml:trace>
  <inkml:trace contextRef="#ctx0" brushRef="#br0" timeOffset="153">9625 6374 11038,'-8'-6'-1191,"0"2"1083,3-5-115,3 6 0,2-4 1,10 7 353,3 0 0,-4 0 1,1 0-1,3 0-75,4 0 0,-1 0 0,3 0 0,-1 0-45,1 0 1,-3 0-1,3 0 1,-1-1-113,1-4 0,-3 3 74,3-3 0,10 17 0,1 4 0</inkml:trace>
  <inkml:trace contextRef="#ctx0" brushRef="#br0" timeOffset="154">11567 5611 7063,'8'-6'-1218,"0"4"1395,-3-2 200,-4 2-252,6 2 0,-6 0 41,4 0 0,-3-2 118,2-2-13,-2 2-101,-2-4-128,0 6-80,0 0 0,-6 0 0,-4 0 22,-3 0 0,-3 1 0,-1 2 0,-4 4-2,-2 1 0,-2 1 0,-9 6 1,-4 1-15,-4 3 1,-2-3 0,-4 5 0,-3 0 27,-1 2 0,-2-2 0,6 0 1,2-2 21,1 0 0,8-4 1,4-6-1,4 3 90,5 0-44,3-4-64,13-1 0,8-2 2,10-1 1,2 1 0,1-3 0,-2 1-11,-1 2 1,-5 0 0,4-4 16,3 4 1,-4-3-1,1 4-9,2 0 1,-3-4 0,2 4 0,1 1 0,-3-6-2,2 4 1,-5-2-1,4 1-4,2 0 1,-3 1-9,2-5 1,-7 2 8,2 3 1,-4-2-1,-2 6 3,-4 2 0,-3-3 1,-8 2-1,-1 3 1,-3 4 0,-5 1 0,1 4 0,-3 1 1,-2-1 0,-2 2 0,0 5 0,-3 0 0,2-1 0,-3 1 1,1 0-1,4 0-1,4 0 0,1-5 0,6-2 1,1-1-1,2-4 0,8-1 0,2-1-13,-1-1 0,6-4 1,-3-2-21,8-2 0,-1 0 0,6-2 24,3 0 1,0 3 0,4-4 0,2 2 9,1-2 1,7-1 0,-2-2 0,3 0-4,2 0 0,1 0 1,4 0-1,2 0 62,1 0 0,5 0 1,-4 0-1,4 0-47,1 0 1,0 0 0,0 0 0,0 0-45,0 0 1,-4 0 0,-3 0 0,0 0-101,-4 0 1,-8 0-1,-5 0 1,-3 1-205,-2 4 0,-1-2 335,-3 7 0,-36-1 0,-14 6 0</inkml:trace>
  <inkml:trace contextRef="#ctx0" brushRef="#br0" timeOffset="155">10286 7482 8544,'-14'-2'-568,"0"-1"-484,-1-2 1086,1 0 205,6 5-144,1 0 0,9 0 0,3 0-96,4 0 0,4-4 0,2-3 0,-1-1 7,0-3 0,-1-2 0,-2-1 1,-1 0-23,1-1 0,0-4 1,1 0-1,-3 0-8,2-2 0,-3 3 0,0-4 0,0 1 47,0 3 0,-5 1 1,2-1 37,-3-1 1,-4 0-43,-3 5 1,2 6 0,-6 4-9,-3 8 1,1-1 0,0 6 0,3 3 7,2 0 0,-4 3 1,5 1-1,1 1-20,-3 2 1,6 1 0,-4-6 0,3 0-3,2 1 1,0 1 0,0 1-26,0 3 1,2-3 0,3-6 0,4-1-60,4 1 0,-3-4 0,-1-3 0,2-2-113,2-2 1,1 0 0,1 0-1,-1 0-50,1 0 1,-1-2 249,0-2 0,14-43 0,2-15 0</inkml:trace>
  <inkml:trace contextRef="#ctx0" brushRef="#br0" timeOffset="156">10473 7036 8544,'-8'-21'-91,"-3"5"0,6-3-963,2 3 957,2 2 1,1 7-12,0 7 1,6 2-1,2 7 32,0 2 1,0-3-1,-3 2 1,3 1 75,0 2 0,24 21 0,0 4 0</inkml:trace>
  <inkml:trace contextRef="#ctx0" brushRef="#br0" timeOffset="157">10646 7208 8544,'-14'-6'-556,"-1"-3"1,7 1 0,5 0 400,6 1 1,5 2 0,7 5 146,-1 0 0,5-4 0,0-1 0,-1 0-11,-2-1 1,0 4 0,2-3 0,1 4-85,-2 1 1,4 0 102,-2 0 0,-6-7 0,-7-1 0</inkml:trace>
  <inkml:trace contextRef="#ctx0" brushRef="#br0" timeOffset="158">10603 7410 8479,'0'-14'-1334,"0"4"1127,0 0 1,6 2 0,4-1-1,3 4 172,1 3 0,5 1 0,0-2 0,1-2 38,0 2 0,-2-4 0,4 2 1,-1 2-28,-3 2 24,4 1 0,13-7 0,10-1 0</inkml:trace>
  <inkml:trace contextRef="#ctx0" brushRef="#br0" timeOffset="159">11164 7036 8479,'-10'0'-422,"1"0"1,6 1 0,-2 4 0,3 5 437,2 3 0,0 1 1,0 2-1,0 2 60,0 1 1,0 5 0,0-3 0,0 1-137,0 3 1,0 3 59,0 0 0,13 46 0,-5-32 0,0 1 0</inkml:trace>
  <inkml:trace contextRef="#ctx0" brushRef="#br0" timeOffset="160">11078 5252 15456,'0'-10'-2620,"0"1"0,0 4 2158,0-5 0,-5 5 316,0-4 0,-1 6 565,1-2-512,3-3 0,-4 5 9,6-7 0,-2 7-30,-3-2-103,4 3 0,-6 1 803,7-4-424,0 3 11,0-4-243,0 0 1,2 4 714,3-3-143,-4 4-258,6 1 0,-7 1 1,0 4-312,0 5 1,0-2 0,1 1-1,3 2-154,0 2 1,1 2 0,-5-1 0,0 0 61,0 1 0,5-1 0,0 0 0,0 1-314,1-1 533,-4 1 0,30-1 0,0 0 1</inkml:trace>
  <inkml:trace contextRef="#ctx0" brushRef="#br0" timeOffset="161">11222 5165 12775,'0'-14'-1570,"0"0"0,0-1 849,0 1 361,0 6 365,0 1 0,0 19 0,0 2-41,0 2 1,4 0 0,3-2 0,-1 2-40,1 4 1,2-4-1,-3 4 1,2-1-194,4 1 0,-6 4 142,-1-5 1,3 38 0,0 6 0</inkml:trace>
  <inkml:trace contextRef="#ctx0" brushRef="#br0" timeOffset="162">12114 5914 13195,'0'-8'-2823,"0"0"2407,0 3 1,0 2 225,0-7 1,0 5 90,0-4 1,0 4 18,0-5 0,0 5-33,0-4-28,0 6-528,0-4 682,0 7 0,0 7 0,0 2-13,0 4 1,0-3-1,0-1 1,0 2-2,0 2 0,0 2 1,0-1-8,0 0 0,0 1 0,0-1 0,0 0-21,0 1 1,4-6-1,3 1 27,1 1 0,1 0 0,4 1 1,-2-4-31,-1-2 1,-1-1-1,6-5 1,-1 0 70,1 0 0,-1 0 0,0 0 0,1 0 39,-1 0 0,-4-7 0,-1-1 0,1-1 10,-2-1 0,3 1 0,-6-6-32,-2 1 0,-1 4 0,-2 1 8,0-2 0,0-2 0,0-2 110,0 1 1,0 4 46,0 1-300,-7 6 1,4-2-1,-5 10 18,2 4 0,1 4 0,5 3 0,0 2-60,0 1 0,0 6 1,0-1-1,0 3 45,0 2 0,0 0 1,0 1-1,0 2 60,0 2 1,0 1 0,-2-3-1,-1 2 45,-2-2 0,1-2 0,2-1 1,-1-2 22,-2-3 1,-5 1 0,4-5 0,-2-3 38,-3-1 0,-2-1 0,-1-3 69,-1-2 1,1-4 0,-1-6-45,1 0 0,0 0 1,-1-1-27,1-4 1,4 2 0,1-7-86,-2-1 0,4 3 0,1 0 0,1 0-114,0 0 1,0-2-12,5-4 0,2 1 0,3 2 51,4 2 1,4 1 0,2-4-50,-1 3 0,0 6 1,1-2-1,-1 3 120,0 2 1,52-6 0,12-2 0</inkml:trace>
  <inkml:trace contextRef="#ctx0" brushRef="#br0" timeOffset="163">12516 6619 12247,'-9'-5'-3316,"-1"0"3001,7-6 0,-3 8 538,6-7-208,0 7-106,0-4 87,0 7 208,0 0 1,0 7-278,0 2 1,-2 4 0,-1 2 45,-2-1 0,0 0 0,5 1 0,0-1-52,0 1 0,0-6 1,0 1-100,0 1 0,-5 2 0,1 1 3,0 0 0,3-4 181,1 0 0,6-14 0,2 3 0</inkml:trace>
  <inkml:trace contextRef="#ctx0" brushRef="#br0" timeOffset="164">12473 6460 10905,'0'-14'-2189,"0"0"1430,0 6 399,0 1 409,0 7 1,26 7 0,6 1 0</inkml:trace>
  <inkml:trace contextRef="#ctx0" brushRef="#br0" timeOffset="165">13552 6446 11232,'0'-14'-2982,"2"4"2738,3 0 0,-2 2 1,5-3 273,-2 2 1,1 4-1,-4-5 2,2-1 1,4-2 0,-2-1 9,1-1 1,-5 1-1,3 0-8,1-1 1,-6 1-1,4-1 1,-3 1-24,-2 0 0,4-1 0,1-1 1,-2-1-64,-1-2 1,3-5 0,-1 3 0,1-2 52,2-2 1,-4-2-1,5-4 1,0-1 36,0-1 0,-3-1 0,3 5 0,-2 2 53,-3 3 0,-1-1 1,-2 5-72,0 3-22,0 7 0,-7 10 0,-1 10 0,-1 3 11,-1 1 1,5 2 0,-4 3 0,-1 4 9,2-1 1,-3 5 0,5-3 0,-1 3-12,1 2 0,-4 0 0,6 0 0,-1-1-6,-2 1 0,6 0 0,-4 0 1,3 0-22,2-1 0,0 1 1,0-2-1,0-1-66,0-2 0,5-5 0,2 3 0,1-1-49,3-3 0,-3-2 1,1-3-1,3-2 9,0-2 1,3-5 0,-1 0 0,0-2 148,1-2 1,12-32 0,3-8 0</inkml:trace>
  <inkml:trace contextRef="#ctx0" brushRef="#br0" timeOffset="166">13840 6259 9869,'-10'-7'-407,"1"-2"96,-2-4 0,3 5 1,-2 3 203,-1 4 1,3 6-1,0 1 1,0 2 122,0 3 0,5 2 0,-2 1 0,2 1 22,-2-1 1,3 0 0,-3 1 0,4-1-71,1 1 0,1-1 0,3 0-25,0 1 1,6-6-1,-4-1 1,2-1 29,4-4 1,0-1-1,3-2 1,-1 0-19,1 0 0,-6-2 0,1-1 0,1-4 21,2-1 0,-4 0 0,1-3 0,-1 2-31,-1-3 0,0 0 1,-4-3-1,0 1 37,0-1 0,-3 1 1,-1 0-1,0-1 21,0 1 1,-6-1 1,-4 1 0,-1 5 0,0 1 1,1 1-27,-1 4 1,3 3-118,-1 5 1,5 3 0,0 6-264,2 0 370,2 1 1,26 18-1,5 6 1</inkml:trace>
  <inkml:trace contextRef="#ctx0" brushRef="#br0" timeOffset="167">14099 6273 9130,'0'-9'-1509,"1"-1"1160,4-1 0,-3-2 0,4 0 356,1 4 1,-6 1-1,6 3 82,-1-5 0,-4 2 36,2-1 0,3 4 75,-2-5-61,-1 7-108,-4-3 0,-6 6 0,-4 0 18,-2 0 0,2 0 0,0 1-36,-1 4 1,0-2-1,0 5 1,3 0-41,2 0 1,-4-3 7,5 5 1,-4-1 2,4 6 1,0-6-60,5 1 0,2-7 0,2 2-38,6-4 0,3-1 0,1 0 76,1 0 1,-3-1 0,-1-2 26,-1-2 1,-2-6 7,2 1 1,1 2 86,-6-1 1,-1 4 94,-4-5-176,0 7 0,-4 3 13,-1 10 0,0 2 0,5 3 0,0-1 17,0 0 1,0 6 0,0 0 0,0 3-35,0 2 0,0 3 0,-2 2 1,-1 2-14,-2 2 0,1-1 0,4-4 0,-2-2 15,-3-3 1,2 2 0,-5-7-1,0 0 25,0 2 0,-1-7 1,-6 2-1,1-6-3,-1-4 1,1-1 0,0-5-1,-1 0 54,1 0 0,-5 0 0,-1-2 0,3-2-46,1-6 0,3 2 1,2-2-1,3-1-34,2-2 0,-4-1 0,5 0 1,2-1-48,1 1 0,4-1 0,3 3 0,4 0-145,4 3 0,1-1 0,2-4 0,2 1 202,1 3 0,19-7 0,7-4 1,3 1-1,-1 0 0</inkml:trace>
  <inkml:trace contextRef="#ctx0" brushRef="#br0" timeOffset="168">14617 5741 9130,'0'-14'-973,"0"-1"-685,0 1 1617,-7 6 0,4 1 160,-6 7 1,4 7-1,-3 2 24,1 4 0,-2 3 1,2 2-1,-1 2 10,-3 3 0,0-1 0,0 4 1,1-1-66,-1 6 1,0-2 0,0 6-1,1 0-79,-1 3 1,0-1-1,0 1 1,3 2-17,1 2 1,2-5 0,5-2 0,0-2-73,0 1 1,7-2 0,2-6 0,4-4-59,2-1 0,-1-2 0,0-5 0,1 1-73,-1-1 0,1-4 0,-1-2 0,0-2 103,1-3 1,-1-1 0,0-2 112,1 0 0,-1-19 1,1-5-1</inkml:trace>
  <inkml:trace contextRef="#ctx0" brushRef="#br0" timeOffset="169">14789 6043 9130,'0'-14'-583,"0"-1"0,5 1 0,0-1 496,-2 1 0,-1 5 74,-2-1-11,0 7 0,0-2 0,0 10 63,0 4 0,0-1 1,0 2-1,1 1-40,4 2 1,-3 1 0,4-1 0,-1-2-4,0-1 1,1-2-1,-3 3 1,4-3-6,1-2 1,1 6-1,6-4-8,-1 0 1,1-2-1,-1-6-39,0 0 0,1 0 1,-1 0-10,0 0 0,1 0 71,-1 0 1,1-5 0,-3-1 32,-2-2 1,-2 5 45,-3-2 1,-4 5-23,4 5 0,-8 3 0,-3 6 1,-1 0-25,1 1 1,-1 1 0,4 1 0,-3 3-19,-2-3 0,3 5 0,-3 1 0,0-1-31,0-3 0,3 2 1,-3-2-1,0-1-3,0-2 0,4-2 1,-6 1 58,-1-1 0,3-6 1,-2-3-13,-1-3 1,-2-2 0,0-2-21,4-3 1,-2-3-1,4-5 1,1 2-28,-1 2 1,3-1 0,4-4-1,0-1-44,0 1 0,0-1 0,0 1 0,1 1-87,4 4 0,1-4 0,6 5 0,-3 0-3,2 3 1,-3-1 0,2 1 0,1 2 147,2 1 1,40 34 0,9 8-1</inkml:trace>
  <inkml:trace contextRef="#ctx0" brushRef="#br0" timeOffset="170">15077 6619 8584,'0'9'-1034,"0"1"1,0-5 762,0 4 0,0-4 423,0 5 0,2-7 3,3 2 0,-2-5-98,6-5 1,-5 2 0,2-5 0,-1 0 5,0 0 1,1-2 0,-1-4-73,4-1 0,-1 1 0,0-1 0,0 3-10,0 2 1,-4-3-1,2 5 1,-1-1-7,0-1 1,1 7 0,-3-4-1,2 1 27,0 4 1,-5-2 0,0 8 4,0 6 1,0 3-1,0 1-38,0 1 0,0-1 0,0 0 0,0 1-194,0-1 0,1 1 225,4-1 0,41-25 0,17-7 0</inkml:trace>
  <inkml:trace contextRef="#ctx0" brushRef="#br0" timeOffset="171">12416 5626 8381,'1'-8'-93,"4"3"0,-3 2 149,2-2 1,-2 2-93,-2-7 0,0 5-43,0-4 0,0 4-47,0-5 50,0 7 7,-6-3 1,2 6 66,-5 0 0,1 1 1,-2 4 19,5 5 1,-1-2-1,1 1-49,2 3 1,-3 0 56,1 3 1,0-1-17,5 1 1,0-6-31,0 1 0,2-7-24,2 2 0,0-4 79,5-1 0,-4-1-19,5-4 0,-7 2-41,2-7 0,1 5 114,-1-4-174,0 6 76,1-10 1,-3 11 171,7-3-105,-7 4 1,5 1 0,-5 1-117,2 4 0,1-3 0,-2 4-171,0 1 0,3-4 198,-2 6 1,9 14-1,8 7 1</inkml:trace>
  <inkml:trace contextRef="#ctx0" brushRef="#br0" timeOffset="172">12588 5597 10229,'-1'-14'-3051,"-4"-1"2827,3 7 240,-4 2 0,6 7 16,0 4 0,0-2 0,-2 5 0,-1 0 17,-2 0 0,1 2 0,4 4-42,0 1 1,-5-1-1,0 1-2,2-1 0,1 0-99,2 1 0,0-1 15,0 1 0,2-6 0,3-1-3,4-2 0,-1-1 0,2-5-6,1 0 126,2 0 0,20-25 0,6-7 0</inkml:trace>
  <inkml:trace contextRef="#ctx0" brushRef="#br0" timeOffset="173">12703 5511 10229,'8'-15'-2301,"0"1"1644,-3 0 556,-3 6 101,4 1 1,-6 9-20,0 3 1,0 3 0,0 6 25,0 0 0,0 1 1,0-1-20,0 0 0,0 1 0,0-1-28,0 1 1,0-1-1,0 0 3,0 1 0,2-1 1,1 1-37,2-1 1,0-4 0,-4-2 0,2 0-244,2 0 327,0-5 1,8-3 0,3-8 0</inkml:trace>
  <inkml:trace contextRef="#ctx0" brushRef="#br0" timeOffset="174">12703 5626 10229,'0'-10'-1415,"2"2"541,3 2 1,-2-4 898,7 5 1,-6-4 25,6 4 0,0-1 3,4 1 0,0 3-180,1-3 111,-1 4 1,13 26-1,4 7 1</inkml:trace>
  <inkml:trace contextRef="#ctx0" brushRef="#br0" timeOffset="175">12919 5611 10229,'-9'-6'-2649,"-1"-4"2188,7 4 233,-4 0 256,7 6 1,0 1 0,0 4 8,0 5 0,0 2 1,0 3-28,0-1 1,0-4 0,0-1-4,0 3 1,0-4-70,0 1 0,2-1-12,3 2 0,-2-4 66,7-6 0,-1 0 1,6 0 19,-1 0 0,-4-5 0,-1-1-22,2-2 0,2-2 0,1-4 17,1 0 0,-6 4 0,-1 0 117,-1-1 26,4 5 50,-9-1-93,4 7 1,-6 7-163,0 2 1,0 4-79,0 2 0,0-1 98,0 0 1,19-6-1,5-1 1</inkml:trace>
  <inkml:trace contextRef="#ctx0" brushRef="#br0" timeOffset="176">13193 5626 10229,'-8'-2'-417,"1"-1"-606,1-2 1,3-4 731,-7 4 0,5 0 315,-4 5 0,4 0 45,-5 0 1,5 0 0,-3 2-12,2 2 1,1 0-1,5 5-97,0 2 0,-5-3-14,1 2 23,-1 0 1,5-1-3,0 1 1,1-7 47,4 2 1,-2-4-1,5-2 1,0-2 0,0-2 0,-4-2 0,2 4 0,-1-3-61,0-2 0,1 5 0,-3-4-5,2 1 1,1 4 240,-1-3-151,-3-3-14,4 7 1,-1-4 28,0 10 1,1 1-140,-1 4 0,1-2 0,6-5-201,-3 2 284,1 0 1,17-5 0,3 0 0</inkml:trace>
  <inkml:trace contextRef="#ctx0" brushRef="#br0" timeOffset="177">13336 5324 9395,'0'-8'-2226,"-1"1"2398,-4 7 1,3 7 0,-2 2-160,2 4 1,2 6 0,0 0 0,0 1-28,0 0 1,0-2 0,0 6 0,0 0-43,0-2 0,5 5 0,1-3 0,1 4-219,-1 0 252,5 1 1,10 32-1,9 8 1</inkml:trace>
  <inkml:trace contextRef="#ctx0" brushRef="#br0" timeOffset="178">15149 5640 10198,'5'-9'-799,"0"-1"1,1 7 0,-3-4 609,2 1 89,0 4 215,1-4 1,-4 8-1,3 2-127,-4 6 0,-1 3 1,0 1-16,0 1 1,0-1 0,0 0 0,0 1 20,0-1 0,0 1 0,0-1 1,-1 0-50,-4 1 0,3 4 0,-2 0 0,2-1 10,2-2 1,-5 3-1,0 0 1,2-1-11,2-2 1,-4-2 0,0 0 0,0 1-35,-1-1 0,4 0 1,-4 1-1,1-1-288,0 1 401,0-7 1,-1-21-1,-2-11 1</inkml:trace>
  <inkml:trace contextRef="#ctx0" brushRef="#br0" timeOffset="179">15164 5798 10226,'1'-9'-485,"2"-1"-478,2-1 0,6 0 801,-1 1 1,-2-1 0,1 6 288,3 2 1,-4 2 11,1 1-129,1 0 0,-2 1 0,-2 2-56,1 2 0,-6 6 0,4-1-20,-3 3 0,-2-4 0,0 1 55,0 1 1,-5 2 0,-2 0 16,-1-4 1,4 2 0,-4-4-1,1 1 1,1-5 0,3 3-71,-2 1 1,-2-6-77,3 4-140,2-3 294,-4-2 0,18-26 0,4-6 1</inkml:trace>
  <inkml:trace contextRef="#ctx0" brushRef="#br0" timeOffset="180">15336 5784 7725,'2'-8'-338,"3"3"416,-4 4 1,7 1-59,-3 0 0,-3 1 0,2 4-144,-2 5 0,0-2 27,2 1 1,-2-4 60,3 5 0,-4-6 25,-1 6 1,2-7-30,3 2 1,-4-5 0,6-3 72,-1-2 1,-3-1-1,5 1-37,-1-5 0,2 2 0,-2 0 1,-1 0-4,0 0 1,1 5-1,-4-3 1,3 1 78,2 0 0,-3 0-99,5 5 0,-5 0 56,4 0 1,14 13 0,7 3 0</inkml:trace>
  <inkml:trace contextRef="#ctx0" brushRef="#br0" timeOffset="181">15538 5784 10226,'-10'0'-983,"0"0"1,6 0 876,-6 0 1,5 0 338,-4 0-176,5 0 1,-2-2-209,6-2 26,0 2 0,6-4 132,4 6 1,-2 0-20,2 0 0,-6 0 7,6 0-15,-7-7-62,4 6 141,-7-6-101,0 7 1,0 2 46,0 3 1,0 3-100,0 6 0,0-4 24,0-1 0,0-4 1,1 3-116,4-2 0,-2-1 1,7-3 184,1 3 0,27-10 0,9 3 0</inkml:trace>
  <inkml:trace contextRef="#ctx0" brushRef="#br0" timeOffset="182">15710 5784 8086,'-6'-8'-219,"-2"2"1,-2 6 350,1 0 1,-1 1-60,-4 4 1,6-2 0,1 7-84,1 1 0,4 2-4,-2 1 1,2-4 0,0-2-59,-2-2 63,2 5 1,-3-4-75,10 2 0,3-4 130,6-10 1,1-3 0,-1-4-83,0 2 0,-4-3 0,-2 4 0,0-3-62,0 3 1,0-4 0,2 3 0,-4-2 56,0-3 1,-4 1 0,3 0 0,-4-1 31,-1 1 0,0-2 0,0-2 0,0-1 7,0 1 0,0 2 0,-1 2 1,-2 0-18,-2-1 1,-2 2 0,4 2-1,-2 2 13,2-3-40,-5 6 1,5 0 0,-5 7 0,2 4 46,2 5 1,3 2 0,1 4 8,0 4 1,1-4 0,3 3 0,2-3-16,2-2 1,2 5 0,4 1 0,0-1-39,1 2 1,1-5 0,1 3 0,4-2 59,2 2 1,45-3 0,-25-5 0,-1-1 0</inkml:trace>
  <inkml:trace contextRef="#ctx0" brushRef="#br0" timeOffset="183">16041 5813 16338,'0'-10'-2501,"0"1"0,0 4 941,0-5 1473,0 7 1,2-3-1,1 4 1179,2-3-821,0 4 0,1-6-71,3 7 0,-1 0-142,2 0 0,-5 0-192,4 0 1,-4 0 404,5 0 0,-5 5-217,4 0 279,-6 0-1014,4-5 717,-7 0-80,-7 0 1,4 0 220,-6 0-93,5 0 1,-7-2-88,6-3 0,1 2-14,4-7 0,-2 2 1,-1-3-129,-2 2 0,0 4 148,5-5 1,0 6-548,0-6 250,0 7 1,2-4 388,3 7 0,3 2 1,6 3-178,0 4 1,1 4 0,-1 2 0,1 0 8,-1 5 0,-4 2 1,-1 8-1,1 4 155,-2 4 1,-2 6 0,-7 2 0,-6 3 13,-7 3 0,-4 5 0,-9 6 1,-5-1-76,-3 2 1,-8-3-1,18-28 1,0 1 0,0-1-1,-1 1 27,-1-1 0,0-1-27,-1 2 1,-7 3-1,-20 9 1,-13 4-1,-2 2 1,12-8-1,0 0 1,0 0 0,0 0-1</inkml:trace>
  <inkml:trace contextRef="#ctx0" brushRef="#br0" timeOffset="184">17537 5928 18143,'-4'-10'-3028,"-1"1"1,0 4 2227,5-5 1,0 1 812,0-6 0,0 6-3,0-1 0,0 5 0,2-3 311,2 2-163,-2-5 1,9 8 767,-6-7-1032,0 7 0,-5 3 1,0 9 162,0 4 1,0 2 0,0-1-1,0 0 22,0 1 1,0-1 0,0 1 0,0-1-114,0 0 1,0-4-1,0 0-14,0 1 1,1 0 0,4-2 0,5-4 133,3-3 0,6-2 1,1 0-1,3-2 46,2-3 0,3-3 0,0-6 0,1 0-166,0-1 1,-2 3 0,-1 0 0,-4 3 123,-1-2 1,-2-1 0,-5 1 0,1 3 440,-1 2 0,-4 1 14,-1 5 0,-5 2-571,0 2 0,-2 4 0,-2 7 75,0-1 0,0 1 0,0-1-324,0 0 0,0 1 1,0-1-1,0 0-515,0 1 0,5-1 498,0 1 1,6-7 0,-3-2 0</inkml:trace>
  <inkml:trace contextRef="#ctx0" brushRef="#br0" timeOffset="185">17509 6331 13826,'-15'0'-447,"1"0"1,4 1 0,1 4 526,-3 5 1,4 3-1,0 1 1,2 0-338,3 1 0,1-1 0,4-1 1,3-2 167,4-1 0,1-5 1,3 3-1,3-2 120,0-3 0,1-1 0,1-2 0,1 0 31,-1 0 0,4-7 0,0-1 0,2-1 20,0-1 1,-1 1-1,2-6 1,-2-1-113,-3-3 1,0 6 0,-6-3 0,0 2 33,1 3 0,-3 4 1,0-1 65,-3 2 0,-6 3 0,2 7-104,-3 6 1,-2 4 0,0 6 0,0 2-59,0 0 1,0 7-42,0 0 0,19 32 0,5 14 0</inkml:trace>
  <inkml:trace contextRef="#ctx0" brushRef="#br0" timeOffset="186">18947 5971 20942,'-8'0'-3154,"2"0"3143,6 0 1,0 2-2323,0 3 1629,0-4 1,0 7-227,0-3 385,6-4 1132,-4 6-1902,4-7 1394,-6 0-109,0 0 1220,-6 0 56,4 0 119,-4 0-71,6 0-1067,0 0 0,5-2 0,1-1 144,2-2 0,0-1 0,3 1 0,-1-3-412,1 0 0,2-5 0,1 4 0,1-6-58,-1-4 0,0 3 0,1-3 0,-1 1-11,1-1 0,-1 3 0,-1-5 0,-4 2-127,-4 0 1,-3-5 0,-2 5 0,0 1-53,0 2 1,0 2 0,-2 0-1,-3 1-7,-4 3 0,-4-1 1,-1 6 135,-1 2 0,1 1 0,-1 2 220,1 0 0,0 7 0,-1 4 1,1 5-154,-1 3 1,3 7-1,0-2 1,3 3-19,-2 2 0,-1 4 0,1 2 0,3 1-28,2-1 1,-4 5 0,4-2 0,0 4 69,-1 1 1,2 0-1,5-1 1,0-4-14,0-4 0,0-1 1,0-3-1,0-4-70,0-4 1,0 2 0,0-4 0,-1-3-392,-4-1 0,3-1 442,-2-1 0,-4-19 0,0-4 0</inkml:trace>
  <inkml:trace contextRef="#ctx0" brushRef="#br0" timeOffset="187">18746 6187 15402,'-5'-11'-1793,"0"-4"1,0 4 1390,5-8 0,2 9 0,1 4 0,5 1 549,5 0 1,-2 1 0,8 4-1,-1 0-20,1 0 0,-1-2 1,4-1-1,1-2-45,-1 2 0,-3 1 0,5 2 1,0 0-149,-2 0 0,4 0 0,-7 0 0,-1 2-146,-2 3 142,5-4 1,-12 12 0,4-5 0</inkml:trace>
  <inkml:trace contextRef="#ctx0" brushRef="#br0" timeOffset="188">19134 6101 15338,'-9'-8'-1204,"-1"3"1,7 2 0,-3-1 841,-1 0 536,6-1 1,-7 10 0,4 1 0,0 2-308,0 3 1,3 2 0,1 1-59,0 1 1,1-1 0,4 1 38,5-1 0,-2-1 0,1-2 110,3-1 1,0-3 0,3 3-1,-1-5-35,0-4 0,1-1 1,-1 0 162,1 0 0,-1 0 0,-1-1 43,-4-4 1,-2 2 0,-7-7-370,0-1 0,0 3 0,-2-1 186,-3-3 0,-3 0 0,-6-1 1,1 2 125,4 1 0,-4 2 0,3-3 1,-3 3 63,-1 1 0,4-2 1,2 2-1,0 1-32,1 0 0,3-1-258,0 2 0,2 2 0,4-5 77,2 2 0,4 1 1,7 5-25,-1 0 0,0 0 0,1 0 349,-1 0 1,1 5-40,-1 0 0,0 1-6,1-1-53,-1-4 0,-4 6 36,-1-7 558,-5 0-509,2 0-261,-6 0 21,0 0 0,2-5 31,2 0 1,4 0 0,5 4 119,-3-4 0,2 3 0,-2-2-56,3 2 1,1 2 0,1 2-12,-1 2 1,0 0 0,1 5-210,-1 2 1,-1-3 0,-2 2-72,-1 1 1,-5 2 0,3 1-80,-2 1 1,-1-1 0,-5 1-115,0-1 0,-2-4 238,-3-1 1,2-6 139,-6 2 1,5-5-1,0-5-190,2-4 1,2-4-1,0-1 1,2 1 142,2 3 1,-2-3-1,4 2 1,-1-5 72,0-3 0,5 5 0,-4 4 0,2-1 108,3-2 0,2-1 1,1 1 48,1 3 0,-1 4 0,0 6 0,1 0 331,-1 0-430,1 0 0,31 13 1,8 3-1</inkml:trace>
  <inkml:trace contextRef="#ctx0" brushRef="#br0" timeOffset="189">20213 6043 13807,'0'-8'-885,"5"0"1,2 5 1145,0-2 1,-2 0-1,5 5-208,1 0 0,2 0 0,3-1 0,1-3 11,3 0 0,0-3 0,-2 4 0,1-3-34,-1-2 0,3 3 1,-2-3-1,-2 0-44,-1 0 0,-6 0 0,-2-3-70,-2 1 0,-1 5 1,-7-3-27,-2 2 1,-1 1 0,-8 5 0,-3 0 261,0 0 0,0 0 1,2 2-1,-1 3-102,1 4 1,0-1 0,-1 2 0,1 1-73,-1 2 1,6 0 0,1-2-1,1-2-111,4 2 0,-3 7 1,1 1-1,2-1-94,1-2 1,7-2 0,1 2 0,2 2-15,4 1 1,0-1 0,3-7 0,-1-2 11,1 3 0,4-1 0,2 0 336,1-1 0,27-20 0,12 0 0</inkml:trace>
  <inkml:trace contextRef="#ctx0" brushRef="#br0" timeOffset="190">20631 6014 13968,'-8'-14'-2561,"0"-1"-238,3 1 2697,3 0 1,-4 7 0,6 7 65,0 8 1,5 5-1,-1 1 37,0 1 1,-1-1-1,0 1 1,2-1-37,-2 0 1,3 1 0,-1-1-1,-2 1 26,-1-1 0,0-1 0,1-2 0,2-1-165,-2 1 0,-2-3 0,1 0 0,1 0 168,2 0 1,0-3-1,-4 3-5,4-2 1,-2-1 0,5-7 151,-1-3 1,2 2 0,-4-6-1,0-1-71,1 2 0,-3-5 1,5 4-1,-1-4-9,-4-2 1,0 3 0,0 0 0,2 3 41,-2-2 0,-1-2 0,-2-2-39,0 1 0,0 4 228,0 1-252,0-1 58,0 2-237,0 2 0,2 6 0,1 1 116,2 4 1,1-3 85,-1 3 0,3-4 49,6-1 0,1 0 1,-1 0 9,0 0 0,1 0 0,-1 0 1,-1-1 24,-4-4 0,4 2 0,-3-5 1,1 0 53,-1 0 0,1 3 0,-5-3 92,2 2 0,-5-1-198,2 2 0,-5 4 1,-5-4 26,-4 3 0,-2 4 1,-1 1-1,3 4-35,-2 1 1,-1-4-1,1 6 1,3 1-153,2 2 0,-5 1 1,3 1-27,0-1 0,1 0 0,7 1-130,0-1 1,0 1 0,0-1 56,0 0 0,2-4 0,3-2 0,4-2 136,4-2 1,3-3 0,2-1-1,1 0 37,-2 0 1,4-1 0,-2-3-1,-1-2-44,-2-2 1,-2-2 0,1-4-1,-1 1 2,1 4 0,-7-4 1,-2 3-1,-1-3-13,0-1 1,-1 0 0,-4-1-30,0 1 0,0-1 1,0 1 85,0 0 1,-4 4-1,-3 2 187,-1 2-432,5-5 1,-3 9 0,7-4 0,4 6 181,5 0 1,2 0 0,3 0 41,-1 0 1,0 0-1,1 0 92,-1 0 1,-4 0-1,-1 0 158,3 0 1,-4 4-69,1 1 0,-6 6-198,2-1 0,-3 3-13,-2 1 0,0 0 1,0 1 77,0-1 1,0 1-1,0-1-309,0 0 1,0 1-1,0-1-45,0 1 0,0-6 0,1-1 309,4-1 0,35-9 0,14-6 0</inkml:trace>
  <inkml:trace contextRef="#ctx0" brushRef="#br0" timeOffset="191">21393 5971 13968,'0'-14'-4124,"-2"4"3724,-2 1 225,2-1 0,-4 4 1,6 6 140,0 8 1,0 0-1,0 1 42,0 2 1,0 2 0,0 1 0,1-1-72,4-3 1,-2 3 0,7-4 76,1 4 1,-3 0 0,2-2-129,1-1 1,2-6 0,1 4 173,0-1 1,1-1-1,1-3 45,3 2 0,-3 0 0,3-5 0,-3-2 222,-2-2 1,1 0 262,-1-5 16,-6 6-377,-1-4 1,-14 18-1,-1 4-166,0 1 0,-3 5 0,5-1 0,-2 3-63,-4 2 1,4 2 0,-1 4-1,-2 2-49,-2 6 0,-1-4 0,1 0 0,2-1-73,1-1 1,0 1 0,-4-5 0,0-2 2,-1-3 1,1-5 0,-1-8 0,1-3 115,0-1 1,-1-3 0,1-5-53,-1-4 1,3 2-1,1-8 1,3-4-64,1-2 0,-2-4 1,4 3-1,2-3 36,1-1 1,2 3 0,0-3 0,2-1 33,2 1 0,0 3 0,4-4 0,0 2-34,0 4 1,3 6 0,6 1 166,2-1 0,39 17 0,4 4 0</inkml:trace>
  <inkml:trace contextRef="#ctx0" brushRef="#br0" timeOffset="192">22227 5971 21465,'8'-1'-249,"-3"-4"0,-3-5-1451,-2-3 0,0 4 0,0-1 998,0-1 0,0-2 393,0-1 0,1 4 1,3 1 346,0-3 1,6 4-1,-4 0 86,2 2 0,-3 1 149,5 5 1,-5-5-508,4 1 1,-6 0-153,2 9 1,-3 3 0,-2 7 0,0-1 415,0 0 0,-5-2 0,-1 0 1,-1 4 46,1 0 0,-4 0 0,5-1 0,1-1-99,-3 0 1,4 1-1,-5-1-146,2 1 0,-1-1 0,4 0 1,-2 1 129,2-1 0,-11-31 0,-2-9 0</inkml:trace>
  <inkml:trace contextRef="#ctx0" brushRef="#br0" timeOffset="193">22343 5727 17815,'0'-15'-1708,"0"-1"1,-2 0-1287,-3 2 2227,4-4 0,-6 18 991,7 0 0,0 7 0,0 7-392,0 0 1,2 1 0,1-1 0,3 2 108,2 3 1,21 16 0,10 10 0</inkml:trace>
  <inkml:trace contextRef="#ctx0" brushRef="#br0" timeOffset="194">22501 5856 16456,'-15'0'-746,"1"0"0,4 0 587,1 0 1,1 2 0,-2 2-58,5 6 0,4-2 0,1 2 0,0 1-124,0 2 1,0 1 0,0 0-39,0 1 1,0-1 197,0 0 1,1-1 0,3-2-129,0-1 1,8-7 204,-3 2 1,-1-3 0,2-4 96,1-3 1,-3 2 0,0-7 0,0 1-101,0 1 0,-3-5 0,4 4 174,3-4 0,0-2 0,3 1 135,-1 0 0,-4 1 0,-1 2 133,3 1 1,-4 7 172,1-2 1,-6 5-367,2 5 0,1 3 0,-1 6-297,-2 1 0,-1-1 0,-2 0 0,2 1-127,2-1 1,-2-4 0,4-1 0,-1 2-244,0 2 1,6 2 396,-1-1 1,-4-6 0,1-2-1</inkml:trace>
  <inkml:trace contextRef="#ctx0" brushRef="#br0" timeOffset="195">22976 5928 12967,'0'-14'-1488,"-2"-1"0,-1 1 900,-2-1 1,-1 7 532,1 4 1,2 2 217,-7 2 1,7 2 0,-4 1-101,1 2 1,4 6 0,-4-2-1,1 4-74,0 2 0,1-6 1,4 1-1,0 1-34,0 2 0,0 1 1,0 0-1,0 1-95,0-1 1,0 1-1,0-1 128,0 0 1,0 1 0,1-2 0,4-2-68,5-2 0,-2-1 0,1 2 0,2-4-170,2 1 268,8-6 1,46-20 0,-25 3 0,1 0 0</inkml:trace>
  <inkml:trace contextRef="#ctx0" brushRef="#br0" timeOffset="196">23177 6000 12967,'-14'-7'-848,"4"4"0,0-6 319,-1-2 0,-2 4 487,-1 2 0,4 4 170,1 1 0,6 6 0,-2 4-133,3 2 1,2 3 0,0-1-164,0 1 1,2-1-1,1 0 1,3-1 60,2-3 0,-3 1 1,5-5 17,1 2 1,2-3-1,1 3 56,1-1 1,-1-3-1,0-4 1,1 0 99,-1 0 1,-4-1 0,-1-2 0,3-4-50,0-1 0,-4-1 1,-1-4-1,-2 2-88,-1 1 0,1 0 1,-5-4 75,0 0 1,0-1 0,-1 2 0,-4 2 75,-5 2 0,2 6 0,-1-4-7,-3 1 1,0 4 0,-3-3-182,1 4 1,6 2 0,1 4-195,1 5 173,4 2 0,22 16 0,12 2 0</inkml:trace>
  <inkml:trace contextRef="#ctx0" brushRef="#br0" timeOffset="197">23350 5942 12543,'0'-14'-749,"0"0"1,0 4 0,0 0 312,0-1 0,1 5 518,4 1 0,3 3 0,6 2-15,1 0 0,-1 0 0,1 2 0,-1 1-109,0 2 0,-4 6 1,0-1-1,1 1-38,2-1 1,-4 6-1,-1-4 1,0 3-7,0 2 1,-5 1 0,4-4 0,-3 1-119,1-1 0,0 0 0,-5 1 118,0-1 91,0 1 0,-2-7 0,-2-4 1,2-8-1,-3-6-109,4-3 1,1-1 0,0-1 0,1 1 97,4 0 0,-3-1 1,4 1-1,-1-1 48,0 1 0,4 0 0,-2-1 1,1 3 93,3 2 1,-3-3-1,1 5 36,3 0 1,-4 0 0,1 5-3,2-2 0,-4 2 1,-2 8-195,-4 4 1,4-1-1,0 2 1,-2 1-108,-1 2 0,-2 1 0,0 1 154,0-1 0,-2-1 0,-1-2 1,-2-1-12,2 1 1,1-3-208,2 1-103,-6 1 242,4-2 1,-3-3 0,9-10 0,2-5-18,2-2 0,-5 2 1,4 0-1,-1-1 160,4-2 0,-2 1 0,0 1 0,-2 1-9,-3-1 0,4 3 0,-1 0 1,0 0 30,1 0 0,2 3 0,-2-3-42,1 2 0,0-1 1,3 4 136,-2-2 1,-4 0-180,5 5 1,-2 7 0,3 1-277,-1 0 0,-6 3 185,6-6 1,-7 6 0,4-3 0</inkml:trace>
  <inkml:trace contextRef="#ctx0" brushRef="#br0" timeOffset="198">23983 5957 11487,'-10'-8'-2321,"2"1"1533,2 1 855,1 4 1,6-6 15,4 4 1,3 2 0,7-3-38,-1 4 0,0-1 0,1-1-2,-1-2 0,1 0-35,-1 5 1,-4-5-31,-1 1 24,-6-1 1,-3 5 0,-9 1 0,-4 4 100,-1 5 0,-1-2 0,1 0 0,1 0-33,3 0 1,-2 1 0,2 6-92,-3-1 1,5 0-1,3 1-163,4-1 0,1 1-12,0-1 1,6-1 0,4-2 0,3-3 194,1-2 1,52-39 0,-27 9 0,0 0-1</inkml:trace>
  <inkml:trace contextRef="#ctx0" brushRef="#br0" timeOffset="199">24357 5856 11487,'-8'-2'-431,"1"-1"-338,1-2 0,-2 1 676,-6 4 1,4 1-1,2 4 91,2 5 1,-4 2 0,5 3-1,2-1-5,1 1 0,-2-1 0,-1 0 0,2 1-71,1-1 1,2 0 0,0 1 10,0-1 1,5 1-1,1-3 1,2 0 11,3-3 0,-3-6 0,2 2 0,1-3-5,2-2 1,6 0-1,0 0 1,-1 0-122,-2 0 0,-2 0 187,1 0 1,25-32-1,6-8 1</inkml:trace>
  <inkml:trace contextRef="#ctx0" brushRef="#br0" timeOffset="200">24716 5683 11487,'0'-14'-391,"0"0"0,0-1 1,0 1-1,2 1-133,3 3 0,-4 2 382,4 4 1,-3 4 141,-2 0 0,0 6 0,0 8 0,0 2 38,0 4 1,0-4 0,-2 4 0,-1 1-40,-2 3 0,-4 2 0,2-1 0,1-1 14,-1 2 0,1 1 1,1 0-1,-3-1-80,0-2 1,-3 0 0,5 4 0,-1 1 33,1 0 1,-1-5 0,4 0 0,-2 0-37,2-2 0,-3-1 0,1-6 0,2-1-109,1 0 0,2-4 0,2-2-118,3-2 0,-2-1 346,6-5 1,7-25 0,7-7 0</inkml:trace>
  <inkml:trace contextRef="#ctx0" brushRef="#br0" timeOffset="201">24529 5899 11217,'-12'-1'0,"0"-4"-381,3-5 0,4 2 188,-5-1 1,9 5 0,1-2 0,8 1 160,5 0 0,6 1 0,2 4 0,1 0-7,4 0 0,1 0 1,3 0-1,2 0 64,2 0 0,11-6 0,7-1 0,2-1 0,1 0 0</inkml:trace>
  <inkml:trace contextRef="#ctx0" brushRef="#br0" timeOffset="202">25637 5626 30192,'0'-24'-4384,"0"0"0,0 0-531,0 1 3248,0 3 1,0 13 1642,0 7 1,-1 7-1,-3 9 1,-2 1 196,-2 2 1,3 7 0,-3-2 0,2 5-134,3 4 1,-4-2 0,1 4 0,-1 0-119,1 3 0,-4 4 0,4 1 0,0 2-481,-1 3 0,-2-3 0,2 3 0,1-4 384,-1 0 0,3-8 1,4-2-1,0-5-399,0-5 1,0-2-59,0-3 1,-2-9 484,-3-1 1,2-7 0,-5-7 32,2-4 1,-1-4 0,4-2 0,-3 1-4,-2 0 1,3-6-1,-3 1 1,0 0-44,0-2 0,5 5 0,-2-4 0,3 0 128,2 1 1,0-6-1,0 2 1,0-1 153,0 0 0,0 2 1,2-4-1,3 2 285,4-1 1,4 4 0,2 2 0,-1 3 167,0 1 1,1 6-1,-1-1 1,0 1-92,1 1 1,4 1-1,0 7 1,-1 0 17,-2 0 1,-2 2-1,1 3 1,-1 4-234,0 4 1,1-3 0,-3-1 0,0 2-121,-3 2 1,-6 2-1,2-1-221,-3 0 1,-2 1 0,0-1 94,0 0 1,0-4-1,-2-2 1,-3 0 243,-4 0 0,-4-3 1,-1 3-1,-1 0-137,1 0 0,0-5 0,-1 2 0,1-2-299,-1 2 0,6-4 1,-1 4-621,-1-3 856,-2-2 1,5-2 0,3-3-139,4-4 0,7 1 0,2-2 533,0-1 1,43-34-1,5-9 1</inkml:trace>
  <inkml:trace contextRef="#ctx0" brushRef="#br0" timeOffset="203">25709 5928 30192,'10'-2'-2896,"-1"-2"0,1-4 2404,4-7 0,-1 6 1,-2 1 600,-1 1 0,-1-2 0,6 4 322,-1 2 1,-4-4 0,-1 2-103,3 2 1,0 2-372,3 1 0,-2 6 1,-2 4-444,-2 2 0,-5 3 0,0-1 1,-2 1-155,-2-1 0,0 0 1,0 1-1,0-1-212,0 0 0,-5 1 1,-1-1 257,-2 1 0,3-3 148,-5-2 0,6-4 506,-6-6 1,7-1 0,-2-4-709,3-5 0,2-2 1,0-3-1,0 1 221,0-1 1,2 1 0,1 0 0,4-1 823,1 1 0,-4 0-77,6-1 0,-2 1 0,3 1 300,-1 3 0,-1 4-8,6 6 0,-6 0 0,1 0-239,1 0 1,-3 0 0,0 2 0,0 1-830,0 2 0,-3 1 0,4-3 1328,3 2 1,-4 1-392,1-1 0,1-3-170,4 3 1,-4-4 452,-1-1-253,-5 0-709,2 0 0,-8-5 0,-2 1-28,-6 0 1,2 3 0,-2 1 651,-1 0 1,0 1-1,0 3 1,3 2-335,1 2 1,1-3 0,3 4-218,-2 3 1,0-4 0,5 1-640,0 2 1,2 2-1,3 0 1,3-2 15,0-1 0,4-6 1,-2 4 797,3-1 1,59-22-1,-29 3 1,0 0 0</inkml:trace>
  <inkml:trace contextRef="#ctx0" brushRef="#br0" timeOffset="204">26313 5914 30192,'-9'-7'-2630,"-1"-2"1,5 2-1,-4 2 2259,-2 4 1,3 1-1,0 1 1,0 4 376,0 5 0,-2 4-70,-4 5 0,4-3 1,2 4-1,2-5-334,2 0 0,3-1 0,1 1-166,0-1 0,0 0 214,0 1 0,6-7 0,4-3 384,3-4 0,6-7 1,0-4-1,-1-1 7,-2 1 1,-2-7 0,0 2 0,1-1-388,-1 0 1,0 1-1,-1-3 1,-2-1-246,-1 1 1,-2-4 0,2-2 0,-4-3 214,0-2 1,-4 0-1,3-1 1,-4-4 260,-1-4 1,0 1-1,0-1 1,0-1 118,0 2 1,0-2 0,-1 5 0,-2 2 57,-2 2 1,-5 7-1,4 6-529,-2 5 1,-2 8 0,-3 8 564,4 6 0,-2 8 0,6 2 0,0 3-221,-1 2 0,4 7 0,-3 3 0,4 1-18,1-1 1,0 3-1,0-3 1,1 2-46,4 3 0,-2 0 0,5 0 0,0-3 100,0-2 0,2 3 0,4-4 0,1-2-70,-1-2 0,0-7 1,-1-4-1,-2-3-12,-1-2 1,0 1 653,4-1 1,7-38 0,1-10 0</inkml:trace>
  <inkml:trace contextRef="#ctx0" brushRef="#br0" timeOffset="205">26587 5942 18956,'0'15'-2567,"0"-1"0,0 0 916,0 1 0,0-6 1325,0 1 1,-2-2 213,-3 2 1,4-2-161,-4-4 282,3-2 0,2-2-138,0-10 1,0 2 0,0-1-249,0-2 1,0-2 0,0-2 355,0 1 1,0 0-1,0-1 44,0 1 1,2 1 0,1 2 136,2 1 1,0 1-207,-5-6 0,0 1 0,0 0 0</inkml:trace>
  <inkml:trace contextRef="#ctx0" brushRef="#br0" timeOffset="206">26759 5870 14188,'0'-14'-3639,"0"0"2917,7-1 602,-6 1 1,6 7 470,-7 7 0,-2 7 1,-1 7-367,-2 1 0,-1-1 0,3 0 0,-4 1-12,-1-1 1,5 1 0,-2-1 0,4 0-58,1 1 1,0-1-1,0 0-149,0 1 0,0-1 0,1-1 244,4-3 1,3 1-1,6-6 1,2-2 29,4-2 0,-3-1 0,5 0 0,1 0 54,-1 0 1,34-44-1,-21 16 1,-1 0 0</inkml:trace>
  <inkml:trace contextRef="#ctx0" brushRef="#br0" timeOffset="207">27119 5640 15533,'-2'-14'-2012,"-2"-1"1,2 1 1044,-3 0 1,-1 7 1098,1 7 0,0 7 1,4 7-1,-3 2-155,0 3 1,-1-1-1,3 6 1,-1 1 6,-2 3 0,0 0 0,4 1 0,-2 0-68,-2 0 1,-2-1-1,4 3 1,-2 1 0,2 1 0,-3 1 1,1-5-1,2-1-227,1 1 0,2-2 0,0-3 0,0-4 239,0-4 0,0-7 278,0 1 0,13-26 1,3-2-1</inkml:trace>
  <inkml:trace contextRef="#ctx0" brushRef="#br0" timeOffset="208">27047 5899 11994,'5'-14'-982,"1"-1"506,2 1 1,-5 4 0,4 2 120,-1 2 1,-3-4-1,7 6 553,1 0 1,-3 3-77,2 1 0,-5 0 0,4 1-125,2 4 0,-4-2 0,-1 5 0,-1 0-49,0 0 1,1-3 0,-3 5-48,2 1 1,2 0 0,-4 0 69,2-1 1,-1 0 0,-4 4-22,0 0 1,0 1-1,0-1-61,0 0 1,0-4 0,-1 0-166,-4 1 0,2 0 1,-5 0 224,1-1 0,-17-39 1,0-5-1</inkml:trace>
  <inkml:trace contextRef="#ctx0" brushRef="#br0" timeOffset="209">27248 5741 11994,'0'-14'-2779,"0"-1"2330,0 7 1,-1 2 0,-2 7 406,-2 4 1,0 3 0,3 7 0,-1-1-68,-1 0 1,-1 1 88,5-1 0,-7 26 0,-1 6 0</inkml:trace>
  <inkml:trace contextRef="#ctx0" brushRef="#br0" timeOffset="210">27364 5914 11994,'-15'0'-989,"6"0"1,-1 0 929,-1 0 1,3 0 0,0 1 108,1 4 1,-2 3 0,4 6-221,2 1 0,1-1 67,2 0 1,7-1 0,2-3-1,4-5 122,1-4 0,1-1 0,-1 0 0,1 0-13,-1 0 0,0 0 0,1 0-8,-1 0 1,1-6 0,-3-4-28,-2-3 1,1-1 0,-6 0 12,-2-1 0,-1 1 0,-2 0 0,-2 1-24,-3 3 1,2-3 0,-7 5 0,-1 0 95,-1 4 1,-3 0 0,1 1-160,-1-2 0,1 2 0,0 8 61,-1 5 1,7 22 0,2 6 0</inkml:trace>
  <inkml:trace contextRef="#ctx0" brushRef="#br0" timeOffset="211">27666 5899 10747,'-15'0'-632,"6"0"586,-1 0 0,7 2 0,-3 1 4,-1 2 1,6 1-106,-4-1 1,3-2-21,2 7 1,2-7 143,3 2 0,3-4 0,6-2 68,0-4 0,-4 3 0,0-4-57,1 0 0,1-1 0,3-4-5,-1 1 1,1 2-1,-1-1 1,-1 2-5,-4 1 0,4 4 151,-3-2 1,1 4-111,-1 4 0,-2 4 0,-5 8 1,2 4-39,-2 4 0,6 14 0,3 8 0,0 5 1,0-1-1</inkml:trace>
  <inkml:trace contextRef="#ctx0" brushRef="#br0" timeOffset="212">29032 5597 11704,'-14'-8'0,"0"3"-313,-1 4 0,6-4 0,-1 0 0,-1 2 484,-2 1 0,4 2 0,-1 0 14,-1 0 1,-2 5 0,-1 0 4,-1-2 1,6 3-1,1 1-195,1 1 0,1-5 237,1 2-379,3 3 1,-4-5 136,6 7 0,-2-7-83,-2 2 105,2-4-15,-4-1 1,1-6-136,0-4 0,0-3 0,5-1 1,0 0 138,0-1 1,0-1 0,2-1 0,1-3 79,2 3 0,0 1 0,-5 2 88,0-1 1,0 6-304,0-1 1,-2 13-1,-3 2 1,-3 8 130,0 6 0,-5 5 0,4 9 0,-5 6-112,-6 2 0,4 4 1,-3 2-1,3 2-109,2 2 0,-1-4 0,-1 1 0,-1-4 191,-2-1 0,1-6 0,7-3 0,3-5-137,1-5 1,-2-4-1,4-5 1,0-2 103,-1-4 1,-8-47-1,-9-18 1</inkml:trace>
  <inkml:trace contextRef="#ctx0" brushRef="#br0" timeOffset="213">28471 5856 14629,'-9'-22'-2849,"1"2"573,1 4 1891,3 2 1,5 6-1,4 3 776,5 4 0,4 2 0,4 2 1,2 4-254,3 1 0,1-5 0,4 3 0,3-1-46,2 0 0,-1 0 0,7-5 0,-1 0-7,-1 0 0,4 0 0,-2-2 0,2-1-116,3-2 1,-8-6-1,-2 1 1,-4-2 193,-1-3 1,-2 1 0,-4 0 0,-7-1-1,-5 1 1,-8-1-1,2 1-123,-4 0 1,-7 4 0,-4 2 0,-4 2-50,-5 2 0,3 3 1,-5 1-1,2 1 199,0 4 1,-7 3-1,4 7 1,-1 1-120,4 3 0,-2-3 0,2 5 0,0-2-76,-2 0 0,10 5 0,-3-3 0,1 1-128,0 4 0,0 2 1,2 4-1,3 2-80,2-2 0,1-3 1,5-5-1,0-5 28,0-3 1,6-3 0,4-4 0,4-4 326,5-3 1,-1-9 0,4-2 0,1-4-96,-1-2 1,-4-4-1,3 0 1,-2 0-86,0-2 1,0 4-1,-5-6 1,1 2 79,-1 4 0,-6 6 0,-1 3 0,-3 0 16,1 0-43,0 4 0,-11 4 1,-2 10-1,-2 3 79,0 1 1,2 1 0,-3-1 0,3 0-21,2 1 0,1 4 0,5 0 0,0-1-256,0-2 0,0-2 0,0 0 0,0 1-111,0-1 1,6-1-1,6-2 1,4-3-178,3-1 0,2 2 517,-2-4 1,35-26-1,15-11 1</inkml:trace>
  <inkml:trace contextRef="#ctx0" brushRef="#br0" timeOffset="214">29205 6000 13747,'-8'0'-956,"2"0"1,7 0 971,4 0 1,-2 0 0,7 0 25,1 0 1,2-2 133,1-3 0,-1 2 1,-2-5 249,-1 2-335,-7-5 1,2 4-125,-10-2 1,-3 2 0,-6 7 0,-1 2 157,1 3 0,-1-2 0,3 7 1,1-1-123,1-1 1,5 5 0,-3-4 0,2 4-118,3 2 1,1-1 0,4 0 0,4 1-243,8-1 0,2 1 1,8-1 320,2 0 0,29-10 1,13-6-1,6 1 1,1 0-1</inkml:trace>
  <inkml:trace contextRef="#ctx0" brushRef="#br0" timeOffset="215">29795 6158 14629,'-10'-5'-1859,"2"-1"687,2-2 0,1 3 1089,5-4 1,2 1-1,3-4 1,6 4 343,6 2 1,-1-5 0,5 1-1,0-4-139,3-5 0,-2 3 0,1-5 0,-1 2-65,0 0 1,-2-5-1,2 3 1,-1-2-105,-4-2 1,-1-2 0,-1-2-1,-3 0-55,-2 0 1,1 1 0,-6-3-1,-2-2 33,-1-6 1,3 2 0,-1 1 0,0 0 80,-3 5 1,-1 2 0,0 5 16,0 5 1,-1 9 0,-4 7-10,-5 6 1,2 7 0,-1 7 0,-3 4-46,0 1 1,2 2 0,2 5 0,0 1-32,0 4 1,3-4-1,-3 6 1,0-1-7,0 3 0,5-1 1,-3 0-1,1-1-4,0 1 0,0 0 0,5 1 0,0-3-29,0 1 0,0-6 0,0 4 0,0-6-111,0-4 1,5-3 0,2-6 364,1-1 0,33-38 0,13-10 0</inkml:trace>
  <inkml:trace contextRef="#ctx0" brushRef="#br0" timeOffset="216">30212 6000 14629,'-6'8'-90,"-1"0"1,-4-5-1,2 3-276,-3 2 1,1-3 0,0 5 306,1 1 0,7 2-185,-2 1 0,4-4 5,1-1 0,6-5 0,4 0 255,3-2 0,1-7 1,0-1-1,1-2-1,-1-3 0,1-2 1,-1-2-1,-1 1-59,-4 0 0,3-1 0,-6 2 0,0 2-67,1 2 1,-3-1 0,-4-4-183,0-1 0,-6 6 0,-3 1 66,-4 1 0,-2 3 0,1 4 302,0 0 0,-1 19 0,1 5 0</inkml:trace>
  <inkml:trace contextRef="#ctx0" brushRef="#br0" timeOffset="217">30514 5842 13867,'10'-7'-1083,"-1"-2"1,-5 1 860,0-2 0,0 5 509,0-4-253,-2 5 0,4 0 0,-7 7-61,-4 2 1,3 6 0,-2-2 0,0 4 10,0 2 0,2-6 0,-4 1 0,1 1-10,0 2 0,0 1 0,5 1 1,0-1-43,0 0 1,-1-4 0,-2 0 0,-2 1-49,2 1 1,1 3 39,2-1 0,-2-1 0,-1-2 0,-3-3 84,-2-1 0,3 2 0,-5-2 73,-1 1 0,-2-5 0,-1 2-128,0-4 1,-1-1-178,1 0 262,6 0 0,33-32 1,15-8-1</inkml:trace>
  <inkml:trace contextRef="#ctx0" brushRef="#br0" timeOffset="218">30816 5842 10694,'0'-15'0,"-1"2"-721,-4 4 0,2-4-161,-7 3 1,1 4 1295,-6 1 0,6 5-180,-1 5 1,7 3 0,-4 6 0,3 1-185,-1-1 0,0 1 0,5-1 0,0 0-58,0 1 0,0-1 1,0 1-11,0-1 1,0 0 0,2 1 0,1-1-50,2 0 1,-1 1-1,-4-1 133,0 1 0,0-6 0,-1 1 86,-4 1 1,-3 0 0,-6 0-55,-1-1 0,-4-7 0,0 2 0,1-2-196,2 2 0,2-3 0,0 2-12,-1-2 221,1-2 1,51-26-1,12-6 1</inkml:trace>
  <inkml:trace contextRef="#ctx0" brushRef="#br0" timeOffset="219">31248 5856 13867,'0'-14'-1587,"0"-1"374,0 1 1,0 4 859,0 1 290,0 5 256,0-2 1,-5 12 0,0 4 0,1 3-171,-3 1 0,6 1 0,-6-1 1,2 0-12,1 1 0,-3-1 0,4 1-93,-2-1 0,0 0 0,5 1 0,-1-2 102,-4-4 0,3 4 0,-2-4-39,2 4 1,2-3-1,2-2-129,2-2 1,0-1-1,5-5 267,2 0 1,2-5 0,2-1-153,-1-2 0,0 0 1,-1-3-1,-2 3 149,-1 1 0,-2 1 1,3 3 293,-1-2 97,-7-6-287,10 9 1,-12-3-8,4 10 1,-3 3-90,-2 6 1,0 1-284,0-1 1,0-4-1,1-2-112,4-2 1,-2-1 0,7-5 221,1 0 0,2 0 0,1 0 37,1 0 0,-6-5 1,-1-1-1,0-2-59,0-3 0,-3 3 0,3-2 30,-2-1 1,1-2 0,-4-1-71,2-1 0,0 6 117,-5-1 0,-2 7-536,-3-2 725,4 4 1,-6 7 0,7 2-1</inkml:trace>
  <inkml:trace contextRef="#ctx0" brushRef="#br0" timeOffset="220">31622 5914 10820,'-14'0'-289,"-1"0"1,6 1 0,-1 4 299,-1 5 0,3 2 1,0 3-117,2-1 1,1 0 0,5 1-1,0-1-43,0 1 0,0-1 1,0 0-1,0 1 125,0-1 1,25-12 0,7-4-1</inkml:trace>
  <inkml:trace contextRef="#ctx0" brushRef="#br0" timeOffset="221">31737 5813 11677,'-14'-7'-1142,"-1"6"0,1-4 728,0 3 0,4 4 518,0 3 0,7 3-208,-2 6 0,10 13 0,3 4 1</inkml:trace>
  <inkml:trace contextRef="#ctx0" brushRef="#br0" timeOffset="222">31924 5727 11677,'-8'-10'-1436,"2"2"277,-1 2 1,4 1 1298,-6 5 0,4 5 0,-3 3 0,0 3-101,0 5 0,5 1 1,-2-1-1,2 2-45,-2 1 1,2 5 0,-5-3 0,1 0-16,4-1 1,-3 6 0,1-4 0,0 2-76,-1 0 1,3-5 0,-5 4 0,1-2 64,4-4 0,1-20 0,2-7 0</inkml:trace>
  <inkml:trace contextRef="#ctx0" brushRef="#br0" timeOffset="223">32169 5626 11677,'-7'14'-888,"4"-4"0,-6-1 0,-3 3 1044,0 0 1,-3 8 0,1 0 0,-2 3-165,-3 2 1,3 2 0,-3 2 0,3 2-103,1 2 0,6-1 1,-1 5-1,0 0 53,2-1 1,8 9-1,8 6 1</inkml:trace>
  <inkml:trace contextRef="#ctx0" brushRef="#br0" timeOffset="224">18487 7151 16869,'9'0'-818,"1"0"0,-7-2 317,2-2 0,1 0 0,1-4 261,1 2 0,-3-4 0,3 4 133,-2-2 1,0 0 0,-2-3-139,0 1 0,8 1 198,-3-6 0,-1 2 0,0 2 21,-1 2 0,2-1-335,-4-4 88,0 6 1,-5 3 175,0 10 0,-5 3 0,-1 6 0,-2 2 43,-4 3 0,4-1 0,-1 6 0,-2 1-25,-2 3 0,3 0 0,1 1 0,-3 0 53,0 0 0,2-1 0,2 0 1,0-3-113,0-1 1,5-6 0,-2 1 35,4-3 1,2-8 0,2-5 67,2-6 1,6-5 0,-1-6 0,3-1 11,1 1 0,2-2 0,2-2 0,1-1 26,-2 1 0,-1 7 0,-1 2 0,-1-1 73,1 2 0,-6 0 0,1 5 64,1-2 0,-3 0 1,0 7-128,-2 3 0,-1-2 0,-5 6 0,0 3 37,0 0 0,-2-2 0,-1 0 1,-3 1 86,-2 2 1,0-4 0,-3 1 0,1-1-103,-1-1 0,-2 4 1,-1-6-1,-1 2-40,1 3 1,0-3 0,-1 0 0,1 0-54,-1 0 1,1 0-1,0 3-222,-1-1 0,7-5 284,3 4 0,61-31 0,16-4 0</inkml:trace>
  <inkml:trace contextRef="#ctx0" brushRef="#br0" timeOffset="225">18818 7381 13067,'-15'0'-145,"1"-6"-1122,0-4 885,6 4 1,3-1 0,10 7 323,4 0 1,4 0-1,1 0 57,1 0 1,-1-4 0,1-1 0,-3 0-49,-2-1 0,3 2 88,-4-5 1,-2 4-47,-2-5 1,-5 7-1,-5-2 119,-5 4 0,-1 2 0,0 4 0,1 3 56,-1 0 0,-2 5 0,0-3 0,4 2-122,4 3 0,-1-1 1,1 1-159,2-1 1,3 0 0,4-1 0,6-2-360,3-1 0,1-1 430,1 6 0,56-1 0,-27-7 1,-1 1-1</inkml:trace>
  <inkml:trace contextRef="#ctx0" brushRef="#br0" timeOffset="226">19552 7439 13067,'-15'0'-363,"1"0"-671,-1 0 1,6 0 1266,-1 0 1,9 0-13,1 0 0,6-2 0,8-1-139,1-2 1,-1-6 0,1 1 0,1-2-93,3-3 1,-2 1-1,6-2 1,-1-2-62,0-1 1,-2-5-1,2 3 1,-1 0-48,-4 1 1,4-6 0,-2 2 0,-1-1 5,-2 1 1,-3-4-1,-2 6 1,-3-2-14,-2 0 0,-1 0 0,-5-3 1,0 1-53,0 2 0,0 5 0,0-3 9,0 1 0,-6 3 0,-4 9 0,-3 6 207,-1 6 1,-1 0 0,3 8-1,1 4-37,1 2 1,0 9 0,-6-2 0,-1 3 48,-2 2 1,-1-1-1,6 3 1,0 1-52,-1 1 1,1 7-1,-1-3 1,1 1-31,0 1 1,-1-2 0,3 3 0,2-4 12,5 0 1,4-9 0,1-8 6,0-3 0,1-3 0,4-4 92,5-4 0,-3-3 0,3-4-99,1-3 1,-3-1 0,0-5 0,0 1 14,0-1 1,0 3-1,3-2 1,-1-1-37,1-2 0,-3-1 0,2 0 0,1-1 29,2 1 1,1 4-1,1 1 1,-1-3 37,0 0 0,-4 2 0,0 2 144,1 2 0,1-4 124,3 5 0,-7 2-271,-3 8 0,-4 3 0,-1 6 1,0 1-85,0-1 1,0-4-1,0-1 1,0 2-17,0 2 1,0 2 0,0-1-3,0 0 0,0 1 0,0-1-131,0 0 0,0-4 0,2 0-183,3 1 1,-2-3 385,6 1 1,20-18-1,10-1 1</inkml:trace>
  <inkml:trace contextRef="#ctx0" brushRef="#br0" timeOffset="227">20069 7309 13067,'-14'0'-647,"0"0"1,-1 0 591,1 0 1,4 5 0,2 1 0,0 2-64,0 4 0,5 0 1,-3 1-1,1-2 23,0-1 1,0 0-1,5 4-110,0 0 1,0 1 0,0-1-123,0 0 0,2-6 365,3-3 0,16-10 1,9-3-1</inkml:trace>
  <inkml:trace contextRef="#ctx0" brushRef="#br0" timeOffset="228">20113 7180 9619,'0'-19'0,"0"-1"-967,0 3 0,0 1 955,0 1-74,0 1 0,0 12 1,0 7 96,0 6 1,0 4-12,0-1 0,0 33 0,0 7 0</inkml:trace>
  <inkml:trace contextRef="#ctx0" brushRef="#br0" timeOffset="229">20386 7280 15547,'-8'-6'0,"2"-2"-1480,-1 0 0,4-5 1034,-7 4 1,6 2 0,-4 1 737,1-1 1,-4 6 0,3-2 508,0 6 1,-3 0 0,4 5-1,1 0-506,0 0 1,-6 2-1,4 4-281,0 0 1,0-1-1,5-2 1,-2-1-53,2 1 1,-3-3 849,1 2-423,0-1 0,7-1-450,3-3 1,3-3 0,6-2 257,0 0 1,-4-5-1,0-1-627,1-2 1,2-2 525,1-4 0,-4 4 785,-1 0-188,-6 7 0,4-2-1024,-7 10 1,0-2 0,0 9-1,-2 2 265,-3 4 1,4 2 0,-6 0 0,3 4 130,-1 3 1,-5 6 0,5 1 0,1-1-459,-3 3 1,1-1 0,-5 3-1,1-4 204,-1-4 0,-2-1 1,-1 0-1,-2-1 311,-3 1 1,1-5 0,-6-1 0,-2-3 191,-1-2 1,-6-4 0,-1-4 0,1-4-26,-3 1 0,8-6 0,-3 4 0,7-3 179,3-2 0,2-5 0,6-2 0,4 0-830,4-5 1,3 4 0,4-1 0,3-2 12,4-2 1,11-3 0,4-2 0,3-3-88,2-1 571,6 4 0,12-25 0,6-11 0,-12 17 1,1 0-1,-1 1 0</inkml:trace>
  <inkml:trace contextRef="#ctx0" brushRef="#br0" timeOffset="230">20717 7050 27046,'-15'0'-627,"1"0"0,0 0-140,-1 0 0,1 0 1,0 2-1,-1 4 1269,1 9 1,-1 1-1,3 8 1,0 1-1129,3 2 1,-1 4-1,-4 1 1,-1 3 184,1 2 1,4-4 0,1 6-1,-1-1-110,2-1 1,2-4-1,6-9 23,0-5 0,1-9 0,4-5 204,5-4 0,3-7 1,-1-4-1,0-2-95,-3-3 1,1 6 0,3-1 0,-2-1-52,-2-2 1,-1-1-1,4-1 1,-3 1 312,2 0 0,-3 1 1,2 2-1,1 1 262,2-1 0,-3 3 1,-1 0 193,2 1 0,-3 3-26,2 4 1,-2 1-1,1 4-309,-4 5 0,-3 2 0,-2 4 0,0 2-224,0 1 0,5 0 0,-1-4 1,1-1-141,2 0 1,-6 1 0,4-1 344,-3 1 1,17-14 0,5-2 0</inkml:trace>
  <inkml:trace contextRef="#ctx0" brushRef="#br0" timeOffset="231">20846 7396 13013,'-8'-7'-2911,"-4"6"2778,4-12 0,1 11 0,7-3 319,8 4 0,0 1 0,2-2-71,1-3 1,2 4-145,1-4 82,0-3 1,-4 2-42,0-4 0,-9 4 1,-1 6 117,-8 0 1,0 6-1,-1 2 1,-2 2-5,-2-1 1,3 1 0,2 4 0,2 1-123,3-1 0,-4-4 0,2-1 0,2 2-130,2 2 1,2-3-1,2-1 1,4 1-77,1-2 0,1 0 0,6-5 0,1 2 10,3-2 0,-2 3 1,6-1-1,-1-2 194,1-1 0,45-40 1,-25 14-1,-1 0 1</inkml:trace>
  <inkml:trace contextRef="#ctx0" brushRef="#br0" timeOffset="232">21163 7324 12674,'0'-15'-1270,"0"1"1,0 4 978,0 1 1,1 5 416,4 0 1,-2 4-1,5 4-248,-1 6 1,-1 3-1,-3 1 1,2 1 23,-2-1 1,-1 5-1,-2 0 1,0-1 20,0-2 0,0-2 0,0 1 19,0-1 1,0-4-52,0-1 1,0-7 0,0-2 126,0-8 0,2-5 1,1-1-1,3-1-10,2 1 0,2-2 0,4-2 0,1-1-222,-1 2 0,0 1 311,1 1 0,25-18 1,6-6-1</inkml:trace>
  <inkml:trace contextRef="#ctx0" brushRef="#br0" timeOffset="233">22199 7309 14285,'1'8'-5638,"4"-3"5507,-3-3 84,4-2 584,-6 0-606,0 0 0,-6-7 0,-2-1 1</inkml:trace>
  <inkml:trace contextRef="#ctx0" brushRef="#br0" timeOffset="234">22156 7424 9204,'-8'7'324,"1"-6"204,7 6-767,0-7 398,0 0 1,0-7-273,0-2 0,0-4 0,0-1 33,0-1 0,0 1 0,0-1 17,0 1 0,0-2 0,0-2 0,0-1-40,0 2 1,0-4 0,2 0 0,1-1-39,2-4 0,4 1 1,-2-1-238,1 2 370,1 0 0,6 0 0,-1 2 0,0 1-196,1 3 0,-1 2 204,1 2 1,-1 6 0,-1 5 41,-4 6 1,-2 5 0,-7 6-33,0 1 0,0-1 1,0 2-1,-2 2 31,-3 1 0,-3 2 0,-8-2 1,-3 5-4,-5 3 0,-3-1 0,-2 1 0,1 3 3,-1 0 0,-6 1 0,-2-1 0,-2 1 50,1-3 0,5 3 0,-4-10 0,3-1 61,7 1 1,0-8-1,8-8 417,1-4-534,8-1 0,10-1 0,10-3 0,4-2 35,6-2 1,2 3 0,7-4 0,0-1-239,-1 2 181,8-5 1,-6 10 0,5-5-155,0 2 1,-4-4 0,4 4-1,0-1 30,3 1 0,-1 1 115,1 5 0,20 0 0,9 0 1</inkml:trace>
  <inkml:trace contextRef="#ctx0" brushRef="#br0" timeOffset="235">23062 7165 11180,'0'-14'-1187,"0"0"630,0-1 276,0 7 0,0 3 1,-2 10 278,-2 5 1,2 3 0,-4 1 0,1 2 14,0 3 0,-1-3 0,2 5 1,0-2-56,0 0 0,-2 0 0,1-4 1,2 1-13,1 3 1,2-8 0,-1 4-319,-4-3 339,3 1 1,2-6 0,8-7 49,0-8 0,5-5 0,-5-2 0,2 1-10,-1 0 0,1-6 0,4 1 0,1 2 0,-1 1 0,-4 1 0,-1 1 0,2-2 7,2-3 0,-3 8 0,-1-4 23,3 2 1,-4 5 29,1-1 0,-6 7 0,2 2-47,-3 8 1,-7 5-1,-1 1 1,-2 1 63,-4-1 1,4 5-1,0 0 1,2-1-91,3-2 1,-4-2-1,3 1 1,0-1-26,3 1 1,-4-1 12,0 0 0,0-4 0,7-2-1,3-2 0,-2-1 1,5-6-1,0-3 21,0 0 1,2-8-1,4 3 1,0-4-53,1-1 1,-4-1 0,0 1 0,2 1 44,-2 3 1,0-2 0,4 2 29,-1-3 1,0 0 0,1 2 61,-1 2 0,-4 6 3,-1-2 1,-5 5 0,0 5-126,-2 4 1,-2-1 0,0 2 14,0 1 0,0 2 0,0 1-115,0 0 1,0-4-1,0 0-63,0 1 0,2 0 0,1 0 227,2-1 0,12-26 0,-1-2 0</inkml:trace>
  <inkml:trace contextRef="#ctx0" brushRef="#br0" timeOffset="236">23522 7194 10792,'0'8'-1001,"-1"3"0,-3-4 1050,0 1 0,-1-4 0,5 6-128,0 1 1,-5 2 0,0 1 1,2 1 1,2-6 0,2-1 0,4-1 1,-2-1 0,7-3 41,1 2 0,-3 0 1,1-5 50,3 0 1,-4-5 0,1-1-1,1-2-52,-2-3 1,5 3-1,-5-2 1,1 0 82,1 2 0,-5-3 1,3 5 38,-2-2 1,4-2 220,-6-4-245,8 6 0,-11 3 0,4 10-65,-3 4 0,-2-1 0,0 2-65,0 1 0,0 2 1,0 1-229,0 1 0,1-1 115,4 1 0,1-6 1,6-1-1,-3-1-290,2-4 474,-4-2 1,31-39 0,2-10 0</inkml:trace>
  <inkml:trace contextRef="#ctx0" brushRef="#br0" timeOffset="237">23896 7194 10923,'-8'7'-597,"4"2"0,-3-1 1,2 2 535,2 1 0,2-3 0,1 1-67,0 3 0,0-4 1,1 1 58,4 2 1,1-3 0,6 0 0,-3-1-8,2-4 0,2-1 0,2-2-108,-1 0 1,0 0 213,1 0 0,-1 0 0,0 0 0</inkml:trace>
  <inkml:trace contextRef="#ctx0" brushRef="#br0" timeOffset="238">24270 6964 9155,'0'-8'-785,"-4"3"0,-3 10 811,-1 4 0,0 4 1,-3 2-1,3 1 0,2 3 0,-6-2 1,4 7-1,-1 2-37,-1 1 1,1 2 0,-6 0 0,3-1-34,2 1 0,-1-2 0,6-3 1,0-4-46,-1-4 69,4-2 1,2-6 0,10-5 0,3-4 15,1-4 0,0-6 0,1 1 1,-1-3-16,0-1 0,1 4 1,-1 1 5,1-3 0,-1 1 1,0 0-1,1 3 25,-1 2 1,-4 1-1,-1 5-1,3 0 1,0 0-1,3 0-23,-1 0 1,-1 1 0,-2 3 0,-3 2-61,-2 2 1,6 2 0,-3 4-21,4 0 1,-3 1 78,-1-1 1,14 13 0,7 4 0</inkml:trace>
  <inkml:trace contextRef="#ctx0" brushRef="#br0" timeOffset="239">24774 7396 9155,'-14'0'-161,"4"-2"1,0-1-137,-1-2 70,5 0 1,1 0 239,10 1 0,3-6 0,6 5 1,1 0-2,-1-1 1,2 0 0,2-6 0,1 3-124,-2-2 1,4-2 0,-2-2-1,-1 1-71,-2 0 1,-2-1 0,1 1-1,-1-2 68,0-3 1,1 1 0,-2-4 0,-2-1 61,-2 1 0,-4-2 1,3-5-1,-1 2 46,-4 3 0,3-3 1,-1 3-1,-2-3 22,-1-2 1,-2 7 0,0 2 58,0 4 0,-2 8 0,-3 4-11,-4 2 0,1 10 1,-2 5-1,-1 6-1,-2 3 0,0 2 0,2 5 0,2 0-39,-3 0 0,1-1 0,0 1 0,1 2-64,-1 2 1,0-1 0,0 5 0,3 0-63,1-1 0,-2-2 0,4 3 101,2-2 0,46-8 1,13-6-1</inkml:trace>
  <inkml:trace contextRef="#ctx0" brushRef="#br0" timeOffset="240">25090 7280 9155,'-14'0'-502,"0"2"108,-1 3 0,1 3 354,0 6 1,6 1 0,4-3-28,8-2 0,-1-4 0,6-6 0,3 0 63,0 0 0,3 0 1,-1 0 1,0 0 1,1-1-1,-1-4-11,1-5 0,-6 2 1,-1-1 8,-1-2 0,-3 3 1,-2-2 11,3-1 0,-4 3 0,3-2-72,-8-1 1,1 5 0,-6 1-66,-3 3 0,4 2 18,-1 0 102,-1 0 1,9 19 0,2 5 0</inkml:trace>
  <inkml:trace contextRef="#ctx0" brushRef="#br0" timeOffset="241">25393 7194 9157,'-15'0'-213,"6"0"1,-1 0 6,-1 0 1,-2 0 0,0 2 0,2 1 181,1 2 1,6 6 0,-4-2 0,1 4 22,4 2 1,-3-1 0,1 0 0,2 1-19,1-1 0,2-4 0,0-1 1,0 3-29,0 0 1,0-2 0,2-2 26,2-2 0,0-1-17,5-5 1,1 0 20,4 0 1,1-1 3,-1-4 0,-4-2 1,-2-4-1,0 3-52,0 2 1,-4-1 0,6 4 42,1-2 0,-3-4 1,2 2-10,1-1 0,-3 5 76,2-2 1,-2 2 187,1-2 1,-2 5-87,-7 0 0,0 2-113,0 8 1,0-1-1,-2 4-5,-3-3 1,4 2-66,-4-2-15,3-4 1,4 6-49,3-8 0,3 1 19,6-5 0,0-5 0,-1-1 0,-2 0-3,-1-1 0,-5 1 70,4 1 0,-1-3-14,2-6 0,-4 4-320,-6 0-53,7 7 402,-6-3 1,12-7-1,-5-3 1</inkml:trace>
  <inkml:trace contextRef="#ctx0" brushRef="#br0" timeOffset="242">25680 7280 9157,'-9'0'-1530,"-1"0"1876,7 0-188,-3 0 0,6 2-109,0 3 0,1-4-48,4 4 1,-2-3 0,7-2-23,1 0 0,-3 0 1,2 0-56,1 0 0,-3-2 0,1-1-19,2-2 1,-3-4-51,2 4 131,-7-6-28,10 3 65,-11 0 0,-1 3 1,-6 10-19,2 4 0,-3 4 0,1 1-49,2 1 0,1-6 0,2 1-83,0 1 0,0-3 0,0 2-402,0 1 532,7-5 0,20-6 1,11-8-1</inkml:trace>
  <inkml:trace contextRef="#ctx0" brushRef="#br0" timeOffset="243">25882 7252 8504,'9'-7'-489,"1"-2"1,-7 1 0,4 0 495,-1 1 1,-3 1 148,7 1 0,-7 5-126,2 0 0,-4 2 0,-1 7 0,0 2-11,0 2 1,0 2 0,0-1-23,0 0 1,-1 1 0,-3 1 0,-2 0-20,-2-2 1,3 7 0,-3-10 0,0-1-16,0-2 0,4 1-9,-6-4 44,7 0 1,-4-11 0,9-2-1,1-2-3,2 0 1,6-1 0,-1-6 0,3-3-6,1 3 0,0 1 0,1 3 0,-1 2-55,0 1 1,6 2 0,-1-3-1,-2 3-64,-1 2 1,4 1-1,-1 3 140,-2-3 1,6 4 0,-1-6 0</inkml:trace>
  <inkml:trace contextRef="#ctx0" brushRef="#br0" timeOffset="244">26500 7165 9169,'-4'-9'-433,"-3"1"30,-1 1 1,3 3-1,-3 5 479,2 4 0,-5 3 0,3 6-29,0 1 1,-3-1 0,6 0 0,0 1-31,-1-1 0,4 1 0,-3-1-49,4 0 1,1-4-85,0 0 64,0-1 1,1-1 0,4-3-27,5-3 1,-2-2 0,1 0-1,1-2-13,-2-3 1,5 2-1,-4-5 43,4 2 1,1-4 51,1 5 0,-6-4 147,1 4 17,-7 0 1,4 7-49,-7 2 0,0 0-16,0 5 0,0-4 0,1 3-90,4-2 1,3-1-1,6-5-33,1 0 1,4 0 0,0 0 0,0-1-5,2-4 1,-5 2-1,5-5 1,-2 0-77,0 0 1,0 0 0,-4-4 0,-1 4-69,0 2 1,-4-5-71,0 1 1,-7-3 89,2-1 0,-4 5 0,-1-1 149,0-1 1,7-15-1,1-4 1</inkml:trace>
  <inkml:trace contextRef="#ctx0" brushRef="#br0" timeOffset="245">27090 6950 9179,'-1'-8'-495,"-4"3"1,-3 10 0,-7 4 560,1 4 1,4 3 0,1 1 0,-2 3 3,-2-3 0,-1 4 0,-1 0 0,1 0-71,-1-1 1,3 6 0,0-4-1,3 2-34,-2 0 1,3-6 0,0 3-188,1-1 0,2-4 133,5 4 1,2-11 0,3-6 36,4-6 1,4 0 0,0-7-1,-2 1-59,-1 1 0,-1-5 0,6 3 55,-1-2 0,1-1 1,-1 2 55,0 1 1,1 2 0,-1-1 66,0 4 0,-4-2 361,0 3-280,-1-1 0,-1 11-130,-3 4 0,-3 2 0,-2 3-49,0-1 0,0-4 0,0-1-98,0 3 1,1-1 0,2 0 0,2-1 118,-2 1 0,-7-5 1,-4 1-1</inkml:trace>
  <inkml:trace contextRef="#ctx0" brushRef="#br0" timeOffset="246">27162 7252 9179,'-8'0'-1656,"2"-2"1745,6-3 1,1 4 29,4-4 1,-2 2-82,7-2 0,0 3 1,4-4-25,0-1 1,-4 6-1,0-4-60,1 3 1,-3-2-27,1-1 34,-6 0 70,4 5 1,-9 0 0,-1 2-12,-2 3 1,-4-2 0,4 6-40,2 2 1,1-3-1,2 2-138,0 1 0,0 2 0,0 1-136,0 1 0,0-6 277,0 1 1,13 0 0,3 4 0</inkml:trace>
  <inkml:trace contextRef="#ctx0" brushRef="#br0" timeOffset="247">27349 7237 8942,'-6'-8'-1218,"-1"3"1333,-2 10 1,-2-2-1,6 7-113,2 1 0,-1-3 0,1 2 11,-2 1 0,1-3 108,4 2-171,0-7 0,1 3-1,4-6 1,-2-5-1,7 1 1,-1-1-45,-1-2 0,5 1 0,-3-5 0,3 3 71,1 1 1,0-2 0,1 2-1,-1 1 10,1 0 1,-1 1-1,0 5 1,1 0 50,-1 0 1,-4 0-1,-1 0 8,2 0 0,-4 1 0,-1 4-125,1 5 0,-6 3 78,4 1 0,-3 0 0,-2 1 1</inkml:trace>
  <inkml:trace contextRef="#ctx0" brushRef="#br0" timeOffset="248">28083 6964 9603,'13'-19'-236,"-2"0"-298,-2 1 1,1 2-1,4 2 683,1-1 0,-1 2 15,1 4 0,-7 4 1,-4 10-107,-2 4 0,-8 4 1,-2 2-1,-2 1 31,0 3 0,2-2 1,-3 7-1,2 2-43,-3 1 0,0-3 0,-3 0 0,1 2-77,0 1 0,-1 3 0,1 2 0,-2 2-54,-3-2 0,3 4 1,-4 1-1,3 3-126,-2 3 0,3-7 1,-2 5-1,5-4-86,4-5 0,6-7 1,-2-2-434,3-2 756,2-2 0,13-37 0,3-7 0</inkml:trace>
  <inkml:trace contextRef="#ctx0" brushRef="#br0" timeOffset="249">28040 7237 9007,'13'-14'-41,"-2"-1"0,-2 1-742,3 0 661,0-1 1,7 3-1,1 0 101,-3 3 0,-1 6 0,-1-2 1,-1 3 118,0 2 0,1 0 0,-2 2-65,-4 3 1,4-2-1,-5 6-86,0 3 0,3 0 0,-6 3-12,-2-1 1,-1 0-1,-2 1 29,0-1 0,-5-4 0,-1-2 0,-2-2-5,-4-3 0,4 4 0,-1-2 1,-2-2 3,-2-2 0,-2 1 1,1 1-51,0 2 1,-1 0 0,1-5-148,-1 0 1,6 0 232,-1 0 0,52-26 0,7-6 0</inkml:trace>
  <inkml:trace contextRef="#ctx0" brushRef="#br0" timeOffset="250">28385 7165 9007,'8'-14'-1638,"0"6"1797,-3 3 0,-4 5-143,4 5 1,2 3 0,-3 6-59,0 1 1,-3-1 0,1-1-1,1-2-72,2-1 0,0-1-38,-5 6 1,0-6-53,0 1 135,0-7 33,0 3 1,4-12 0,3-2 10,1 0 1,-3-5 0,4 4 22,2-4 0,-3 0 0,2 2 66,1 1 0,2 2 78,1-1 0,1-2 53,-1 6 0,0 0-8,1 5 1,-1 0-77,1 0 0,-6 0-102,1 0 1,-1 0 26,6 0 1,-6 0-310,1 0 1,-5 0 124,4 0 109,-5 0 86,2 0 0,-8 2 71,-2 2 1,-4 0 0,-7 5-77,1 2 1,6-3 0,1 0 0,3 0-58,-1 0 1,-2-3-1,4 5-161,-2 1 1,1 2 0,4 1-22,0 0 1,6 1-1,4-2-123,2-4 1,3-1 320,-1-3 0,33-23 0,7 1 0</inkml:trace>
  <inkml:trace contextRef="#ctx0" brushRef="#br0" timeOffset="251">28831 7237 9007,'-5'-9'-267,"0"-1"0,1 5 0,2-3-330,-3 2 0,2 1 780,-7 5 1,1 7 0,-4 2-102,4 4 1,-3-4 0,8 1 0,-1 1-6,-2 2 1,6 1 0,-4 1 25,3-1 0,2-4-55,0-1 1,2-5 0,3 0 0,4-2-86,4-2 1,3-2 0,2-1-57,1-2 0,0-6 1,-5 2-1,1-4-19,-1-2 1,1-4 0,-1-2 0,0-1-10,1-3 0,-2-3 1,-2 0-1,-3-1 24,-2 0 0,1-1 0,-4-2 0,2-4 62,-2 0 0,-2 2 1,-1-4-1,0-1 141,0 3-135,0 0-1,0 3 1,0-1 200,0 2-133,0 8 1,-4 12 0,-3 12 0,-1 8 11,-3 4 1,5 9 0,-1 3 0,2 3-1,1 2 0,-1 0 1,5 0-1,0-1-35,0 1 0,0 2 0,0 1 1,0 1-23,0-1 0,1-3 0,3-4 1,2-1-1,2 2 0,-3 0 1,3-1-1,0-2-10,0-3 1,-3 1 0,2-3 0,0 1-107,-4-2 1,-1-1 0,-2-1 0,0-1-309,0 1 438,0-1 0,-7-25 1,-1-7-1</inkml:trace>
  <inkml:trace contextRef="#ctx0" brushRef="#br0" timeOffset="252">29061 7208 7323,'0'15'42,"0"-1"-147,0 1 0,0-6 101,0 1 1,-6 6 0,-2 6 0</inkml:trace>
  <inkml:trace contextRef="#ctx0" brushRef="#br0" timeOffset="253">29191 7050 9007,'-13'2'-1914,"3"3"1671,-2-4 0,8 12 229,-5-3 1,6-4-1,-4 0 1</inkml:trace>
  <inkml:trace contextRef="#ctx0" brushRef="#br0" timeOffset="254">29378 7223 8575,'14'0'-795,"-4"0"1,-2-2 1036,-2-3-54,-1 4 0,-7-6-71,-2 7 0,-4 0 1,-7 2-63,1 3 0,1 3 0,2 6 0,3 1-116,1-1 0,-2 0 1,4 1-62,2-1 1,1 5-1,2 1 66,0-3 0,7-6 0,2-1 0,4 0-111,1-2 1,1-2 0,1-6 0,1 0-429,2 0 595,1 0 0,20-58 0,-17 22 0,0 0 0</inkml:trace>
  <inkml:trace contextRef="#ctx0" brushRef="#br0" timeOffset="255">29637 6950 8575,'0'-23'-1877,"1"2"1831,4 7 1,-3 8-1,2 6 76,-2 8 0,-2 4 1,0 3-1,-2 1 39,-2 3 0,2 2 0,-4 4 0,1-1-17,0 2 1,-1-1 0,3 3-1,-4-3-63,-1 1 0,5 4 0,-2-8 0,4 2-21,1 0 1,-5-4 0,0 2 0,2-1-51,1-4 1,1-1 0,-3-1-1,0-1 82,0 1 0,-10-20 0,-2-5 0</inkml:trace>
  <inkml:trace contextRef="#ctx0" brushRef="#br0" timeOffset="256">29594 7180 8575,'9'-10'-498,"1"1"444,1-3 1,0 4 0,0 0-1,-1 2 130,1 3 1,-3 1 0,2 2 12,1 0 0,0 2 0,0 1 0,-3 3-79,-1 2 1,2 2-1,-2 4-96,1 1 0,-5-1 0,2 0 0,-4 1 51,-1-1 1,0 1-1,0-1 1,0 0-77,0 1 1,-5-1 0,-1 1 0,-2-1 110,-3 0 0,-28-6 0,-7-1 0</inkml:trace>
  <inkml:trace contextRef="#ctx0" brushRef="#br0" timeOffset="257">29968 7295 8066,'-2'-8'-82,"-3"3"1,2 3 165,-7 2 0,7 2 0,-3 1 1,1 4-61,0 1 1,0-4 29,5 6 1,5-5 0,2 3-93,1-2 0,1-1 0,6-5-10,-1 0 0,0 0 0,1 0-58,-1 0 1,-4 0-1,-2-2 1,0-1 46,0-2 0,-5-6 1,2 2-19,-4-4 0,-1-2 0,-1 3-24,-4 2 1,-3-3 0,-6 5-26,-1 0 0,1 2 0,-1 6 1,1 0-511,0 0 636,-1 0 0,7 19 0,2 5 0</inkml:trace>
  <inkml:trace contextRef="#ctx0" brushRef="#br0" timeOffset="258">30212 7237 8575,'0'-14'-205,"0"6"1,-1 1 103,-4 7 1,-3 7-1,-5 2 111,3 4 0,2-3 0,5-1 0,-3 3-65,-2 0 1,5-2 0,-2 0 16,3 1 0,-3-3-20,1 1 1,0-5 45,9 0 0,3-2 0,5-4 1,-2-1 9,-1-2 0,-1-6 0,6 3 1,-1-1 1,1-1 1,4 0 0,0-2 0,-1 0-13,-2 3 0,-1 1 1,3-2-1,0 4-2,-6-1 0,3 6 1,-6-4 11,4 3 1,-5 4 0,-1 3 1,-1 4 1,-4-1 0,2 2 0,-2 1-58,-2 2 0,-5 1 1,0 1-1,2-1-177,2 1 0,-4-1 0,0 0 234,2 1 0,8 12 0,3 3 0</inkml:trace>
  <inkml:trace contextRef="#ctx0" brushRef="#br0" timeOffset="259">30716 7180 17245,'14'-23'-195,"0"4"0,-4 3 1,-2 2-1,0 1-117,0 3 1,-3-1 0,3 5 87,-2-2 0,1 5 288,-3-2 0,-2 5-425,3 5 1,-4-2-1,-1 6 209,0 3 0,0 0 1,0 3-1,0-1 30,0 1 1,0 1-1,0 1 1,0 2-150,0-1 0,0 3 0,0-1 0,-1 1-18,-4 0 0,3 3 0,-4-3 0,1 0-102,0-1 0,-4 4 0,2-4 308,-1-3 1,-8 5 0,-6 1 0</inkml:trace>
  <inkml:trace contextRef="#ctx0" brushRef="#br0" timeOffset="260">30860 7036 12653,'0'-15'-2531,"0"1"2087,0 6 0,-5 3 0,0 10 431,2 5 0,1 34 0,2 11 0</inkml:trace>
  <inkml:trace contextRef="#ctx0" brushRef="#br0" timeOffset="261">31018 7122 12322,'0'-14'-1325,"0"4"1,0 1 1171,0-3 0,5 4 0,-1-1 274,0-2 0,-3 3 1,1 0 32,3 1-96,-4-4 1,7 9-1,-5-4-5,2 0 9,0 4 0,-5 2-138,0 10 0,0-2 1,0 1 87,0 2 0,0 2-35,0 2 0,0-1 0,0 0-34,0 1 1,5-1-1,1 1-42,2-1 0,-3-4 0,5-1 13,1 2 0,-5-3 0,1 0 0,-3 0 0,1 0 1,0-3 26,-5 5 0,-2-2 0,-1 3 0,-3-3 180,-2-2 0,-7 4 0,-4-4 0,2 1-76,1-1 0,-4 0 1,1-2-1,2 2-18,1 2 1,40-56-1,9-10 1</inkml:trace>
  <inkml:trace contextRef="#ctx0" brushRef="#br0" timeOffset="262">31521 7079 11784,'8'-6'-1297,"-3"-4"1,-3 2 917,-2-2 173,0 7 0,1-8 76,4 6 160,-3 0 0,6 5 85,-3 0 47,-4 0-329,6 0 182,-7 7 94,0-6 13,0 6-6,0-7 39,0 0-105,0 6 1,-7-3-1,-1 7 1,-1 0-34,-1-2 0,2 4 0,-3-2 1,1 3-22,-1 1 1,0 1-1,0-1 1,3 0-4,1 1 0,-2-1 0,4 0 0,2 1-34,1-1 1,2 1 0,0-1 0,2 0-80,2 1 0,4-6 0,8-1 0,2-1-69,1-4 1,5-1 0,-3-2 0,0 0-249,0 0 1,4 0 450,-1 0 0,22-32 0,7-8 0</inkml:trace>
  <inkml:trace contextRef="#ctx0" brushRef="#br0" timeOffset="263">31737 7194 9871,'-13'-1'-1666,"2"-3"1497,2 0 1,4-1 349,-5 5 1,5 0-217,-4 0 0,6 1 0,-2 4 11,3 5 1,2 2 0,0 3-1,0-1 0,0 1 0,0-6 1,2 1-1,3-1-45,4-1 1,-1 4 0,2-8 0,1 1 5,2 2 0,1-6 0,1 4 27,-1-3 0,0-7 0,1 0 0,-2 0 1,-4-1 1,2-2 0,-6-7 1,-2 1 1,-1 4 0,-2 1 13,0-2 1,-6-1-1,-4 1 1,-3 3 30,-1 2 0,-2 0 1,-2 2-1,-1 0 21,1 0 1,2 3 0,2 1-1,0 0 11,-1 0 0,2-2 0,2-1 20,2-2-62,5 0 0,4 5 0,10 0-16,3 0 1,3 0 0,1-1-1,3-2-9,-3-2 1,1-2 0,-1 4 0,3-3 13,-3-2 1,4 5-1,-2-4 1,-1 2 13,-2 1 0,-2-6 1,0 5-1,1 2 20,-1 1 1,1-2 0,-1-1-17,0 2 1,-4 1-1,0 2-4,1 0 0,-5 6 0,-1 4-6,-3 3 1,2-4-1,1 1 1,-2 1-5,-1 2 0,-2 1 0,0 1 0,0-1 2,0 0 0,0 2 1,0 2-1,0 1 3,0-1 0,0-2 0,0-2 0,0 1-29,0-1 0,-5-4 32,0-1 6,1-6 0,4 2 1,0-10-9,0-4 0,0-4 0,0-1 0,0-1 4,0 1 0,0-1 0,0 1 0,0 0 16,0-1 0,4 1 1,3-1-4,1 1 0,-5 0 1,3 1-1,-1 2-1,0 1 0,4 5 0,-2-3-29,1 2 1,-5 0-1,3 2 11,1 0 0,-4-1 0,5 6-5,-2 4 1,1 2 0,-4 4 0,2-2 3,-2 3 0,-1-4 0,-2 1 0,1 1 1,4-2 1,-3 5 0,2-4-4,-2 4 0,-2-4 0,0 1-19,0 1 0,0-3-16,0 2-29,0-7 0,0 2 53,0-10 0,0 2 1,0-7-7,0-1 0,0-2 0,2-1 26,2-1 0,3 1 0,2 0 0,-2-1-4,-1 1 0,-3 4 0,5 1 0,0-1 10,0 2 0,-3-5-7,5 4 1,-5 2 0,3 1-25,-2 0 0,0 4-188,-1-3 0,-3 10-180,3 5 388,3 2 0,-7 16 0,5 2 0</inkml:trace>
  <inkml:trace contextRef="#ctx0" brushRef="#br0" timeOffset="264">32313 7194 8580,'-10'0'-952,"0"0"798,1 0 179,-5 0 1,7 0-10,7 0 1,2 5 0,7 0 29,2-2 1,2-2 0,2-1-86,-1 0 0,-4 0 1,-2-1-1,0-2 48,0-2 1,-4 0 0,4 4-24,-1-4 0,-1 3 1,-3-4-16,2-1 0,2 6 0,-4-6-13,2 1 1,-1 3 27,-4-7 1,0 5 69,0-4 0,-4 4 1,-3-3 21,-1 2 1,-1 1 0,-6 5 0,1 0 0,1 6 0,2 2 0,1 2-53,-1-1 1,3-1 0,0 4 0,2-3-43,2 2 0,1 2 0,0 1 0,-2 1-122,2-1 1,3-1-1,3-2 1,4-1-37,1 1 0,1 0 1,6 0-1,1-3-408,3-1 582,-3-2 0,56-31 0,-33 10 0,0 0 0</inkml:trace>
  <inkml:trace contextRef="#ctx0" brushRef="#br0" timeOffset="265">32600 7151 6743,'0'-8'792,"-1"2"-712,-4 6 0,-3 1 0,-6 2-24,-1 2 1,6 6-1,1-1 1,0 1-72,0-1 1,4 3 0,0-4-9,2 4 0,2 1 1,0 1 20,0-1 0,6-4 1,4-2-1,3-2-133,1-3 1,5-1 0,2-2-1,0 0-287,0 0 0,3 0 422,-5 0 0,32-32 0,3-8 0</inkml:trace>
  <inkml:trace contextRef="#ctx0" brushRef="#br0" timeOffset="266">32874 6892 8225,'13'-10'-1801,"-4"1"1924,-2 6 1,-7-2 0,0 10-74,0 4 1,0 4 0,0 3 0,0 2 4,0 1 1,-5 1-1,0-2 1,2 3-21,1 1 1,-3 1 0,1 2 0,-1-1-5,-2 2 0,6-4 0,-6 2 0,3 0 14,-1-2 1,-2 4-1,4-5 1,-2 0-100,2-1 0,2 0 0,1-6-96,0 0 0,1-6 0,4-3-116,5-3 1,2-2 0,1-2 265,-3-3 0,-10-41 0,-8-16 0</inkml:trace>
  <inkml:trace contextRef="#ctx0" brushRef="#br0" timeOffset="267">32744 7093 8302,'5'-14'0,"0"0"-335,-2-1 0,3 6 0,1-1 1,1 0 461,3 2 0,2 2 0,1 6 0,1 0-147,-1 0 1,0 0-1,1 0 1,-1 2-13,1 2 0,4 0 1,0 5-1,-2 2-298,-1 2 330,-1 2 0,-1 31 0,1 8 0</inkml:trace>
  <inkml:trace contextRef="#ctx0" brushRef="#br0" timeOffset="268">33118 7338 8265,'-9'-13'102,"-1"4"1,5-4 835,-4 3 1,6 2-729,-2-1-210,10 5 0,41 30 0,16 14 0</inkml:trace>
  <inkml:trace contextRef="#ctx0" brushRef="#br0" timeOffset="269">1194 9122 14558,'0'8'-2124,"0"5"0,0-3 2008,0 2 0,0 4 0,0 2 0,1 1 58,4-1 1,-3 4 0,4 0 0,-1 2-15,0 0 0,0-4 0,-5 2 0,1 0 3,4 1 1,-3-6 0,2 2 0,-2-3 5,-2-1 1,0 1 0,0 1-82,0 3 1,-5-6 0,0-4-1252,2 1 1357,2-5 0,-19-31 0,-4-15 1</inkml:trace>
  <inkml:trace contextRef="#ctx0" brushRef="#br0" timeOffset="270">1122 9108 9533,'0'-10'-148,"0"1"1,0-3-150,0 0 0,-5-3 0,0 1 1,2-1 169,2 1 0,-1 0 0,-1-1 0,-2 1 175,2-1 0,1 1 0,2 0 0,0-1 32,0 1 0,0 0 1,0-1-1,2 1-20,3-1 1,-2 1 0,6 0 0,3-1-10,0 1 0,8 4 0,-1 1 1,0-1-13,2 2 0,-1-3 0,6 4 0,-2 1-23,2 0 1,-6 1 0,1 5 0,-2 0-58,1 0 0,-1 6 1,-5 2-1,-1 3 20,-4 4 0,3-4 1,-6 8-1,0-1-18,1 1 0,-2-1 0,-7 4 0,-1 0-14,-2 1 1,-5-1 0,4 4 0,-2-4 15,-3-1 0,0 3 0,-1-5 1,4-1-60,2-2 1,-3-2-15,4 0 0,2-1 59,7-3 1,0 1-1,5-6 1,2 0 18,2 1 1,1-3 0,1 5 0,1 0 10,3 0 1,-5 2 0,2 2 0,-4 0 29,-1-3 1,-3 1-1,0 6 1,-2 1 1,-3 3 0,-1-1 1,-2-5-1,-2 1 79,-2-1 1,-6 5-1,-8 0 1,-2-1-56,-3-2 0,1 0 1,-4 1-1,4 1-8,1-5 1,2 0-1,5-7 1,-1 0 19,1 1 1,-1-2-519,1-5-77,6 0 573,2 0 1,38-20-1,8-4 1</inkml:trace>
  <inkml:trace contextRef="#ctx0" brushRef="#br0" timeOffset="271">1928 9367 9543,'12'-16'-45,"0"-2"-96,-3-1 0,-4 0 0,3 4-509,-2 1 1,-1 0-1,-5-1 737,0 1 1,0 4 0,-1 2 74,-4 2 1,2 1-1,-7 5-42,-1 0 0,-2 0 1,-1 0-1,-1 2-13,1 2 1,-2 3 0,-2 4 0,-1-1-39,2 1 1,1 2 0,1 1 0,1 0-60,-1 1 1,3-1-1,0 1-53,3-1 1,6 0 0,-2 1 0,3-1-70,2 1 0,2-6 0,3-1-1,4-2 0,4-1 0,3-5 1,2 0-15,1 0 1,2-5-1,-4-1 1,2-2-12,-1-3 1,-2 3 0,-2-2 0,1 1 0,-1 1 1,0-5 163,1 3 1,-6-1 188,1 2 1,-8 2-138,-2 7 1,-5 2-1,-6 3-39,1 4 1,7 4 0,-2 1-216,3 1 1,2-6-1,0 1 154,0 1 0,26 2 1,6 1-1</inkml:trace>
  <inkml:trace contextRef="#ctx0" brushRef="#br0" timeOffset="272">2158 9223 9375,'-5'-15'-189,"-1"1"1,-1 0-77,1-1 1,-4 6 0,4 1 187,-2 1 0,3 4 0,-5 8 19,-1 5 1,5 4 0,-1 3 0,3 3 87,-1-3 1,0 4 0,5-2 0,0 0-41,0 2 0,0-5 0,0 5 1,2-2-30,2 0 0,3 1 0,4-6 0,-1-1-59,1-4 0,2 4 1,1-5-1,2 0-12,3-3 1,-1-4 0,4-1 0,1 0-254,-1 0 379,-4 0 1,34-44 0,3-12 0</inkml:trace>
  <inkml:trace contextRef="#ctx0" brushRef="#br0" timeOffset="273">2446 8906 8543,'-15'-1'0,"1"-2"-42,-1-2 1,6 0 0,1 7-121,1 2 1,3 9 0,4 6 0,0 0 109,0 2 1,0 0-1,0 5 1,0-2 54,0 1 0,0 2 1,1 2-1,2 0-34,2 0 1,2-1 0,-4 1-1,2 0-44,-2 0 1,-2 0-1,-1-2 1,2-3-65,3-5 0,-4 2 1,4-2-1,-2-3-203,2-5 1,-2-5 341,7-6 0,0 0 0,4-6 0,0-2 0</inkml:trace>
  <inkml:trace contextRef="#ctx0" brushRef="#br0" timeOffset="274">2604 9137 8321,'9'-15'-549,"1"1"0,-5 1 0,3 2 712,-2 1-134,-1 7 1,-5-2 0,0 10-1,-2 3 26,-2 0 1,0 3 0,-5-4 0,-1 1-42,2 3 1,-5-3 0,4 1 0,-4 3-13,-1 0 0,4 1 0,0-2 1,-1-3-7,-2-1 1,1 4-1,0-3-1,3 0 0,1 5 26,-2-4 6,4-2 0,8 4 0,2-6-16,6-2 0,3 3 0,1 1 0,0-1-24,1 0 1,-1 6-1,1-3 1,-1 2-155,0-1 0,6 3 0,0-4 167,3 4 0,52 8 0,-29-10 0,1 0 0</inkml:trace>
  <inkml:trace contextRef="#ctx0" brushRef="#br0" timeOffset="275">3309 8993 8440,'0'-20'0,"0"1"0,0 2-246,0 1 0,0 1 1,0 1 343,0 0-35,0 6 0,0 3 0,0 10 0,1 4-36,4 4 0,-3 6 0,3 2 0,-2 1 7,2 4 0,-4 1 0,4 3 0,-3 2-92,-2 2 0,1 1 1,2-3-1,2 2-41,-2-2 0,-1 3 1,-2-2-1,0-1-26,0-1 0,0-2 1,0-2-1,0-3-287,0-5 0,0 2 412,0-2 0,-13-51 0,-3-18 0</inkml:trace>
  <inkml:trace contextRef="#ctx0" brushRef="#br0" timeOffset="276">3208 8849 8440,'0'-24'0,"0"-2"0,0 2-220,0 2 0,2 3 1,1 4-1,3 2 202,2 4 0,-3 2 1,5 7-1,1 0-18,2 0 1,1 2-1,0 3 1,1 4 64,-1 4 1,5 3-1,1 2 1,-3 1-6,-1-1 1,-2 2-1,1 0 1,-1-1-113,1 2 1,-1-5 0,-1 3 0,-2-3 42,-1-2 0,-7 0 1,2 1-1,-2-1 27,2 1 1,-4-6 0,2 1 0,-6-1-19,-6-1 1,-4 5-1,-3-5 1,-2 2-33,-1-1 1,-5-4-1,3 3 1,0 0-57,1 0 0,1-3 1,4 3-1,1 0 124,-1 0 0,1-18 0,0 1 0</inkml:trace>
  <inkml:trace contextRef="#ctx0" brushRef="#br0" timeOffset="277">3525 9108 9578,'-8'0'-355,"1"6"0,7 4 0,0 3 185,0 1 0,0 2 0,0 1 1,0 3 128,0-3 0,0-1 0,0-1 0,0-1-83,0 0 1,0 1-35,0-1 1,2-6 152,3-3 0,-4-5 1,4-5-1,-2-4 0,2-4 0,-2-2 1,5 1-1,-1 0-13,-4-1 0,3 1 1,1-1-1,-1 1-35,0 0 1,5-1-48,-1 1 0,-2 1 0,2 4 117,1 4 0,8 16 0,3 5 0</inkml:trace>
  <inkml:trace contextRef="#ctx0" brushRef="#br0" timeOffset="278">3726 9151 8365,'-14'0'186,"4"6"0,2 4-179,2 3 0,1-4 0,3 1 0,-1 1-114,-2 2 0,0 1 0,5 1 50,0-1 1,5-4-1,2-2 1,1-2-52,3-3 0,2-1 0,1-2 66,0 0 1,1 0-1,-1-2 1,1-1-2,-1-2 0,-6-6 0,-2 1 0,-1-2 18,0-3 1,0 6 0,-5-1 0,0-1 29,0-2 0,0 3 1,-2 2-1,-1 0-7,-2 0 1,-6 5 0,1-1-168,-2 2 0,-3 2-24,1 0 192,-1 6 0,7 21 1,2 12-1</inkml:trace>
  <inkml:trace contextRef="#ctx0" brushRef="#br0" timeOffset="279">4057 8949 9578,'0'-19'-247,"0"-1"0,0-1-1,0 0 0,0 2 0,0 4 202,0 1 36,0 6 1,0 10-1,0 10 1,0 8 46,0 2 0,0 4 1,0 5-1,0 3-31,0-2 0,0 5 0,0 1 0,0 4-57,0 1 0,0 0 1,0 2-1,0 3-32,0 5 0,0 3 0,0 1 0,0-1-14,0-3 0,-5-4 1,0-7-1,0-4-175,-1-4 1,4-10 165,-2-5 1,2-16 0,2-9 0,0-9 16,0-4 1,0-5 0,0 3 0,0-1 74,0-3 0,0-1 0,0 0 1,0 2 14,0-1 1,0-2 0,0-2 0,0 0 15,0 0 1,0 1-1,0-1 1,0 0-1,0 0 0,0 0 0,0 1 0,0-1 80,0 0 1,5 5-1,1 2 1,2 3 5,3 6 1,-3 3-1,2 7 1,1-2-6,2 2 1,1 8 0,1 4-82,-1 4 1,1 2 0,-3-1 0,0 0-38,-3 1 0,-6-1 1,4 0-1,-2 1-3,-1-1 0,1 1 1,-5-1 41,0 0 0,-1-4 0,-4 0 1,-5-1 17,-3-1 1,1 5-1,0-5 1,3 2-81,-2-1 1,-2-4-1,-2 3 1,3 0-521,2 0 565,-3-5 0,69-28 0,10-15 0</inkml:trace>
  <inkml:trace contextRef="#ctx0" brushRef="#br0" timeOffset="280">4445 9208 8211,'0'10'-267,"0"0"0,0-6 340,0 6 1,0 0-29,0 4 0,2-6-60,3-3 1,3-4 0,6-1-70,0 0 0,-4 0 0,0-1 43,1-4 1,-3-1 0,0-6 0,-2 3-8,-3-2 1,-1-2 44,-2-2 0,-2 3 0,-2 0 0,-6 4 54,-3 2 1,-3 1 0,-1 5-35,-3 0 0,6 0 0,5 2 0,-3 1-150,0 2 0,2 6 0,2-1 0,0 2-552,0 3 669,5-1 1,28 13 0,15 4 0</inkml:trace>
  <inkml:trace contextRef="#ctx0" brushRef="#br0" timeOffset="281">4733 9122 9216,'2'-14'-2032,"1"-1"2101,2 1 0,-1 4 1,-4 1 30,0-2 92,0 4 1,-1 1-122,-4 6 1,-1 6 0,-6 4 0,4 3-72,2 1 1,-5 0 0,3 1 0,-2-1-3,1 1 0,6-1 0,-4 0 0,2 1-29,1-1 0,-1 0 0,5 1-16,0-1 0,0-4 0,1-2-57,4-2 1,-2-1-1,7-5-111,1 0 0,2-6 154,1-4 1,-1-3 0,-2 0 0,-3 2-13,-1 2 0,-3-1 322,-4-4-78,0 6 0,0 3 1,0 10-82,0 4 1,-4 10-1,-1 5 1,0 4-68,-1 0 0,4 8 0,-4 2 0,1 4-26,0 1 1,-5 0-1,4 0 1,-2 0-35,-3 0 1,3-6 0,-2-3 0,-1-6 24,-2-4 0,-1 2 1,-2-7-1,-2-3 56,-1-5 0,-5-4 0,5-7 1,0 0 20,-2 0 1,5-2-1,-3-3 1,3-3-8,2 0 0,4-9 0,2 2 0,0-1-88,0 0 0,5 2 1,-2-2-64,3-3 0,2 8 1,0-4-1,2 4-193,3 3 1,3-5 0,8 5 293,3 0 1,22-14 0,11-7 0,6 1 0,0 0 0</inkml:trace>
  <inkml:trace contextRef="#ctx0" brushRef="#br0" timeOffset="282">5035 9208 9027,'0'-20'-108,"0"4"0,0-3 1,-1 3 44,-4 1 1,2 7-46,-7 3 1,5 4-1,-4 2 1,-1 4 65,2 5 0,-5 3 0,4 3 1,-4 1 66,-2 2 0,1 2 0,1-3 0,2 1-23,2-2 1,5-1 0,-2-1 0,1-1-91,0 1 0,1-6 43,4 1 0,1-7 0,4 2 5,5-4 1,2-7-1,1-4 1,-2-1-26,-1 2 1,-1-4 0,6 3 0,-2-3-7,-4-1 0,4 0 1,-5-1-1,2 1-5,-1-1 1,-1 6 0,3 1 64,-1 1 0,-5-2 50,4 4 0,-4 5 1,3 6-1,-1 2-27,-4 4 0,-2 0 0,-1 4 0,0 2-11,0 1 1,2 2-1,1-3 1,2 1-55,-2-2 0,4-1 1,-1-1-1,2-1-117,3 1 0,2-1 0,1-1 151,1-4 19,-1-2 0,7-58 0,1-13 1</inkml:trace>
  <inkml:trace contextRef="#ctx0" brushRef="#br0" timeOffset="283">5222 8748 8568,'-1'-13'-176,"-4"4"0,2-3 0,-5 9-52,1 5 0,2 6 0,5 9 1,0 4 286,0 2 1,2 1-1,1 4 1,4 1-18,1 0 0,-4 0 1,4-1-1,0 3-26,0 2 1,-3-1-1,3 7 1,0-1-82,0-1 1,-5 3-1,2-7 1,-2 1-96,2 1 0,-3-4 0,3 1 1,-2-5-46,2-3 1,-4-7 0,6 1 204,-1-7 0,-4-5 0,4-38 0,-6-7 0</inkml:trace>
  <inkml:trace contextRef="#ctx0" brushRef="#br0" timeOffset="284">5208 9180 8494,'0'-20'-1059,"0"1"0,0 2 1205,0 1 1,5 1 0,1 1 0,2 0-124,3-1 0,-1 1 1,3 1-1,3 2-54,0 1 1,0 5 0,0-3 0,1 2 86,2 3 1,0 1 0,-3 2 0,2 0-24,1 0 1,0 7-1,-4 2 1,-2 4-25,-4 1 1,2 1 0,-6 1-1,-2 1 2,-1 3 0,-2 4 0,0-5 1,0 0-39,0 2 0,0-4 1,-2 6-1,-1-1-52,-2 0 1,-6-4-1,3 1 1,-1-3-313,-1-1 1,5-3 61,-4-2 329,5-4 0,11-70 0,9-16 0</inkml:trace>
  <inkml:trace contextRef="#ctx0" brushRef="#br0" timeOffset="285">5510 8935 8494,'-2'-13'-773,"-2"4"0,0 4 664,-5 10 1,6 3-1,-2 8 1,3 3-298,2 5 406,0 3 0,0 18 0,0 9 0,0 4 0,0 1 0</inkml:trace>
  <inkml:trace contextRef="#ctx0" brushRef="#br0" timeOffset="286">5697 9180 8281,'-6'-8'-679,"2"1"1,-5 7 756,-2 0 1,4 7-1,2 2 1,4 4-2,1 1 0,0 1 0,0-1 0,0 1-36,0-1 0,6 0 0,4-1-33,3-3 1,1 1 0,0-6-1,2-2-19,4-1 1,-4-2 0,3 0 0,-3 0-33,-2 0 0,5-2 1,-1-3-1,-4-4 20,-3-4 0,-3-2 0,2-1 0,-5-1 100,-4-2 1,-1-1-1,-1 6 1,-4 0 25,-5-1 1,-4 1 0,-4 0 0,-2 1-62,-3 3 0,6-1 0,-4 6 0,2 2-88,0 1 1,-1 4-1,6 1 1,0 5-160,-1 5 0,6-2 0,1 8 0,1-1-627,4 1 832,1-3 0,41 37 0,9 1 0</inkml:trace>
  <inkml:trace contextRef="#ctx0" brushRef="#br0" timeOffset="287">6100 9065 8041,'-5'-7'-955,"0"7"942,2 8 0,1 5 0,1 1 0,-2 1 8,-2-1 0,0 1 0,5-1 1,0 0 20,0 1 1,0-1 266,0 0-156,0-6 0,2-3-127,2-10 1,0-1-1,5-5 1,1 1-28,-2-1 1,5-2 0,-4-1 0,4 0-10,1-1 0,1 1 1,1 1-1,1 2 18,2 1 1,1 7 0,-6-2 0,0 4 25,1 1 1,-1 1 0,1 4-1,-1 5-20,0 2 0,1 8 1,-1 0-1,1 3-282,-1 2 0,-1 2 294,-4 2 0,4 45 0,-9-32 0,0 1 0</inkml:trace>
  <inkml:trace contextRef="#ctx0" brushRef="#br0" timeOffset="288">1179 10000 9979,'-14'0'-773,"6"-7"1,-5 4 467,4-6 1,-2 4 641,1-5-300,4 7 1,14-3 0,6 6 0,8 0 132,5 0 1,9 0 0,2 0 0,7 0-86,8 0 0,6 0 1,17 0-1,-33 0 0,1 0-64,5 0 0,2 0 0,7 0 0,1 1 1,4 1-1,2-1 0,3 2 0,1-1-1297,5 0 1,1-1 1262,-19 0 1,0 0 0,0-1 0,22 0 0,-1 0 0,3 0 0,0-2-22,-3 0 0,-1 0 0,0 0 0,0 0 0,4-2 1,0-1-1,1-1 0,0 1-89,-27 1 0,0-1 1,1 1-1,-1-1 1,1 0-1,0 0 0,26-2 1,0 0-1,-27 2 1,1 0-1,0 1 111,1-1 1,-1 0 0,1 0 0,-1 1 0,-1-1 0,1 0 0,0 0 0,-1 0 0,0 1 0,24-4 0,-2 1-78,-2 0 0,-1 0 0,-4 0 0,-1-1 0,0 1 0,0-2 0,-2 1 0,-1-1 65,-2-1 0,-1 1 0,-1-1 0,-2 0 0,-7 3 0,0 0 0,0 0 0,0 1-23,-2 1 0,-1 1 0,-3-2 0,-1 0 0,32 2 0,-12 0 47,-9 3 0,-8 1 0,-10 0 0,-4 0 0,-4 0 0</inkml:trace>
  <inkml:trace contextRef="#ctx0" brushRef="#br0" timeOffset="289">6690 9180 9866,'27'6'-152,"3"2"0</inkml:trace>
  <inkml:trace contextRef="#ctx0" brushRef="#br0" timeOffset="290">6790 9093 11327,'-8'-1'-2691,"4"-4"2799,2-3-194,2 0 0,0 3 37,0 10 1,0-2 48,0 7 1,2-7 7,2 2 0,0-4 48,5-1 1,-4 0-110,5 0 0,-6-4-38,6-1 121,-7-6 1,8 7 81,-6-5 0,-2 6-41,-7-2 0,-3 5 0,-4 3 0,3 3 36,2 2 0,-4-3 0,4 5-73,-2 1 0,3 0 1,-3 0-14,1-1-37,3 0 0,5-2 3,4-4 1,-2-2 0,5-4-1,0-1 24,0-2 0,-3-6 0,5 2-62,1-4 1,-5-2-462,-1 1-311,3 6 812,-6 2 1,-15 44 0,-11 10 0</inkml:trace>
  <inkml:trace contextRef="#ctx0" brushRef="#br0" timeOffset="291">6790 9511 11053,'-14'0'0,"1"-2"-1199,4-3 841,2 4 1,7-4 422,0 10 1,0-2-139,0 6 1,5-4 0,1 3 29,2-1 0,-3-3 12,5-4 0,-1 0-4,6 0 1,-1 0 27,1 0 0,-1 0 67,0 0 1,-4-4-1,-2-3 585,-2-1-645,-1 5 1,-7-3 42,-2 6 1,-37 5-1,-16 2 1,-6 1 0,0 0-1</inkml:trace>
  <inkml:trace contextRef="#ctx0" brushRef="#br0" timeOffset="292">1956 10906 20237,'0'-14'-2344,"0"-1"0,0 1 1583,0 0 1,0-1 185,0 1 374,0 0 1,0 7 0,-1 6 0,-2 5 212,-2 4 1,-2 2 0,4 6-1,-2 2-57,2 1 1,-3 6 0,1-2-1,0 1-18,-1 0 1,4 0 0,-4 4-1,1 1-253,0 0 0,-4 0 0,2-1 0,1 0-4,-1-4 1,1 1-1,3-4 1,-4 0-565,-1 0 1009,5-2 1,-9-37-1,4-7 1</inkml:trace>
  <inkml:trace contextRef="#ctx0" brushRef="#br0" timeOffset="293">1510 10734 9371,'-4'-10'0,"-1"0"-1392,2-1 1087,1-2 0,4 5 0,2 4 779,6 2 0,8 2 1,2 0-1,3 0-230,2 0 1,-2 5 0,1 0 0,1-2-117,2-2 0,2-1 0,0 0 0,-2 0-18,-3 0 1,3 0-1,-4 0 1,1-1-62,0-4 1,-2 2 0,2-7 0,-5 1-3,-3 1 0,3-5 1,-1 3-1,-4-2 11,-2-3 0,-9 6 1,3 1-1,-1 0 184,0 0-315,-1 4 0,-10-2 0,-2 8 170,0 2 0,0 4 0,5 7 0,-3 1-62,-2 3 1,4 3 0,-2 9 0,1 1-95,0 1 1,-4 7 0,4-1-1,2 4-91,1 5 0,-3-4 0,1 4 0,0-3-3,3-2 0,2-6 0,3-5 0,2-6-8,2-7 0,0-3 0,3-3 1,-1-4 49,1-4 0,2-5 0,1-5 113,0-4 1,-1-4-1,-2-2 1,-1-1-128,1-3 1,-3 3-1,0-5 1,-1 2 84,-4 0 0,3 0 1,-1 5-1,0-1 85,1 1 1,-4-1-1,4 3 477,1 2-284,-6-3 0,7 12-59,-3-4 0,-3 10 0,4 4 0,-1 4-226,0 1 1,-1 1-1,-2-1 1,1 1-106,2-1 1,0 0 0,-4 1 0,3 1 35,0 3 1,1-3 0,-5 3-1,0-3-110,0-2 0,5 1 1,0-1-1,-2 1-261,-1-1 0,2-4 549,1-1 0,19-18 1,0-1-1</inkml:trace>
  <inkml:trace contextRef="#ctx0" brushRef="#br0" timeOffset="294">2402 10993 14273,'0'9'-1501,"0"1"0,0-1 1178,0 6 0,0-1 0,0 1 163,0-1 0,0 0 0,0 1 68,0-1 1,0 0 0,0 1 0,0-1-265,0 1 0,0-6 476,0 1 1,7-20-1,1 1 1</inkml:trace>
  <inkml:trace contextRef="#ctx0" brushRef="#br0" timeOffset="295">2374 10849 13341,'-5'9'-975,"0"1"1,0-1-1,5 6 630,0-1 1,13 26-1,3 7 1</inkml:trace>
  <inkml:trace contextRef="#ctx0" brushRef="#br0" timeOffset="296">2561 10921 14273,'0'-10'-3334,"0"0"3069,0 1 1,0-1 149,0 1 0,1 7 354,4 2 0,-3 2 0,2 7-361,-2 2 0,3 2 1,0 2-1,-1-1 61,3 0 0,-6 1 0,6-2 0,-2-2 38,-1-2 1,1 1 0,-5 4 0,0 1-84,0-1 0,0-4 1,0-1-1,0 3 111,0 0 1,-6 3-1,-2-1 1,-2-1-69,1-4 0,-1 4 0,-3-3 0,2 3-513,1 1 530,7-6 1,-3-2 0,6-6 0</inkml:trace>
  <inkml:trace contextRef="#ctx0" brushRef="#br0" timeOffset="297">3294 11266 14112,'-8'-6'-2606,"2"-2"2152,6-7 0,0 6 1,0-1 518,0-1 1,6-2 0,4-1 0,3-1 80,1 1 0,1-5 1,-1-2-1,0-1-209,1-4 0,1-1 0,0-2 0,1-1-8,1-4 1,-10 2-1,6-5 1,-3 1 18,-3-1 0,-1 3 1,-7-4-1,0-2-95,0-2 0,0-1 1,-2 2-1,-3 1 108,-4 1 1,1 12-1,-2 0 1,1 4 135,1 6 0,-5 7 0,3 7 7,-3 6 1,4 7 0,1 9 0,0 5-145,0 3 0,0 7 0,-3 1 0,3 3 8,1 7 1,-2-2 0,2 7 0,-1-1-6,-3 4 0,3 2 0,0-1 0,2-3 6,3-1 0,1-2 1,2-7-1,0-4 8,0-8 0,2-9 1,2-8 92,6-3 1,-2-7-1,2-2 1,-1-8 33,-1-5 0,5-1 0,-3-2 0,2-2-172,3-1 1,-3-5 0,0 5 0,-3 0 78,2-2 1,-3 5 0,0-3 0,0 3 72,0 1 0,-3 1 5,5-1 1,-5 7 91,4 4 0,-6 4 1,2 4-1,-3 6-110,-2 3 1,0 3 0,0 1-1,1 3-157,4-3 0,-3 4 0,3 0 1,-4 0-127,-1-1 1,2 4 0,1-3 0,2 0-76,-2 0 0,0 3 0,0-5 0,4-2-15,1-1 0,-3-3 1,4-3 104,2-5 242,2-4 1,27-52-1,6-13 1</inkml:trace>
  <inkml:trace contextRef="#ctx0" brushRef="#br0" timeOffset="298">3683 11093 10224,'0'-22'0,"0"3"-389,0 3 1,0-3-1,0-1 1,0 3 309,0 1 0,0 1 259,0 1 1,-2 6 1,-3 3 1,2 8-1,-5 4 1,2 1-143,3 3 0,-1 2 1,1 3-1,-2 1-41,2 3 1,-3-1-1,1-5 1,2 1-35,1-1 0,2 0 0,0 1-42,0-1 1,0-4-11,0-1 1,2-6 0,3 2 93,4-3 1,4-4-1,1-3 83,1-4 1,-6-4-1,1-1-112,1-1 0,-3 1 0,0 0 55,-1-1 1,-1 7 0,-3 2 293,2-1-157,0 6 0,-5 1 0,0 9-210,0 4 1,0 2-1,0-1 1,0 0-60,0 1 0,5-1 0,-1 0 0,0 1-3,-3-1 0,12-6 1,3-1-1</inkml:trace>
  <inkml:trace contextRef="#ctx0" brushRef="#br0" timeOffset="299">3942 10906 14273,'-7'-8'-3359,"4"-3"1994,-6 6 1405,5 0 0,-2 7 113,6 3 0,0 3 0,0 6-133,0 1 0,0-1 0,0 0 0,2 1-38,2-1 1,-2 1-1,3-1 36,-4 0 0,-1 1 1,0-1-1,-1 1-68,-4-1 0,2-4 1,-7-1-1,-1 2 83,-2 2 0,-1 1 133,-1 1 1,-25 12 0,-6 3 0</inkml:trace>
  <inkml:trace contextRef="#ctx0" brushRef="#br0" timeOffset="300">4661 10647 14300,'2'-22'-1188,"1"3"1,2 3 745,-2 1 1,3-4 0,-1 0 373,-2 1 0,0 9 293,2 4 1,-3 5-218,3 5 0,-4 8 0,-1 7 0,-1 3 165,-4 2 1,2 3-1,-7 2 1,-1 2-89,-2 1 1,0 6 0,2-4-1,2 0-164,-3 0 1,1 4 0,0-6-1,1-1 13,-1-1 1,3 2 0,0 1-1,0-2-88,0-2 0,5-1 0,-2-2 0,4-1-513,1-2 0,0-7 61,0 2 0,1-9 634,4-5 1,-10-48-1,4-13 1</inkml:trace>
  <inkml:trace contextRef="#ctx0" brushRef="#br0" timeOffset="301">4488 11007 13465,'0'-14'-1237,"0"-1"1,0 1-1,0-1 1090,0 1 1,2 1 0,1 2 0,2 1 308,-2-1 1,5 5 0,0-1 0,2 3 80,-1-1 1,1 0 0,4 5 0,1 0-134,-1 0 1,1 0 0,-1 0 0,0 0-43,1 0 1,-1 0 0,1 0-1,-1 2-30,0 2 0,1 0 0,-3 5-143,-2 2 1,1-3 0,-6 2 0,-2 1 115,-1 2 0,-2-3 0,0-1 0,0 2-51,0 2 0,0 2-129,0-1 1,0 0-160,0 1 0,1-7 17,4-3 0,3-5 277,7-5 1,-1-3 0,0-5 0,-1 2-10,-3 1 1,3 2-1,-5-3 1,1 3 233,1 2 1,-5-4 44,4 5 0,-6-1-53,2 1 0,-3 5 128,-2 0 1,0 6-249,0 9-29,0-1 1,1-1 0,4-3-170,5-6 0,2-2 1,3-2 104,-1 0 1,1 0 0,-1 0 0,-1-2-24,-4-2 1,4 2 0,-3-4 76,3-1 1,-4 1 0,-1-5 0,-1 1 0,-3 0 0,-5-2-114,-4 2 0,2-1 1,-7 6-1,-1 2 221,-2 1 0,-1 2 0,-1 0 84,1 0 0,4 0-208,1 0 1,6 26 0,-4 6 0</inkml:trace>
  <inkml:trace contextRef="#ctx0" brushRef="#br0" timeOffset="302">5280 10978 11018,'0'-8'-1985,"-2"2"992,-3 6 1702,4 0-282,-6 0-109,7 0 91,0-7-93,0 6-222,0-12 154,0 11 0,-1-4 41,-4 6 1,2 5-1,-5 1 1,1 2-350,4 3 0,-3 2 0,1 2 0,2-1-107,1 0 1,2 1 0,0-1-36,0 1 1,7-6 0,2-1 63,4-1 1,1 2-1,1-4 228,-1-2 1,1-6-1,-1-3 1,0-2-22,1-4 0,-6 1 1,-1-2-1,-1 1-69,-4-4 0,-2-2 1,-1 4-1,-1 1-151,-4 3 0,-3-3 0,-8 5 0,-1 0 131,-3 4 0,1-3 1,5 2-1,-2 2-88,-3 2 1,4 7-1,-1 2 171,5 0 0,8 37 0,-4 3 0</inkml:trace>
  <inkml:trace contextRef="#ctx0" brushRef="#br0" timeOffset="303">5884 10849 13879,'6'-8'-1973,"-4"-5"1066,3 3 0,-2 4 1096,2 1 0,-4 5 0,4 5-211,-3 5 1,-2 2 0,0 3-1,0-1-22,0 0 1,-5 1 0,0-1 0,2 2-32,1 3 0,1-3 0,-2 4 23,-2-4 1,0-2-302,5 0 235,0-6 0,0-3 0,0-10 33,0-4 0,2-4 0,1-1 0,3-1-28,2 1 0,-3-1 0,3 1 0,0 0 178,0-1 0,0 1 0,3-1 0,-3 1-56,-1 0 1,2 4 0,-2 2 0,-1 0 97,0 0 1,1 5 37,-3-2 0,0 5 0,4 5 1,-2 5-167,-3 2 0,-1-2 0,-2 0 0,0 1 66,0 1 0,0 3 0,0-1 0,0 1 2,0-1 1,0 0-181,0 1 6,0-1 1,6-6 42,4-3 0,-2-5 0,1-5 12,3-4 1,0-4 0,1-2 0,-2 1-94,-1 0 0,0-1 0,4 1 318,0-1 0,-4 3 0,0 1 93,1 1 1,-3 7 172,1-2 0,-5 5-390,0 5 0,-2-2 0,-2 7 0,0 1-12,0 1 0,0 3 0,0-1-123,0 1 0,0-1 0,0 0 1,0 1-354,0-1 1,1 1 339,4-1 0,-3-6 0,4-2 0</inkml:trace>
  <inkml:trace contextRef="#ctx0" brushRef="#br0" timeOffset="304">6431 10806 6745,'-15'-8'242,"1"-4"0,0 8-208,-1 0 1,6 8 0,-1 2 0,0 2-30,2 3 0,-3 2 1,5 1-1,-1 1-26,1-1 0,1-4 0,5-1 1,0 2 9,0 2 0,0-3-28,0-1 0,7-5 0,2 0 1,4-2-55,1-2 1,-4 0 0,0 0 0,1-2-57,2-2 0,-4 0 0,1-5 1,-1-2 96,-1-2 1,3 3 0,-4 1 60,1-2 1,-3-1-1,3 1 124,-2 2 282,-1-1-255,-5 2 1,0 3 0,0 10-116,0 5 1,-2 2-1,-1 3-53,-2-1 1,0 0-1,5 1 1,0-1-34,0 1 1,0-1-1,0 0-186,0 1 0,2-1 227,3 1 1,22-39-1,11-10 1</inkml:trace>
  <inkml:trace contextRef="#ctx0" brushRef="#br0" timeOffset="305">6618 10820 7931,'-15'0'-646,"6"5"0,1 1 724,1 2 1,3 2 0,4 4-59,0 0 1,-5-4-1,0 0 1,2 1-74,1 2 0,2-4 1,0 1-236,0 1 1,2-5 287,3-1 0,15-48 0,11-13 0</inkml:trace>
  <inkml:trace contextRef="#ctx0" brushRef="#br0" timeOffset="306">6647 10734 8620,'0'-16'-760,"0"-2"1,-2-1 468,-3 1 1,4 2-1,-4 2 388,3 0 0,1 6-127,-4 3 1,3 10-1,-3 4 1,4 4-263,1 1 292,0 1 0,-19 50 0,7-26 0,0 1 0</inkml:trace>
  <inkml:trace contextRef="#ctx0" brushRef="#br0" timeOffset="307">6819 10834 8464,'-14'0'-472,"4"0"0,2 2 361,2 3 1,-1 3-1,4 6 1,-2 0 168,2 1 0,2-6 1,1 1 56,0 1 0,0-3 142,0 2-262,0-7 0,1 3 0,2-7 0,4-2-43,1-2 0,0-6 1,3 1-1,-1-3-24,1-1 1,2 1 0,-1 2 0,0 1 40,-3-1 0,1 5 0,4-1 21,0 1 1,1 4-1,-1-1-18,1 6 0,-6 1 0,1 5 28,1 2 0,-5 66 0,-2-30 0,-1 0 0</inkml:trace>
  <inkml:trace contextRef="#ctx0" brushRef="#br0" timeOffset="308">7941 10705 9981,'0'-10'-1189,"0"1"1,0-1 1030,0-4 1,0-1 0,0 1 209,0 0 1,0-1 0,0 1 0,2 1 30,3 3 1,-4-2 0,4 2 0,-3-3 38,-2-1 1,0 4 0,0 1-24,0-3 0,-2 6 1,-3 1-3,-4 4 1,-4 1 0,-1 1 0,-1 4-65,1 5 0,-1 4 1,1 4-1,0 2 9,-1 3 0,1-4 0,1 3 0,3 1-80,6-1 0,-3-4 0,2 2 0,2 0-44,2-1 0,1 0 0,1-5 0,2 1-106,2-1 1,6-1-1,-1-2 1,3-3-27,1-1 1,1-3-1,-1-2 1,0 1 332,1 2-117,-1 0 1,26-37 0,6-8 0</inkml:trace>
  <inkml:trace contextRef="#ctx0" brushRef="#br0" timeOffset="309">8028 10719 9981,'-8'-6'-965,"-4"3"0,6-5 1129,-2 1 0,3 2 0,-3 7-251,2 3 1,-4 3 0,6 6 95,0 1 1,3-1 0,1 0-44,0 1 0,1-1 0,4-1 14,5-3 0,-2-2 0,1-5 1,2 2 20,2-2 1,2-2 0,-1-1 0,0-1-59,1-4 1,-2 2-1,-2-5 1,-2 0-12,3 0 1,-4-2 0,0-4 44,-2-1 0,-1 1 0,-7 0-1,-3-1 0,2 2 0,-6 2 0,-4 3 53,-5 2 0,2 1 1,-5 5-1,2 0-24,0 0 0,0 0 0,6 2 0,2 1-100,1 2 1,2 6 58,-1-2 0,22 23 1,10 7-1</inkml:trace>
  <inkml:trace contextRef="#ctx0" brushRef="#br0" timeOffset="310">8243 10719 9981,'0'-9'-1313,"0"-1"1,-1 7 1209,-4-2 1,3 5 167,-2 5 1,2 3 0,2 6-111,0 1 1,0-1 10,0 0 0,0-4 15,0 0 1,2-7-21,2 2 1,4-4 19,7-1 1,-6-5-1,-1-1 1,-1-2 22,-4-3 0,3 3 0,1 0 25,1 1 1,-3-2-17,4 4 0,-4-5 51,5 6 0,-7 0 2,2 9 1,-4 3-70,-1 7 1,5-1-20,0 0 1,0 1-71,-5-1 0,1-6 63,4-3 0,-2-3 43,7-2 1,-5-7-30,4-2 0,-1-4 0,3 0 0,-3 2 3,-1 1 1,-1 5-1,-1-3-1,4 2 1,-1-4 73,2 6 1,-5-1 31,4 5 1,-4 6-105,5 4 1,-5 1 0,3 0 0,-2-1-126,-3 1 1,4-3 106,-3 2 0,1-7 0,-5 3 0</inkml:trace>
  <inkml:trace contextRef="#ctx0" brushRef="#br0" timeOffset="311">8733 10331 8627,'-10'5'-201,"0"-1"0,6 8 0,-4-1 0,1 6 179,4 7 1,0 5-1,0 6 1,-4 7 78,-1 4 1,5 9 0,-3-3 0,1 3-56,0-3 1,-5-2 0,6-7 0,-1 0-28,-2 0 1,6-1 0,-5-4 0,1-4-27,0-4 1,-1-1-1,2 0 1,-2 0-27,-2-1 0,5-5 1,-2-4-1,3-3-732,2-2 639,0-6 0,0-3 0,0-10 168,0-4 0,0-6 1,0-2-1,0-4-3,0-1 3,-6-2 0,2-16 1,0-7-1,-3-3 1,0 0-1</inkml:trace>
  <inkml:trace contextRef="#ctx0" brushRef="#br0" timeOffset="312">8560 10748 9053,'2'-27'-556,"2"3"0,3-3 1,4 4-1,-1 1 512,1 3 1,2 4 0,1 6 0,0 4 140,1 3 1,-1 2 0,0 0-69,1 0 0,-1 5 0,-1 2 0,-2-1-32,-1 0 0,-7 6 0,3-4 0,-1 1-16,0 1 0,0-1 0,-5 6 24,0-1 0,0-4 0,0-1 0,-2 2 0,-3 2 0,-1-3 1,-5-1-1,1 3 10,-1 0 1,-2-2 0,-1 0-1,-1-1-70,1-1 0,0 5 1,-1-5-1,2 2-404,4-1 461,-4-6 1,37-9 0,2-10 0</inkml:trace>
  <inkml:trace contextRef="#ctx0" brushRef="#br0" timeOffset="313">8905 10734 9053,'-14'0'-767,"-1"0"0,1 0 767,0 0 0,1 6-35,3 4 1,4 2 53,6 3 1,2-6 0,2-1-25,6-1 0,3-2 0,1-5 1,0 0-31,1 0 0,-1 0 0,1-2 0,-1-1-17,0-2 1,1-6 0,-1 3 13,1 0 0,-7-5 0,-2 3 34,0-2 1,-4-3 0,1 2 0,-4 2 27,-4 2 0,-8 5 0,0 0 0,-4 0-22,-1 0 1,0 2-1,1-3 1,-2 5-30,1 5 1,2-2-1,2 7 1,-1 1-209,1 2 1,4-2 220,1 3 0,25 10 0,1 13 0</inkml:trace>
  <inkml:trace contextRef="#ctx0" brushRef="#br0" timeOffset="314">9135 10676 8812,'-6'-8'-1588,"3"2"1511,-7 6 0,7 1 0,-3 2 0,1 4 55,0 1 0,0 1 0,5 6-4,0-1 1,0-4 0,0-1 85,0 3 44,0-6-92,0 0 0,2-7-30,3-4 0,-2-3 0,6-6 11,3-1 0,-4 1 0,1 1 0,1 2-11,-2 1 1,0 5 0,-3-3 17,4 2 1,-1-4 55,2 6 1,-2 0-10,1 9 0,-1 3 0,-4 7-73,0-1 0,1 0 1,-5 1-1,2-1-59,3 1 1,-4-1-1,4 0 1,-3 1-35,-2-1 1,0 1 0,0-1 0,0 0 123,0 1 1,25-26 0,7-7 0</inkml:trace>
  <inkml:trace contextRef="#ctx0" brushRef="#br0" timeOffset="315">9409 10719 9053,'0'-9'-1733,"0"-1"1460,0-1 0,0 3 252,0-2 0,1 5 46,4-4 0,-2 1 1,5-3 17,-1 1 1,-1 5-6,-1-4 1,-3 4 119,2-5-98,-2 7 0,-4-3 45,-2 6 0,-3 6 1,-4 2-80,1 0 1,7 5 0,-2-4-49,4 4 1,1 2 0,0-1 0,0 0-93,0 1 1,0-6 0,0 1 0,0 1-167,0 2 0,6 1 1,2 1 277,0-1 1,24 1 0,0-1 0</inkml:trace>
  <inkml:trace contextRef="#ctx0" brushRef="#br0" timeOffset="316">9653 10676 8377,'-6'-8'-822,"4"2"1,-9 12 842,6 4 0,-1 2 1,3 3-20,-2-1 1,0 1 48,5-1 0,-5-4 73,1-1-141,-1-6 1,10 2 0,1-10-11,2-4 0,-3-4 1,4-1-8,3-1 1,-4 1-1,1 1 1,1 2 0,-2 1 0,3 5 1,-5-3 28,2 2 1,2-4 19,4 6 1,-6 0 0,-1 8-1,-3 2-8,1 2 0,0 2 0,-5 4 1,0 0-7,0 1 0,0-1 1,0 1-1,2-1-80,2 0 0,-2 1 0,4-1-117,1 1 1,-4-6 166,7 1 26,-1-7 0,12-41 0,1-18 0</inkml:trace>
  <inkml:trace contextRef="#ctx0" brushRef="#br0" timeOffset="317">9984 10345 9054,'-8'10'-1660,"3"-1"1607,4 3 1,1 5 0,0 2 0,0 0 91,0 2 1,0-3 0,0 6-1,0 1-7,0 3 1,0-4 0,0-2 0,0 0-26,0 1 0,5-4 0,-1 3 0,0 1-33,-3-1 1,-1-4 0,0 2 0,0 0-76,0-1 1,-5 0 0,-1-5-208,-2 1 1,0-1 0,-3-1 308,1-4 3,7-2 1,-29-39-1,0-8 1</inkml:trace>
  <inkml:trace contextRef="#ctx0" brushRef="#br0" timeOffset="318">9768 10647 9054,'8'-6'-844,"-3"-4"1,3-2 626,2-3 1,3 7 0,1 3-1,0 4 252,1 1 0,-1 0 0,1 0 0,1 0-70,3 0 1,1 0 0,4 0-1,-3 0 34,0 0 0,21 13 1,10 3-1</inkml:trace>
  <inkml:trace contextRef="#ctx0" brushRef="#br0" timeOffset="319">10243 10575 9054,'0'-14'-909,"0"0"1,-1 1 839,-4 3 1,2 4 74,-7 6 0,0 1 0,-4 3 0,1 2 23,4 2 1,-3 2-1,6 4-20,-2 0 1,3 2-1,-3 2 1,2 1-35,3-1 1,1-2 0,2-2-9,0 0 1,2 1-1,3-1 16,4 1 0,4-3 0,0 0 1,-2-4 37,-2-2 1,-1 0-1,4-2 120,-3 0 116,-6 1-167,4-5 0,-14 0 0,-2 0-68,-4 0 1,-1 0 0,-1-1-114,1-4 0,0 3-195,-1-3 0,7 2 0,5 0-299,6-2 588,-1 0 1,68-33 0,-30 14 0,0 0 0</inkml:trace>
  <inkml:trace contextRef="#ctx0" brushRef="#br0" timeOffset="320">10660 10489 9058,'0'-10'-197,"0"1"-142,0-2 0,0 3 284,0-2 0,-1 7-8,-4-2 0,3 5 1,-2 5-54,2 4 0,2 4 0,-2 3 0,-1 2-283,-2 1 0,-1 5 398,1-5 1,4 0-1,-6-4 1</inkml:trace>
  <inkml:trace contextRef="#ctx0" brushRef="#br0" timeOffset="321">10603 10834 8516,'-13'-1'-232,"4"-4"0,-4-1 0,5-6 713,0 3-771,1 6 1,7-2 289,0 10 0,20 22 0,4 11 0</inkml:trace>
  <inkml:trace contextRef="#ctx0" brushRef="#br0" timeOffset="322">11567 10489 13659,'0'-14'-2048,"0"-1"1,0 6 1806,0-1 1,1 7 383,4-2 1,-3 2 0,4 0 677,1-2-645,-6 0 1,12 0-3,-3 0 1,-4-1 0,0 3 63,1-2 1,-6-1-207,4 1 1,2-3 106,-3-6 1,1-1-1,-5 1-55,0-1 1,0 6 0,0-1-214,0-1 0,-5 3 1,-1 0-8,-2 2 1,-2 1 0,-4 5 0,0 0 136,-1 0 0,1 0 0,-2 1 0,-2 3 0,-1 0 0,0 8 1,4-3-1,1 4-39,0 1 1,-1 2 0,3 2 0,2 1 14,5-1 1,-1-2 0,1-2 0,2 0-56,1 1 1,2-1-1,2 1 16,3-1 0,3-6 0,6-3 0,2-4 143,3-1 0,-3 0 1,5-1-1,-2-2-71,0-2 1,2-6-1,-3 1 1,1-3-60,-2-1 1,-1-1-1,-1 1 1,-2 0-13,-4-1 0,4 1 0,-5 0 122,0-1 0,-2 6 23,-6-1 0,-1 7 83,-4-2 0,-1 10 1,-6 4-1,4 4-47,2 2 1,-4 5-1,6 4 1,-1 3-184,-2 2 1,6 2 0,-6 2 0,3 6-66,-1 2 1,-5 2-1,5 0 1,1 1 24,-3-1 1,6-2 0,-4-1 0,2-3 15,-2-2 0,3-3 0,-3-6 0,2-4 14,-2-1 0,4-7 0,-6-6 153,1-1 1,3-2 0,-5-7 0,0-1-247,0-2 0,5-6 0,-4 1 0,1-3 41,-4-1 1,2 4-1,0 1 1,2-2 0,3-2 1,-4-2-1,3 1 1,0 0-2,3-1 0,-4 1 0,0-1 0,2 1-48,1 0 1,2 4 0,0 1 51,0-3 1,2 1-1,1 0 240,2 1 0,32 7 0,3-3 0</inkml:trace>
  <inkml:trace contextRef="#ctx0" brushRef="#br0" timeOffset="323">11855 10503 12589,'0'-14'-853,"-5"0"0,0-1 413,2 1 1,1-1-1,2 1 1,2 1 462,3 4 0,-2-4 232,6 3 0,1-1-83,4 2 1,1 2 0,-3 9-214,-2 3 0,1 3 0,-6 6 0,0 0-34,1 1 0,-4 1 0,3 1 0,-4 4-17,-1 1 1,0 1-1,0 2 1,0-2 73,0-2 0,0-2 1,0-3-6,0 3 1,-1-5-34,-4 1 1,3-9-27,-3-11 1,4-8-1,2-7 1,3-1 1,0 0 0,6-4 0,-4 2 1,1-1 87,-1 0 1,4 2 0,-4-4 0,1 4 7,-1 1 0,5-3 1,-3 5-1,2 3-59,-1 5 1,1 0 18,4 6 0,1 2 0,-2 7 172,-4 6-201,4-4 1,-11 39 0,4 3 0</inkml:trace>
  <inkml:trace contextRef="#ctx0" brushRef="#br0" timeOffset="324">12301 10460 12233,'0'-14'-1636,"0"-1"1,0 6 1480,0-1 1,0 5 167,0-4 107,0 6 0,-2-4 39,-3 7 1,-3 5-1,-5 1 1,2 2-9,2 4 0,-1 0 0,-4 3 0,-1-1-59,1 1 0,-1-1 1,1 0-1,1 1-109,4-1 1,-3 1-1,6-1 1,0 0 62,-1 1 0,3-6 0,4 1-91,0 1 0,1-5 0,4-1 80,4-3 0,4-4 1,2-1-1,-1-3 7,0-2 0,1-2 0,-1-4 0,1 1-152,-1 3 0,0-2 0,1 2 0,-2-3 41,-4-1 1,2 4 0,-4 2 0,-1 0-4,1 0 191,4 5 0,-10-2-156,4 10 1,-3 3 0,-2 6 42,0 1 1,0-1 0,0 1 0,0-1-137,0 0 0,0 1 0,0-1 1,0 1-594,0-1 631,0 0 1,32 1 0,8-1-1</inkml:trace>
  <inkml:trace contextRef="#ctx0" brushRef="#br0" timeOffset="325">12631 10431 12613,'-14'0'-220,"4"0"0,1 0-8,-2 0 1,-2 7-1,-1 2 112,-1 4 0,6 6 0,1 1 0,1-3 55,4-1 0,1-1 0,1-1 1,-2 0 17,-2 1 0,0-1 0,5 1 0,2-3-107,2-2 1,0 3 0,5-5 140,2 0 1,-3-2-1,2-6 1,1-2 19,2-2 0,1-4 0,1-7 1,-1 1-77,0 0 1,1-1-1,-1 1 1,1-2-76,-1-3 1,0 3-1,1-5 1,-1 0 40,1-3 1,-1 2-1,-1-2 1,-4-2 34,-4-1 1,1-2 0,-1 0 0,-2 1 36,-1-1 0,-2-5 0,0-1 1,-2-2 35,-2-3 1,0-1 0,-5-1 0,-1 2-44,2 2 1,-4 1 0,2-1 0,-3 6-33,-1 6 0,4 5 0,2 7 0,0 1 139,0 4 1,3 4 0,-3 11 0,0 7-49,0 5 1,4 7 0,-4-1 0,0 3 9,0 2 1,3 1 0,-3 2 0,1 2 2,4-2 1,-3 3 0,1-1-1,2-2-9,1-2 1,-3 4 0,1 1 0,0 0-5,3 0 1,1-1-1,1-4 1,3 0-53,0-1 0,8 3 0,-4-9 0,1-1-19,1-3 1,3-3-1,3-1 1,-2-1-82,4 0 0,-4-4 0,5-2 0,-3 0-367,-1 0 546,-1-5 0,13-3 0,3-8 0</inkml:trace>
  <inkml:trace contextRef="#ctx0" brushRef="#br0" timeOffset="326">12948 10475 12431,'-13'1'-566,"2"4"177,1 5 0,7-2 0,-2 1 0,2 1 317,-2-2 0,4 5 0,-4-4 0,3 4 6,2 1 0,0-4 0,0 0-63,0 1 0,0-3 11,0 1 1,2-6 0,3 2-603,4-3 728,-2-2 0,25-32 0,0-8 0</inkml:trace>
  <inkml:trace contextRef="#ctx0" brushRef="#br0" timeOffset="327">13034 10158 12431,'-5'-22'-1554,"-1"1"981,-2 0 1,3 5 440,-4-3 1,6 11 0,-2 8 0,3 8-131,2 5 1,5 3 0,0 1 0,-1 3-630,3-3 857,-6 5 1,25 26 0,-2 13 0</inkml:trace>
  <inkml:trace contextRef="#ctx0" brushRef="#br0" timeOffset="328">13164 10446 12453,'-10'0'-740,"1"-2"-789,-3-3 1532,6 4 1,0-4-4,6 10 0,1-4-67,4 4 0,3-3 0,6-2 32,1 0 1,-6-2 71,1-3 1,-5 4 0,3-6 34,-2 1 1,-1 3 28,-5-7 1,-2 7-51,-2-2 1,2 5 0,-4 3 0,1 4 2,0 1 0,0-3 0,5 4-171,0 2 1,0 2 0,0 2-41,0-1 0,2 0-76,3 1 1,3-2-1,6-4 1,0-2-633,1-1 858,-1-4 1,20-2 0,4-8 0</inkml:trace>
  <inkml:trace contextRef="#ctx0" brushRef="#br0" timeOffset="329">13423 10417 12453,'-10'0'-362,"1"0"1,5 2 0,0 2 102,2 6 1,-3 3-1,0 1 1,2 1 78,2-1 0,-1 0 0,-1 1 100,-2-1 1,0 1-42,5-1 63,0-6 0,0-3 0,2-8 57,3-2 1,-2-6 0,6 1-1,1-3-63,-2-1 0,5-1 1,-4 1-1,4 0 5,1-1 1,1 1 0,-2-1 0,-2 1 78,-2 0 1,1 1-1,3 2 1,-2 3 150,-1 1 1,-6 3-53,6 4 1,-7 1 0,2 4 0,-3 5-99,-2 2 0,0 3 1,0-1-1,0 2-1,0 3 0,0-3 0,0 3 1,0-1-80,0 1 0,0-3 0,0 3 1,0-3-78,0-1 1,0-1 0,1-1-175,4-4 0,-2 3 0,7-8 328,1 0 1,21-41-1,6-11 1</inkml:trace>
  <inkml:trace contextRef="#ctx0" brushRef="#br0" timeOffset="330">13797 10057 12424,'0'-14'-777,"0"0"1,0 7 0,0 9 0,0 9 740,0 7 0,0 7 1,0-2-1,0 1 60,0-1 1,0 1 0,0 5-1,0 0-17,0 0 1,-5 0 0,0-1 0,2 1-15,1 0 0,-2-2 1,-1-1-1,1-8-21</inkml:trace>
  <inkml:trace contextRef="#ctx0" brushRef="#br0" timeOffset="331">13753 10542 8967,'-1'8'-82,"-4"13"-165,4-2-1,-4-5 1,3 1 247,2-1 1,-6-25 0,-2-7 0</inkml:trace>
  <inkml:trace contextRef="#ctx0" brushRef="#br0" timeOffset="332">13710 10374 12454,'8'-14'-371,"-3"-1"1,-3 1 0,-1 1-1,3 2 79,0 1 1,8 7-1,-3-2 1,4 4 200,1 1 0,1 0 0,-1 0 41,1 0 0,-1 10 24</inkml:trace>
  <inkml:trace contextRef="#ctx0" brushRef="#br0" timeOffset="333">20472 9885 8572,'-9'1'-459,"4"2"172</inkml:trace>
  <inkml:trace contextRef="#ctx0" brushRef="#br0" timeOffset="334">21516 9841 8725,'5'-14'3,"-3"6"1,-2 8 0,0 10 0,0 2-3</inkml:trace>
  <inkml:trace contextRef="#ctx0" brushRef="#br0" timeOffset="335">12128 11093 12160,'6'-8'-2672,"-4"0"2264,3 4 0,-2 2 445,2-3 1,-4 2 0,6 0 98,-1-2 0,-4-1-101,2 1 1,4-3 25,2-7 1,-4 6 0,1 1 43,-1 1 1,-3-4-130,7 2 1,-5-3 0,3 1 43,-2 2 1,1 4 0,-4-5 43,2-1 0,1 3-106,-1-2-18,-4 7 1,6-2 75,-7 10 1,-7 3 0,-1 7 0,-1-1 3,-1 0 0,-4 7 0,-5 3 0,-1 2-14,0-2 1,2 5 0,-6-2 0,-3 5 6,-5 0 1,0 3 0,-6 0 0,-2 2-56,-2 3 0,-1-3 0,0-1 0,0-1 13,-1-3 0,1-6 0,2-4 0,2-1-4,6-3 1,9-2 0,5-3-1,4-2-349,6-2 423,2-5 0,26-17 1,5-11-1</inkml:trace>
  <inkml:trace contextRef="#ctx0" brushRef="#br0" timeOffset="336">11567 11482 12160,'0'-15'-627,"0"1"0,0 4 0,-2 2 0,-1 0-393,-2 0 580,0 5 619,5-3-184,0 6 1,-1 6 97,-4 4 0,3 3 0,-4-1 0,1 0-19,0-3 0,-6 1 1,2 6-1,-3 1-81,3 3 0,-4 0 0,4-2 0,-4 1 79,-2-1 0,-1 4 0,0 0 0,0 1-50,4-4 0,0-3 0,-2-2 1,1 1 163,4-1-153,-4 1 0,13-7 24,0-4 1,6-4 0,9-4 0,-1-4-32,0 0 1,6-5-1,0 5 1,1-2-105,0 1 1,3 5 0,-3-2-1,-1 1-291,1 0 422,5 1 0,9-9 0,10-3 0</inkml:trace>
  <inkml:trace contextRef="#ctx0" brushRef="#br0" timeOffset="337">13811 10172 7694,'0'-9'-762,"0"-1"0,0 5 708,0-4 0,-1 6 107,-4-2 94,3 3 109,-4-4-142,6 4 0,1-6 143,4 4-81,-3 2-74,4-11 0,-6 10-16,0-7 1,0 6-79,0-6 0,0 5-15,0-4 1,0 4-15,0-5 0,0 5 92,0-4 0,0 4 64,0-5-80,0 7 0,0-10 96,0 4-106,0 2-63,0-5 1,0 8-52,0-5 55,0 6 1,0-2 7,0 10 0,0 3 0,0 6 1,0 0 5,0 1 1,-5-1-1,1 1 1,-1 1-22,-2 3 0,6-2 0,-6 6 1,3-1-4,-1 0 1,-2-2 0,4 2 0,-2 0 4,2 1 0,2-6 0,1 4 0,0-2-6,0 1 1,0-1 0,-2-5-1,-1 1 5,-2-1 0,0 0 0,5 1 0,0-1 15,0 0 0,-5 1 1,1-1 11,0 1 0,3-1 0,-1 0-54,-3 1 1,4-1 0,-4 1-15,3-1 0,4-4-41,3-1 1,3-6 24,6 2 1,-1-2-1,-2 1-42,-1 0 0,-1 1-107,6-5 82,-1 0 1,-1-1-65,-3-4 208,-4 3 0,-6-23 0,0 1 0</inkml:trace>
  <inkml:trace contextRef="#ctx0" brushRef="#br0" timeOffset="338">13797 10288 8555,'5'-10'-642,"-1"0"0,6 6 1,-4-4 399,2 1 1,2 2 241,4 5 0,20 0 0,4 0 0</inkml:trace>
  <inkml:trace contextRef="#ctx0" brushRef="#br0" timeOffset="339">14401 10345 5880,'8'0'357,"0"0"-249,-3 0 0,1-1 0,5-3 1,-1 0 1,-5-6 0,3 4 6,-2-2 0,4 3 0,-4-5-10,2-1 1,-3 3-37,5-2 0,-6 1-103,6-6 35,-7 7 1,-3 2 0,-9 6 0,-4 2 28,-2 2 1,-4 4 0,0 7 0,0-1 11,-2 1 0,5 4 1,-3 0-1,3 0-33,1 2 0,1-5 0,1 3 0,2-3-32,2-2 0,5 7 4,0 3 0,4-5 1,4-3-1,6-6-102,3-4 1,3-1-1,1-5 1,4 0-112,1 0 1,-4 0-1,3 0 1,-2 0 230,0 0 0,7 0 0,3-32 0,7-8 0</inkml:trace>
  <inkml:trace contextRef="#ctx0" brushRef="#br0" timeOffset="340">14646 10417 6711,'0'-14'-49,"0"4"154,0 0 1,0 1-25,0-5 1,0 4-1,1 2 74,4 2-104,-3-6-68,4 4 0,-8 2-12,-2 6 0,-4 6 0,-7 9 1,2-1 15,4 1 1,-4 1-1,3 1 1,-2 2 2,-3-1 1,6 3 0,1-2 0,1-2 6,4-1 1,2-1-1,1-1-20,0 1 0,1-7-16,4-4 1,3-2 0,6-2 0,1-2-23,-1-2 1,0-4 0,1-7-1,-1 1 32,1-1 1,-1 1-1,0 0 1,-1-1 33,-3 1 1,3-1 0,-5 1 148,0 0-78,4 6 0,-10 3 5,3 10 1,-4 4 0,-1 9-1,0 1-84,0-1 0,-4 2 1,-1 0-1,2-1-44,1 2 0,2-5 1,0 3-1,0-3-44,0-2 0,2 1 1,1-1-1,3-1-48,2-4 0,2-2 0,4-7-184,0 0 323,1-7 0,18-52 0,-13 20 0,-1 0 0</inkml:trace>
  <inkml:trace contextRef="#ctx0" brushRef="#br0" timeOffset="341">15005 9842 8517,'0'-10'-301,"0"0"20,0-1 254,0 5 1,0 6-1,0 9 1,0 6-55,0 4 1,0 3 0,0 7-1,0 1 43,0 4 1,0-4 0,0 6 0,0-3 10,0 1 0,0 4 1,0-3-1,0 0-52,0 1 1,0 2-1,-1-4 1,-3-2 5,0-2 1,-6-1 0,4-1-1,-1 0-115,1-4 1,-4 1 0,6-6 187,0-1 0,9-28 0,3-7 0</inkml:trace>
  <inkml:trace contextRef="#ctx0" brushRef="#br0" timeOffset="342">15164 10316 8517,'8'-14'-1479,"-2"4"1429,-6 1 1,2 1 0,1-3 171,2 1 1,-1 5-9,-4-4 0,-1 5-128,-4 0 1,-3 4-1,-5 4 22,4 6 0,-4 3 1,5 1-1,-2 1 3,1-1 1,5 0 0,-2 2 0,1 2-8,0 1 1,1 0-1,4-4-5,0-1 1,0 0 0,1 1-103,4-1 0,3 1 0,6-3-71,1-2 0,-1-4 0,1-6 1,-1 0 0,0 0 0,1 0 173,-1 0 0,-4-4 0,-1-1 0,-6-32 0,4-3 0</inkml:trace>
  <inkml:trace contextRef="#ctx0" brushRef="#br0" timeOffset="343">15293 10316 8517,'0'-9'-752,"0"-1"1,0 5 0,2-3 863,2 2 24,-2 1 1,4 7-60,-6 3 1,0 3 0,-1 6-56,-4 0 1,3 1 0,-2-1-33,2 1 0,2-1 1,0 0-1,0 1-13,0-1 0,0-4 1,0-1-22,0 2 0,0 2 17,0 2 0,2-7-23,2-4 0,4-2 0,5-4 0,-2-1 11,-1-2 1,-5-4 0,3 2-1,0-1 10,0-3 0,-3-2 0,4-1 15,2 0 0,-4-1 0,-1 1 39,0 0 0,-4-1 0,4 2 148,1 4-41,-6-4 1,6 13-96,-7 0 0,0 2 1,0 7-1,0 2-20,0 2 0,0 2 0,0-1 1,0 0-50,0 1 0,0-1 0,0 0-146,0 1 0,1-1 0,4 1-23,5-1 1,-4-4 200,-1-1 0,22-18 0,5-1 0</inkml:trace>
  <inkml:trace contextRef="#ctx0" brushRef="#br0" timeOffset="344">15681 9885 7822,'0'-15'-1199,"0"6"1319,0-1 1,0 13-1,0 2 1,0 6-80,0 4 0,0 5 0,0 4 0,0 2-19,0-2 1,0 8 0,0-3 0,0 1-39,0 1 0,0-3 0,0 1 1,0 0-28,0 0 0,0-1 0,-1 1 0,-2 0-111,-2 0 1,-2 0 0,4-1-1,-2 1-514,2 0 668,-5 0 0,0 6 0,-6 2 0</inkml:trace>
  <inkml:trace contextRef="#ctx0" brushRef="#br0" timeOffset="345">15811 10345 8517,'0'-14'-164,"0"-1"-297,0 1 0,-2 1 388,-2 4 0,0 2 1,-5 7-1,-1 2 109,2 3 1,-5 3 0,4 6-1,-4 2-17,-1 3 1,-1-1 0,2 4-1,2 0-63,2 1 1,1-1 0,-2 2 0,4-5-20,-1-3 1,6-1 59,-4-1 0,5-1 0,5-3-2,4-6 1,2-4 0,1-3 0,-3-3-26,2-2 1,2-2 0,2-4-1,-1-1-45,0 1 0,-4 0 1,0 1-1,-1 2 24,-1 1 1,5 2 0,-5-3 31,0 1 0,5 2 16,-4-1 0,-2 4 21,-3 10 0,-2 3 0,-2 6 1,-2 0-9,-2 1 1,2-1 0,-3 1 0,2 1-10,-2 3 0,4-3 0,-4 3 0,3-3-70,2-2 1,0 1-107,0-1 94,0 1 1,2-9 80,3-6 0,-4-6 0,18-73 0,-11 32 0,0 0 0</inkml:trace>
  <inkml:trace contextRef="#ctx0" brushRef="#br0" timeOffset="346">16084 9942 8517,'-9'7'-923,"1"2"1,1 6 889,4 4 0,-3 3 0,1 7 0,0 1 98,-1 4 1,-1 3-1,-4 6 1,3 0-34,2 0 1,-4 0 0,5-1 0,1-2-58,-3-2 0,6-6 1,-4 2-1,3-4-63,2-1 0,0-5 0,0-2 0,0-1-197,0-3 1,0-2 284,0-2 0,0-6 0,0-2 0</inkml:trace>
  <inkml:trace contextRef="#ctx0" brushRef="#br0" timeOffset="347">15984 10288 8314,'4'-15'0,"1"1"-465,-2-1 0,4 6 0,-1 1 444,2 1 1,2-2 217,4 4 1,1 0 0,-1 5-131,0 0 1,1 5 0,-3 1 0,0 1-40,-3-1 0,-1 5 0,3-1 0,-3 3-31,-1 1 1,2 1 0,-4-1 0,0 0-14,1 1 1,-4-1 0,3 1 0,-4-1-49,-1 0 1,0 1 0,0-1 0,0 0-106,0 1 0,0-6 1,0 1-1,-1 0-574,-4-2 743,3 4 0,-4-10 0,12-79 0,-2 25 0,0 0 0</inkml:trace>
  <inkml:trace contextRef="#ctx0" brushRef="#br0" timeOffset="348">16243 10115 8314,'0'-8'-582,"0"2"1,0 7 0,0 4-1,0 5 582,0 2 0,-7 35 0,-1 7 0</inkml:trace>
  <inkml:trace contextRef="#ctx0" brushRef="#br0" timeOffset="349">16358 10288 6965,'-7'-8'-179,"-2"3"0,1 5 376,-2 5 1,7-2 0,-2 6-140,3 3 1,2 0 0,0 3 12,0-1 1,0-4-8,0-1 0,7-1-60,2 2 1,4-4-1,2-6-22,-1 0 1,-4-5-1,-1-1-31,2-2 1,-3-1-78,2-6 0,-7 1 1,2-1 0,-3 6 1,-4 1-35,-3 1 1,2 3 0,-7 4 158,-1 0 0,-21 19 0,-6 5 0</inkml:trace>
  <inkml:trace contextRef="#ctx0" brushRef="#br0" timeOffset="350">16617 10259 6938,'-5'9'-11,"0"1"1,-5 0 0,4 2 0,0 0-12,-1-3 0,1-1 0,3 3 81,-2-1 0,0-5 108,5 4-118,0-5-56,6-11 1,2-1-1,5-8 1,-2 5-50,-1 0 1,0 3 0,4-2 38,0-1 0,1 5 0,-1 1 15,1 3 1,-6-3 0,1 1 1,1 0 0,-3 8 1,0 2-1,-2 2-13,-3 3 1,1 0 0,-1 1 0,2-1-97,-2 5 0,-2-2 0,1 5 0,1-3-88,2-1 0,0 4 197,-5 0 0,25 19 0,7 1 0</inkml:trace>
  <inkml:trace contextRef="#ctx0" brushRef="#br0" timeOffset="351">17034 10230 8320,'-8'-6'-862,"-5"4"1,3-3 730,-2 4 1,-3 1 232,1 0 0,-1 1 0,3 4 0,1 5-43,1 2 0,7 3 1,-4-1-1,3 2-37,-1 3 0,0-3 0,5 4 1,0-4-24,0-2 1,2 0-1,2-1 1,4-2 6,0-1 0,5-5 1,-3 4 7,2 2 0,3-4 24,-1-2 0,-6-2 219,-3 2-375,-3-4 1,-9 6 0,-2-7-127,-4 0 1,0 1 243,4 4 0,-11 3 0,4 6 0</inkml:trace>
  <inkml:trace contextRef="#ctx0" brushRef="#br0" timeOffset="352">17955 10345 6753,'-7'-8'243,"6"2"192,-6 6-268,7 0 1,-1 0-41,-4 0-121,3 0 1,-11 0-1,4 0-60,-4 0 0,3 0 0,1-2 0,-2-3-42,-2-4 0,-6-4 0,0-1 1,1-1 65,2 1 1,2-7 0,1-3 0,3-3-31,5-2 0,4-4 1,1-3-1,0 0 18,0-4 0,6 0 0,5 1 0,5 6 40,4 2 0,-1 4 0,-3 3 0,1 5 6,2 3 1,1 8 0,-6 3-23,0 4 0,-1 7 0,-3 5 19,-5 7 0,-4-2 0,-1 5 0,-1-2-2,-4 0 1,-3 6 0,-8-1-1,-3 4 0,-5 0 0,-4 1 0,-2 0 0,-2 0 28,-1 0 0,-6 4 1,4 1-1,-2-2 40,-3-2 0,5-8 0,3-2 1,5-4 84,3-2 0,6-6-48,-1-3 1,11-4-101,8-1 1,7-1-1,9-2 1,1-4-123,2-1 0,7 3 1,-2-3-1,3 0-129,2 0 0,0 4 1,-1-4 246,1 1 0,19-7 0,10-2 0,4 0 0,0 0 0</inkml:trace>
  <inkml:trace contextRef="#ctx0" brushRef="#br0" timeOffset="353">18660 10129 7691,'1'-8'-704,"4"4"1,-3 0 789,2 0 0,0 2 0,-1-4-6,2-1 0,1 6 0,-3-6-27,2 1 1,1 4 0,-3-4-20,2-1 0,2 6 1,-4-6 17,2 1 0,-1 3-28,-4-7 0,2 7 0,1-3-25,2-1 0,0 4-8,-5-7 1,-2 7 0,-1-3 0,-2-1 0,-6 6 0,1-4 0,-2 3-6,-3 2 1,6 0 0,-1 0 0,-1 0 23,-2 0 1,-1 5 0,-1 2 0,1 1 6,0 3 1,1-3-1,2 1 1,3 3-13,1 0 0,-4 3 1,3-1-6,0 1 0,2-1 0,6 0-7,0 1 0,1-6-7,4 1 1,3-7-39,6 2 1,1-4 11,-1-1 0,-1-1 0,-2-2-47,-1-2 49,-7 0 1,5 3-122,-3-2-21,-4 2 90,6-4 63,-7 6-121,0 0 0,-7 6 1,-1 2-1</inkml:trace>
  <inkml:trace contextRef="#ctx0" brushRef="#br0" timeOffset="354">18573 9698 8463,'0'-15'-1078,"0"1"0,0-1 1315,0 1-164,0 6 0,0 3 0,0 10 0,0 6 22,0 7 1,0 1 0,0 8 0,-1 5 10,-4 3 1,2 5-1,-5 7 1,0 2-82,0 2 1,0-1-1,-4 6 1,3 5-55,-2 3 0,-2-4 1,-1 3-1,-1-4 4,1-2 0,-1-4 0,1-2 0,0-3-101,-1-6 0,6-7 1,-1-11-1,0-3-13,2 0 0,0-10-198,4 3-67,2-9 331,-4 1 0,6-12 0,0-4 73,0-2 0,0-3 0,0 1 0,0-1 0,2-22 0,2-10 0,0-4 0,0-1 0</inkml:trace>
  <inkml:trace contextRef="#ctx0" brushRef="#br0" timeOffset="355">18415 10259 8463,'10'-24'0,"-2"1"-324,-2 3 0,4-4 1,-4 3-1,0 0 80,1 0 1,2 2 0,-2 3 0,-1-1 342,0-3 0,6 1 0,-3 5 0,4 1-22,1 3 0,-2-2 0,0 4-38,4 0 1,2-4 0,-4 8 0,1 0-16,-1 3 1,1 1 0,-1 1-51,0 4 0,1-2 0,-3 7 0,0 0 4,-3-2 1,-1 4 0,3-2 8,-1 3 0,-7 1 1,2 1 2,-3-1 1,-2 0 0,0 1 8,0-1 0,-7-4 0,-2-1 1,-4 1 0,-2-2 0,-1 5 0,-1-5 0,-2 1-27,1 1 0,-4-5 1,-1 3-1,1 0-4,3 0 0,3-5 1,1 3-1,1-1-116,0 0 1,4 0-303,0-5 449,7 0 0,29-13 0,14-3 0</inkml:trace>
  <inkml:trace contextRef="#ctx0" brushRef="#br0" timeOffset="356">18904 10172 8463,'0'-14'-564,"0"0"221,0-1 0,0 6 0,0-1 334,0-1 0,0 3-46,0-2 54,7 7-57,-6-3 0,-4 17 34,-7 3 0,-6 4 0,8-4 30,0 1 1,-3-1 0,5 0 0,-1 1-6,1-1 1,1-4 0,4-2-1,-3 0 8,0 0 1,-1-3-3,5 4 1,1-6-16,4 2 0,3-3 0,7-4-37,-1-3 1,0-1 0,1-5-1,-1 1 19,0-1 0,-4-2 0,0 0 0,-1 2 13,-1 2 0,3-1 1,-4-3-1,-1 2 29,1 2 1,-1 1 26,-1-2-29,-4 4 1,6 7-15,-7 4 1,0 3 0,0 6-6,0 1 1,0-1 0,0 0 0,0 1-58,0-1 1,0-4-1,0-1-89,0 3 0,0 0 151,0 3 0,0-33 0,0-7 0</inkml:trace>
  <inkml:trace contextRef="#ctx0" brushRef="#br0" timeOffset="357">19048 10115 8463,'5'-14'-377,"0"-1"0,-1 1-141,3-1 1,-6 6 0,6-1 615,-1-1 1,2 0 55,7 1 1,-6 2-81,1 3 0,-2 5 0,3 0-45,-2 8 0,-5 7 0,0 2-49,-2 3 0,-2-1 1,0-5-1,0 1 4,0-1 1,0 5-1,-2 2 1,-1 0-37,-2-1 1,-4 0 0,4-6-117,2 0 191,-5 1 0,6-9 17,-2-6 0,2-6 0,4-9 0,1 1 2,2 0 1,4-6 0,-4 1-1,0 2-3,1 1 0,-4-3 0,4-1 0,-1 3-39,0 1 0,1 6 0,-3 1-88,2-3 1,0 4-1,-4 0-235,4 2 0,-3 3 323,3 8 0,9 35 0,2 14 0</inkml:trace>
  <inkml:trace contextRef="#ctx0" brushRef="#br0" timeOffset="358">19336 10115 8463,'8'-14'-560,"-2"-1"1,-6 6-1,2 1 532,2 1 0,-2 4 45,3 8 0,-4 3 0,-2 5 0,-2-2-1,-2-2 0,-1 1 0,2 4-16,0 1 0,-3-1 1,4 0-21,-2 1 1,0-6 94,5 1-60,0-7 0,0 2 0,2-10-17,3-4 1,-2 1 0,5-2 0,0 0-15,0 2 1,-3-4 0,3 2-34,-2-3 1,4 4-1,-4 1-56,2 1 99,-5 3 8,4 4 0,-7 6 0,0 4 2,0 2 0,0-2 1,0-1 4,0 3 1,0-4 0,0 1-8,0 2-2,0-4 0,0-1 0,6-6 0,4 0 0,-2-5 0,1-1 0,2-2 0,-3 0 0,0-3 0,0 3 0,0 1 0,-3-2 0,5 4 0,-1 0 21,-1-1 1,0 4 0,-4-4 84,0 0-79,8 4 0,-9-4 0,5 7-14,-2 4 0,-1 3 0,-5 6-78,0 1 0,0-6 0,0 1-88,0 1 0,0 2 0,0 1-306,0 1 459,0-1 0,19-6 0,5-2 0</inkml:trace>
  <inkml:trace contextRef="#ctx0" brushRef="#br0" timeOffset="359">19465 10158 7681,'2'-13'-726,"3"4"1,-4-4 875,4 3 1,-3-2-61,-2-3 0,0 6-14,0-1 1,0 5-64,0-4 1,0 4-46,0-5 1,-2 7-1,-3-2 21,-4 4 1,1 1 0,-2 0 45,-1 0 1,3 1 35,-2 4 0,1 3 1,-6 6 3,1 1 0,4-1 0,2 1 0,0-1-47,0 0 0,0 5 0,-3 1 0,3-3-28,2-1 1,-4 0 0,4 2 0,-1 1-11,1-1 0,1-2 0,5-2-28,0 0 0,0-4 54,0 0 1,2-7-1,3 0-13,4-6 0,-1 0 0,2-7 0,1-1-19,2-2 0,1 0 1,0 2-1,1 0-9,-1-5 0,1 1 1,-1-4-1,-1 3 6,-4 2 0,4-1 1,-5 1-1,2 0 6,-1-1 1,-1 1 0,4 1 18,-3 4 31,-6-4 7,4 11 0,-7 2 1,0 10-36,0 3 1,0 1 0,0 0 0,0 1-14,0-1 0,0 0 0,0 1 0,0-1-109,0 1 1,5-6 0,1 1-124,2 1 1,2 2 0,4 1 235,0 1 0,7-27 0,1-5 0</inkml:trace>
  <inkml:trace contextRef="#ctx0" brushRef="#br0" timeOffset="360">19710 10172 8463,'0'-14'-921,"0"4"1,0 1 1014,0-2 1,1 4-1,3 1-12,0 0-25,1 4 0,-5 2 1,0 10-33,0 2 1,-5-2 0,1-1-1,-1 3-18,-2 0 0,4 3 0,-5-1-29,2 1 1,-4-6 0,4-1 34,-2-1-9,5 4-3,-4-10 1,9 4 0,1-10-1,3-3-30,2 0 0,0-4 1,4 2-1,-3-3-57,2-1 0,2-1 1,2 1 47,-1 0 1,-4 6 0,-2 1 0,0 3-50,0-1 78,1 0 0,1 5 1,-2 2 34,-2 2 0,-1 0 0,-5 5 48,0 2 1,-2 2 0,-1 1-30,-2 1 0,0-1 10,5 1 1,0-6 0,0 1 0,2-7-55,3 2 1,-2-4 0,5-2 0,0-2-17,0-2 0,-3-5 1,4 4-1,3-2-31,0-3 1,-2-1-1,0 1 1,1 2 19,2-3 0,-4 4 1,1 0-1,-1 1 20,-1-1 1,0 4 0,-4-2-1,2 1-6,2 0 62,-5 1 0,4 10 1,-7 4 5,0 2 1,0 3 0,0-1-52,0 0 1,0 1 0,0-1 0,0 1-60,0-1 1,0 0-1,0 1 1,0-1-39,0 1 0,0-1 0,0 0-409,0 1 501,0-1 0,31-25 0,9-7 0</inkml:trace>
  <inkml:trace contextRef="#ctx0" brushRef="#br0" timeOffset="361">20156 10201 8134,'0'-8'-724,"0"0"894,0 3-208,0 4 0,6-7-11,4 3 0,-2 3 0,1-4 38,3 0 0,-4 4 0,0-4-179,-2-1 1,3 4 94,-4-6 0,0 4 56,-5-5 0,-2 7 46,-2-2 1,-4 4 0,-7 2 54,1 4 1,4-2 0,1 7 58,-2 1 1,3 2-1,0 1 1,1 0-71,4 1 0,1-1 0,2 1-61,0-1 0,7-1 0,2-2 0,4-3-35,2-2 1,-1 4 0,2-5-1,1-2-62,3-1 1,5-2 0,-1 0 0,2 0-65,-2 0 1,3-7-1,-5-2 1,1-4 170,-4-2 0,10-37 0,1-11 0</inkml:trace>
  <inkml:trace contextRef="#ctx0" brushRef="#br0" timeOffset="362">20573 9770 8463,'10'-15'-819,"-1"1"1,-6 7 771,2 7 1,-3 7 0,-2 7 0,0 1 235,0-1 0,0 5 0,0 2 0,0 0-110,0 0 1,0 4-1,0-1 1,0 2-79,0-2 1,-2 3-1,-1-3 1,-2 3-17,2 2 1,0-5 0,0-2 0,-4 0-90,-1 1 0,3-1 0,-4 2 0,-1-3-172,2 0 0,-3-5 1,5 3-194,-2-3 469,-2-2 0,-17-38 0,-3-9 0</inkml:trace>
  <inkml:trace contextRef="#ctx0" brushRef="#br0" timeOffset="363">20400 10144 8463,'0'-15'-346,"0"1"0,0 4 0,0 1 156,0-2 1,2 4 0,3 1 284,4-1 1,4 6 0,2-4 0,-1 3-68,0 2 1,1 0 0,1 0 0,1 0-78,2 0 1,5 0 0,-3 2-1,0 1-111,0 2 0,3 1 0,-4-2 0,1 2 160,0 2 0,-2 2 0,-4 4 0</inkml:trace>
  <inkml:trace contextRef="#ctx0" brushRef="#br0" timeOffset="364">20731 10158 8326,'0'-10'-613,"0"1"0,2 6 624,3-2 1,-2 2-1,6 0 2,3-2 1,-4 0 0,1 5-13,2 0 0,1-2 0,-1-1-5,-2-2 1,-1-1 0,4 3-18,-3-2 0,-1-6 17,2 1-3,-4 4 0,-7-5 27,-4 6 0,2 0 0,-7 5 42,-1 0 1,3 5-1,0 1 1,1 2-1,4 3 0,-3-3-1,1 2 1,2 1-8,1 2 1,2-3-1,0-1 1,0 2-44,0 2 0,2 0 1,1-2-1,3-3-62,2-2 0,2 6 0,4-4 0,1 0-93,-1-4 1,0 3 0,1-2 0,1-1-250,3 3 1,-3-6 392,3 4 0,4-29 0,-1-8 0</inkml:trace>
  <inkml:trace contextRef="#ctx0" brushRef="#br0" timeOffset="365">21091 10014 8463,'13'-9'-369,"-4"-1"0,2 5 0,-4-3 321,1 2 1,1 1 0,6 5 168,-1 0 1,-4 6-1,-2 4 1,-2 3-86,-3 1 1,4 1 0,-2-1 0,-2 0-16,-2 1 0,-1 4 1,0 0-1,0-1-93,0-2 1,0 3-1,-1 0 1,-2-1-24,-2-2 0,-5-7 0,4-1 1,-1 0 17,1 0 0,0-5 62,1 2 0,3-10 0,-3-4 29,4-4 0,6-1 0,1-1 1,0 1 11,1-1 1,4 1-1,-3 0 1,2-1-23,-1 1 0,1 0 0,4-1 0,-1 1-133,-3-1 0,2 1 0,-2 0-37,3-1 1,1 6 165,0-1 0,-6 26 0,-1 2 0</inkml:trace>
  <inkml:trace contextRef="#ctx0" brushRef="#br0" timeOffset="366">21566 10057 8463,'8'-9'-1009,"-4"-1"0,3 1 1135,-2-6 1,4 1 135,-4-1 0,5 6 6,-6-1-282,1 1 0,-6 1 1,-4 3 4,-5 3 1,2 7 0,0 1 40,2 2 0,-4 2 1,4 4 21,-2 1 1,5-1-1,-2 1 25,3-1 0,2 0 0,0 1-13,0-1 1,2-4-1,1-1-1,2 3 0,1-1 1,-3 0 35,2-2 0,0 1-72,-5 4 0,-2-1 1,-4-2-1,-7-3-262,-4-1 0,-9 4 233,2-1 0,-17 2 0,-9 1 0,-4 2 0,-1 1 0</inkml:trace>
  <inkml:trace contextRef="#ctx0" brushRef="#br0" timeOffset="367">22084 9928 8485,'0'-10'-220,"0"1"1,1-1-278,4 2 1,-3-5 0,2 4 484,-2-4 0,-2 3 0,2 2 125,2 2 0,-2 0 0,4 2 149,1 0-249,-6-1 1,11 6 11,-8 4 1,1-2 0,-3 7-15,3 1 0,-4-3 0,4 2 0,-3 1 5,-2 2 0,0 1 1,-2 0-1,-1 1 9,-2-1 1,0 1-1,5-1 1,0 0-30,0 1 0,-5-1 0,1 1 0,0-1-14,3 0 1,1-4-1,0 0 7,0 1 1,0 2 3,0 1 1,1-6-12,4-3 1,3-5 6,7-5 0,-3-3 0,0-6 10,-3-1 0,-1 1 0,3-1 0,-3 1 1,-1 0 1,2-1-1,-2 1 1,1-1 1,-4 6-30,6-1 0,-5 2 15,4-1 1,-5 4 47,0 10 1,0 1 0,-1 5-1,2-1-25,-2 1 1,-2 2-1,-1 1 1,2 1-8,3-1 0,-4 0 0,6 1 0,-2-1-34,-1 1 1,6-1 0,-5 0 0,0-1-116,1-3 0,-3 1 1,5-5-188,-1 2 0,4-5 333,-2 2 0,11-42 0,2-10 0</inkml:trace>
  <inkml:trace contextRef="#ctx0" brushRef="#br0" timeOffset="368">22587 9683 8210,'8'-21'-407,"-3"-2"1,1 2-1,-1 2 234,-2 3 0,-1 9 262,-2 7 1,0 7-1,0 7 1,0 2 22,0 3 0,-5 2 0,0 4 1,1-1-54,-3 2 1,4 6 0,-7 3-1,1 0-44,1 1 1,-5 3 0,3 1 0,-2 5 25,-3 3 1,1 5 0,-1-2-1,-1 3-125,-3 6 1,3-4-1,-3-5 1,5-2-37,4-2 1,-3-4 0,5-6 0,0-9-264,4-7 261,2-5 0,2-9 0,0-7 34,0-8 1,0-7 0,2-2-1,1-3 30,2 3 0,-1-1 0,-2 1 1,1-4 115,2-2-58,0-1 0,9-15 0,4-8 0,2-3 0,0-1 0</inkml:trace>
  <inkml:trace contextRef="#ctx0" brushRef="#br0" timeOffset="369">22515 10101 8460,'7'-23'-531,"-1"-4"1,5 3-1,-1-2 329,1 2 0,2-1 1,1 6-1,1 1 317,-1 2 0,0 3 0,1 2 0,-1 3-6,0 2 1,-4 1-1,0 5-9,1 0 1,-5 2 0,1 2-36,-1 6 0,-4-2 1,2 2-17,-2 1 0,-4 1 0,-1 3-57,-2-1 1,-4 1 0,2-3 0,1 0-13,0-3 0,-6 1 1,4 4-1,-1 1-66,-1-1 1,1-4 0,-4-1 0,2 2-119,1 2 0,2-3 0,-3-1-108,1 3 312,7 0 0,10-16 0,9-6 0</inkml:trace>
  <inkml:trace contextRef="#ctx0" brushRef="#br0" timeOffset="370">22846 10072 7863,'14'0'-1189,"-4"0"1209,0 0 0,-6-5 58,6 0 0,-5 0 0,3 4 0,0-2 0,0-2 1,-5-2 0,3 4 0,-1-3 18,0-2 0,5 3 1,-4-3 43,2 2 0,-5-1-11,2 2-153,-3 4 0,-4-6 1,-1 9 12,-2 3 1,-6 3-1,3 6 1,-2 1-4,1-1 1,4-4-1,-3-1 1,1 2-1,4 2 0,-3 2 0,1-1-2,2 0 1,1-4 45,2-1 0,7-5 0,2 0-20,4-2 0,1-2 0,1-2 1,-1-2-23,1-6 1,-1-3-1,0-1 1,1 0-52,-1-1 1,1-4 0,-1 0 0,-1 1-21,-4 2 1,4-3 0,-5-2-1,2-1 11,-1-4 1,-4 4 0,3-4 0,0-2 12,0-4 1,-3-4-1,4 4 1,1-1 12,-2 1 0,3-3 1,-4 1-1,-1 4 26,0 4 0,-1 1 123,-5 5 1,0 9 0,-1 11-74,-4 8 1,-2 7 0,-4 2-1,2 4 14,-3 1 0,4-2 1,0 4-1,0 1-35,0 2 1,4 0-1,-4-1 1,0-2-15,0 2 1,3 1-1,-3 2 1,1-1-9,4 1 0,-3 0 0,1 0 0,2-2-46,1-3 1,2 1 0,0-4-1,0 0-68,0 0 1,2-2 0,1-5 0,3-1-39,2-3 0,2-4 0,4-6 116,1 0 1,-1 0 0,1 0 0,-1-2 34,0-2 1,-4-4 0,0-5 0,-1 2 22,-1 1 0,3 1 0,-4-6 68,1 1 0,-3-1 0,3 1 0,-2 0 115,-3-1 0,-1 6 1,-1-1-24,4-1 1,-3-2 103,3-1-225,-4 6 0,-7 3 0,-4 8-39,-3 2 0,1 6 1,0-1-1,3 2-24,-2 3 0,-1-1 0,1 1 0,3-1-1,2 0 1,-4 1 0,5-1 16,2 1-40,2-7 0,2-2 0,4-6-66,5 0 1,2-6 0,3-4 14,-1-3 1,1-1-1,-1-1 29,0 1 0,-1 0 0,-2-1 16,-1 1 0,-1 1 101,6 3-21,-7-2 0,-2 16 1,-6 1-13,0 6 0,0 4 0,0-1 0,-1 1-17,-4-1 0,3-4 0,-3-1 0,4 2-26,1 2 1,0 2 0,0-1-155,0 0 1,0-4 172,0-1 0,32-44 0,8-6 0</inkml:trace>
  <inkml:trace contextRef="#ctx0" brushRef="#br0" timeOffset="371">23681 9539 8048,'0'-6'-132,"0"6"0,-5 6 0,-2 10 1,1 4 201,0 4 0,-4 3 0,4 1 0,-2 1-61,-4 0 1,4 1 0,0 2-1,0 2-49,0-2 0,4 3 1,-4-1-1,0-2 4,0-2 0,4-1 1,-2-2-1,1-1-99,0-2 1,1-7-1,2 2 1,-1-3-397,-2-1 531,0-7 0,-1-21 0,-2-11 0</inkml:trace>
  <inkml:trace contextRef="#ctx0" brushRef="#br0" timeOffset="372">23407 9928 8460,'8'-21'-527,"3"5"0,-4-1 0,1 4 577,3 3 0,2 2 0,3-1 0,1 2 49,2 1 0,5 4 1,-4-3-1,-1 4-99,2 1 1,-5-5-1,4 0-12,1 2 0,-5 3 1,3 3 174,-3 2-163,-1 6 0,-1-3 0,0 7 0</inkml:trace>
  <inkml:trace contextRef="#ctx0" brushRef="#br0" timeOffset="373">23724 9942 7333,'9'0'353,"1"0"-355,1 0 0,-3 0 1,2 0 9,1 0 0,2 0 0,-1-1 0,0-3-16,-3 0 1,-1-3 0,3 4-4,-1-2 1,0-4-1,2 2-5,-2-1 0,-2 5 1,-5-3-147,2-1 59,0-1 0,-12 0 0,-2 4 96,-4 2 1,-1 2 0,-1 2-1,1 1 41,-1 2 0,-4 6 0,0-2 0,1 4 93,2 1 1,4 1 0,1-1 0,3 1 58,1-1 0,2 0 0,5 1-116,0-1 0,8 1 0,5-3 0,8-2-206,6-5 1,0 1 0,12-1 135,1-2 0,9-4 0,7-3 0,6 0 0,-1 0 0</inkml:trace>
  <inkml:trace contextRef="#ctx0" brushRef="#br0" timeOffset="374">9509 12158 15046,'-1'-18'-1288,"-4"4"0,3-4 1,-4 10 910,0 0 1,4 4 0,-4 8 442,-1 6 1,6 3 0,-6 1 0,3 2-40,-1 3 0,-5-1 1,4 6-1,-2 0-16,-3-2 0,3 6 0,0-6 0,0 2-36,0 0 1,3-5 0,-5 3-1,1-1 40,1-3 0,0-2-368,3-2 445,3-6 1,-4-8-1,6-9 1,0-4-67,0-2 1,1-4 0,3-2 0,2-1-82,2-4 0,2-1 0,4-1 0,0-1-3,1 0 1,-1 0 0,1 0 0,1-1-13,3-4 0,-2 3 0,6-8 1,-1 1 5,0 1 0,1-5 1,2 6-1,-2 0 48,-2 8 1,-2 5 62,-5 9 1,-6 8-1,-3 7 1,-3 10-52,-2 7 0,0 8 0,0-4 0,0 2 54,0 0 1,0 1-1,-2 7 1,-1 2-73,-2-2 0,-1-2 0,2-1 0,-2 0-49,-2 0 0,3 4 1,-4 2-1,-3 1-39,0-1 0,2 0 1,0-3-1,-1 1-49,-2-1 0,1-1 0,0-4 0,3-3-272,-2-5 420,-2 4 1,-2-39 0,1-4-1</inkml:trace>
  <inkml:trace contextRef="#ctx0" brushRef="#br0" timeOffset="375">9495 12273 11617,'5'-14'-478,"0"-1"1,-2 1 39,-2 0 1,4 4 0,0 0-1,0 1 434,1 1 1,-3 1 0,5 6 0,0-2 48,0-2 0,-3 2 1,5 6-221,1 2 1,-3 4 0,0-2 94,-2 1 1,18 20 0,0 11 0</inkml:trace>
  <inkml:trace contextRef="#ctx0" brushRef="#br0" timeOffset="376">9797 12230 9511,'2'-14'-148,"3"-1"1,-2 6 287,6-1 1,1 5 0,4-4-62,1-3 1,-1 4 0,1 0-1,-3 0-66,-2 0 0,3-1 0,-4-6 0,4 3-19,1 2 0,-4-3 0,-2 4 1,0-4-41,0-1 0,-5 4 0,4 0 84,-1-1-30,-4-2 0,2 5 12,-8 4 1,-3 4 0,-4 4 0,3 8-7,2 5 1,-6 1 0,4 6 0,-1 1-54,-1 2 1,2 2 0,-3 0-1,2 1-9,-3 4 0,0 1 0,-1 5 0,2-3-16,1-2 1,0 3 0,-2-2 0,0-1-36,3 0 1,4-1 0,-3-7-1,2-3-361,2-5 1,1 0 404,-2-5 1,-3-41 0,-6-21 0</inkml:trace>
  <inkml:trace contextRef="#ctx0" brushRef="#br0" timeOffset="377">9725 12403 11415,'0'-15'-620,"0"6"1,0-1 56,0-1 0,2 0 575,3 1 0,-2 4 0,6 6-35,3 0 1,-4 0-1,1 0 1,2 0 48,2 0 1,2 0 0,-1 1-248,0 4 231,7-3 0,21 4 0,10-6 0</inkml:trace>
  <inkml:trace contextRef="#ctx0" brushRef="#br0" timeOffset="378">10214 12000 10589,'0'-15'-2944,"0"1"3013,0 6 0,0 3 0,0 10 0,0 5-4,0 2 0,0 8 0,0-1 0,-1 0-45,-4 2 0,2 1 0,-5 7 0,0-2-27,0-3 1,3 3 0,-5-3 0,1 3-65,1 2 1,-3 0 0,4 0 0,-1-1-44,-3 1 0,0-5 0,0-1 0,1-3 129,-1-2 0,-2-15 0,-1-4 1</inkml:trace>
  <inkml:trace contextRef="#ctx0" brushRef="#br0" timeOffset="379">10042 12345 9435,'0'-14'-314,"0"-1"0,0 1 59,0 0 1,0 4 0,1 0 192,4-1 0,3 5 0,7-1 79,-1 1 1,0 4 0,1-2-178,-1 2 0,1 7 0,-1 0 141,0-2 0,1 24 1,-1 5-1</inkml:trace>
  <inkml:trace contextRef="#ctx0" brushRef="#br0" timeOffset="380">10315 12302 9435,'2'-10'-856,"3"1"0,1 4 0,5-3 909,-1 2 0,-5-4 58,4 5 0,-1-1 171,2 1-123,-4 3 1,-6-2-76,0 8 1,-5 4 0,-1 5-1,0-2-56,-1-1 1,1 0 0,3 4 0,-2 0-46,2 1 1,1-6-1,2 1 1,0 1 5,0 2 1,0-4-1,0 1-132,0 1 0,0 2 1,0 1-164,0 1 0,2-7 1,1-2 300,2 1 1,25-12-1,2 3 1</inkml:trace>
  <inkml:trace contextRef="#ctx0" brushRef="#br0" timeOffset="381">10502 12288 9010,'0'-15'-41,"5"1"0,1-1-575,2 1 1,-4 4 0,2 2 700,0 2 1,2 1 0,7 5 3,-1 0 1,-1 2-1,-4 3 1,-4 4-84,-3 4 1,-2 1 0,0 2 0,0 2-7,0 1 0,0 5 0,-2-5 0,-1 0-36,-2 2 0,-4-5 1,2 3 57,-1-3-8,5-8 0,-3-3 0,6-10 1,1-4-52,4-4 0,-2-6 0,7-2 1,1 0-86,2 0 0,3-2 0,1 3 0,3 1 123,-3-2 1,12-20 0,1-12-1</inkml:trace>
  <inkml:trace contextRef="#ctx0" brushRef="#br0" timeOffset="382">11236 12115 13177,'8'-7'-252,"0"6"1,-5-6 242,2 1 1,0 6 0,-5 0-143,0 8 1,0 2 0,0 2-1,0 4 72,0 0 1,-5 5-1,-2 0 1,1 1 10,0 4 1,-4 1 0,4 0 0,-1-1 2,1-2 0,-4 0 0,6 3 0,-1-3-2,-2-5 1,6-3-1,-4-1-5,3-1 1,2-8 29,0-6 0,7-6 1,2-10-12,4-3 1,2 3-1,-1-5 1,0 2 103,1 0 1,-1-2 0,0 3 0,-1-1-23,-3 2 0,3 1 0,-5 1 0,1 1 13,1-1 0,-7 6 53,2-1-12,-4 7 0,-1 3 0,-1 10 2,-4 2 0,3 3 1,-2-1-1,2 1-120,2-1 1,0 0 0,0 1-56,0-1 0,0 0-28,0 1 0,6-7 1,4-3 109,3-4 0,1-1 0,1 0 1,-1 0 10,0 0 0,6-6 0,-1-4 1,-2-3 13,-1-1 1,-1 4 0,-1 1 0,0-2-7,1-2 0,-2-1 0,-2-1 0,-3 1 23,-2-1 0,1 6 0,-4-1-6,2-1-214,-1 5 0,-5-1-135,-4 7 1,3 2 246,-2 3 1,21 3-1,7 6 1</inkml:trace>
  <inkml:trace contextRef="#ctx0" brushRef="#br0" timeOffset="383">11696 12259 11407,'0'-8'-568,"0"0"323,0 3 0,7 2 368,2-7 1,4 5-1,1-3 1,1 0-66,-1 0 1,-4 4 0,-1-4 0,1 0-50,-2 0 0,3 3 1,-4-3-102,1 1 124,-5-4 0,3 11 0,-7-1 0,-4 5 5,-5 4 1,-3 2 0,1 6-1,0 2 2,3 1 1,1 0 0,-3-5 0,3 1-35,1-1 1,2 1-1,5-1 1,2 0-338,3 1 0,3-1 1,8 0-1,3-1 268,5-3 0,42 3 0,10-5 0</inkml:trace>
  <inkml:trace contextRef="#ctx0" brushRef="#br0" timeOffset="384">12502 12115 24728,'0'-15'-6027,"0"6"4720,0-1 1,-2 7 1564,-2-2 0,0 5 0,-5 5 0,-2 5 172,-2 2 0,-2 3 0,3 1 0,0 1-388,3 3 1,1 0-1,-3-2 1,3 1-153,1-1 0,-2 3 1,4-2-1,2-2-298,1-1 0,4-1 0,1-1-355,2 0 0,6-4 0,-2 0 1,4-1 476,2-1 0,-1 0 0,0-5 1,1 2 661,-1-2 0,1-1-129,-1-2 0,13-26 0,4-6 0</inkml:trace>
  <inkml:trace contextRef="#ctx0" brushRef="#br0" timeOffset="385">12631 12302 24728,'0'-14'-2584,"5"-1"1,0 1 931,-2-1 1,-1 6 1141,-2-1 1,0 5 88,0-4 0,-5 7 0,-1 2 0,-2 8 898,-4 5 1,4-3-1,-1-1 1,-1 4-233,2 5 1,-5-2 0,6 3 0,-3-3-88,0-2 0,6 0 1,-4 1-311,1-1 1,2-4-1,5-1-119,0 3 0,2-6-27,3-1 0,3-5 0,6-3 680,1-2 0,-1-6 0,-1 1 0,-2-1 17,-2 1 1,1-3-1,3 4 1,-2-2-516,-1 1 0,-6-3-109,6 4 1040,0-4-534,-2 5 0,-2 8 0,-6 10-258,0 2 1,0 3 0,0-1-75,0 0 0,0 1 0,0-1-843,0 1 1,0-1 0,0 0 509,0 1 0,0-1 0,0 1 0</inkml:trace>
  <inkml:trace contextRef="#ctx0" brushRef="#br0" timeOffset="386">12934 11913 8567,'0'-8'-1322,"-2"4"1308,-3 8 1,4 6 0,-6 8-1,2 2 31,1 3 0,-1-1 1,3 4-1,-1-2-33,-2 1 1,-1 7 0,3 2 0,-2-2-97,2-2 1,-1-1 0,1 1 0,-2 1-37,2-2 0,2 2 0,-1-8 0,-1 1-68,-2 0 216,0-7 0,5-2 0,0-9 0</inkml:trace>
  <inkml:trace contextRef="#ctx0" brushRef="#br0" timeOffset="387">13077 12244 8567,'2'-12'0,"1"0"-290,2 3 1,0-1-250,-5-4 0,1 1 674,4 3-99,-3-2 0,-2 12 1,-10 0 24,-3 8 1,4 0 0,1 1 0,0 2-7,0 2 1,3 2 0,-3-1 0,2 0-55,2 1 0,-2-1 0,1 1 1,2-1-41,1 0 1,2 1-1,0-1 1,0 0-197,0 1 1,0-1 0,0 1 68,0-1 0,7-1 0,1-2 0,1-3-198,1-2 364,0-1 0,23-30 0,6-7 0</inkml:trace>
  <inkml:trace contextRef="#ctx0" brushRef="#br0" timeOffset="388">13193 12302 8539,'0'-14'-936,"0"-1"1,1 6 844,4-1 143,-3 7 0,4-2-16,-6 10 1,0 3-1,0 6 1,0 1 16,0-1 0,0 0 1,0 1-24,0-1 0,0 0 0,0 1-50,0-1 1,0 1 25,0-1 1,0 0-31,0 1-2,0-7 0,2-3 1,2-10-16,6-5 0,-4 2 0,1-1-15,-1-3 1,0 4 0,6-1 41,-3-2 1,-4 4 26,5 2 4,-7 4 0,5 1 0,-5 1-10,2 4 0,0-2 0,-5 7-17,0 1 0,0-3 0,1 0-100,4-1 1,-2 2 0,5-2-138,-1 1 1,-1-5 246,-1 2 0,9-29 0,9-8 0</inkml:trace>
  <inkml:trace contextRef="#ctx0" brushRef="#br0" timeOffset="389">13581 12014 8539,'0'-9'-1304,"0"-1"1232,0 7 0,0 8 98,0 9 0,0 8 0,-2-1 0,-1 0-44,-2 0 1,-4 4-1,2-1 1,1 3-19,0 2 1,-4 2-1,4 1 1,-1 1-78,1-1 1,-5 3 0,3-1-1,-2-2 113,0-2 0,20-7 0,0-3 0</inkml:trace>
  <inkml:trace contextRef="#ctx0" brushRef="#br0" timeOffset="390">13725 12316 8539,'-5'-9'-1058,"0"-1"0,-6 7 1085,1-2 0,2 4 1,-1 2-1,-2 2 50,-2 2 0,3 6 0,1-1 0,-1 3-32,2 1 1,-5-1 0,5-2 0,0-1-28,4 1 1,0-3 0,1 1 67,-2 3-65,1-6 0,5 0 0,4-6-56,5 0 1,2-1-1,3-4-23,-1-5 0,-1 2 0,-2 0-2,-1 2 0,-1-4 49,6 6 1,-6-1 11,1 5 26,-7 0 0,8 6 0,-6 4-14,-2 3 1,-1 1-1,-2 0-31,0 1 1,0-6 0,1 1-122,4 1 0,-2-4 0,7-3-315,1-2 454,-4-2 0,37-38 0,4-10 0</inkml:trace>
  <inkml:trace contextRef="#ctx0" brushRef="#br0" timeOffset="391">14056 12000 8539,'0'-15'-401,"0"7"0,0 4 0,0 8 509,0 6 0,0 8 0,-2 1 1,-1 0-53,-2 2 0,-1 0 0,3 4 0,-2-1-26,2 2 1,-1-4-1,1 2 1,-2 2-148,2 1 1,2-3 0,1-2-1,0 1-192,0-1 1,0-5-1,0 4 309,0 0 0,-20-5 0,-4 5 0</inkml:trace>
  <inkml:trace contextRef="#ctx0" brushRef="#br0" timeOffset="392">13912 12316 8539,'0'-14'0,"0"0"0,0-1-264,0 1 1,5 4 0,1 2 0,2 2 184,3 3 0,2-4 0,1 2 0,1 2 70,-1 2 0,1 1 1,-1 0-1,0 0-171,1 0 0,4 1 0,0 2 180,-1 2 0,30 6 0,6-3 0</inkml:trace>
  <inkml:trace contextRef="#ctx0" brushRef="#br0" timeOffset="393">14243 12316 8539,'-10'-1'-2081,"1"-4"2383,5 3 1,0-4-232,8 6 0,0-5-60,5 0 1,-1-1-1,3 3-118,-1-2-131,-7 0 196,4 5 1,-9 0 0,-3 0 92,-4 0 1,-4 0 0,0 2-1,2 1-3,1 2 0,1 6 0,-4-1 89,3 2 0,4-2 0,6-1-104,0 3 0,0-4 0,1 0 0,4 0-63,5 0 1,3-5-1,3 2 1,3-2-98,5 2 1,-2-4 0,2 4 0,2-3-290,1-2 416,2 0 0,38-20 0,10-4 0</inkml:trace>
  <inkml:trace contextRef="#ctx0" brushRef="#br0" timeOffset="394">14976 11942 8539,'0'-14'-85,"0"-1"0,2 1-231,3 0 346,-4 6 0,6 8 0,-7 9 0,0 4 27,0 1 0,0 2 0,0 2 0,0 3-31,0 1 0,-5-3 0,-1 5 0,-2 2-61,-3 1 1,-2 2-1,0 0 1,0-1-69,-1 1 1,3 2 0,-10 2 0,2 4-150,-1 0 0,1-2 0,6-6 0,2-1-630,2 1 882,5-6 0,36-28 0,16-13 0</inkml:trace>
  <inkml:trace contextRef="#ctx0" brushRef="#br0" timeOffset="395">15063 12244 8158,'-10'0'-122,"1"0"0,4 2 0,-3 3 106,1 4 1,3 4-1,2 0 1,-1-2 15,-2-1 0,0-1 1,5 6-1,0-1-6,0 0 0,0-4 0,0 0 23,0 1 1,2-5-1,3-1-5,4-3 0,-1-2 1,2 0-29,1 0 0,-3-5 0,0-2 0,-2-1-2,-2-3 0,2-2 0,-1-1 6,-2 0 1,-1 4 0,-2 1-183,0-3 17,0 0 0,-2-1-147,-3 3 0,2 5-111,-7 10 435,7 3 0,-3 26 0,6 4 0</inkml:trace>
  <inkml:trace contextRef="#ctx0" brushRef="#br0" timeOffset="396">15264 12216 7790,'5'-15'-316,"0"1"1,0-1 0,-5 1 878,0 0-287,0 6-292,6 1 1,-4 9 0,2 3 3,-2 4 1,-2-1 0,0 2 0,0 1 24,0 2 1,-5 1-1,0 1 1,2-1 7,2 0 1,1 1 0,0-1-12,0 1 1,0-1 0,0 0 0,-2-1-18,-3-3 0,4 2 0,-6-2-10,1 3 1,3 0-1,-7-2 1,-1-2-87,-2 3 1,3-6 0,1 0-103,-2 1 1,-2-1 0,0 5-387,4-1 591,-4-7 0,24-9 0,-1-10 0</inkml:trace>
  <inkml:trace contextRef="#ctx0" brushRef="#br0" timeOffset="397">15422 12216 8517,'5'-15'-925,"0"1"1,0-1 1310,-5 1 116,6 0-366,-4 6 0,4 3-8,-6 10 1,0 3 0,0 6-22,0 0 1,0-4-1,0 0-23,0 1 0,0 2 0,-1 1-28,-4 0 1,3 1 0,-4-1-115,-1 1 0,4-1 0,-8 0 0,-3 1 58,-4-1 0,-40 11 0,-18 3 0,23-7 0,0-1 0,1 1 0</inkml:trace>
  <inkml:trace contextRef="#ctx0" brushRef="#br0" timeOffset="398">15883 12446 9945,'0'-15'-240,"0"1"0,0 0 1,1-1-321,4 1 0,-3-1 1,3 1 798,-4 0 1,-1 4-23,0 1 0,0 7-10,0 2 1,-6 6-1,-4 9 1,-3 1-406,-1 3 1,-5 2 0,0 4 0,1 1-84,2 4 1,-1-6 270,2 5 1,-2-10-1,9 2 1</inkml:trace>
  <inkml:trace contextRef="#ctx0" brushRef="#br0" timeOffset="399">16271 12244 8502,'10'0'-803,"-1"0"0,-4 0 0,3-1 814,-1-4 0,-1 3 0,-3-4 131,2 0 1,1 2-86,-1-5 1,-3 4 0,4-3 9,1 2 0,-6-6 0,6 4 20,-1 0 1,-4 0-91,2 4 1,0 2-1,-1-4 47,2-1 0,-1 7 21,-4 0 1,-1 7 0,-2 7-18,-2 0 0,-5 6 0,4-1 0,-1 0-33,1 2 0,-4-5 1,4 3-1,0-3-33,-1-2 1,-2 1-1,4-1 1,2 0-18,1 1 0,2-6 18,0 1 1,2-7-1,2 2 5,6-3 1,-2-4 0,2-3 0,1-4-41,2-4 1,1-2 0,0 1 0,-1 0-13,-3-1 1,3 1-1,-4 0 35,4-1 1,-3 2-1,-2 2 32,-2 2 1,4 4-4,-6-5 0,1 9 74,-5 1 0,0 6 0,0 8-46,0 1 1,0-6 0,0 1 11,0 1 0,2-3-40,3 2 0,-2-7 0,6 2-3,2-4 1,-3-1 0,2 0-1,1 0 1,0-1 0,1-2-1,-3-4-3,2-1 1,-3 0 0,2-3 0,0 1 2,-2-1 1,3-2 0,-5 1-3,2 2 0,-5-3 0,4 5-123,-1 0-399,-4-5 527,4 12 0,-6-6 0,0 7 0</inkml:trace>
  <inkml:trace contextRef="#ctx0" brushRef="#br0" timeOffset="400">16775 12230 8550,'-15'-2'-1764,"1"-2"1877,6 2-43,2-4 1,7 6-128,4 0 0,3 0 1,6-2-28,1-3 1,-6 4 0,1-6-4,1 1 1,-3 4 0,0-4-29,-1-1 141,-3 6 0,-5-6 115,-4 7 1,-3 0 0,-6 2-25,-1 3 1,6 1 0,1 5 0,1-1-103,4 1 1,-3 2 0,1 1-7,2 1 1,3-2 0,4-2 0,6-2-526,3 3 516,1-6 0,24-4 0,9-4 0,4-2 0,0 0 0</inkml:trace>
  <inkml:trace contextRef="#ctx0" brushRef="#br0" timeOffset="401">17437 12172 8550,'6'-14'-373,"-4"0"0,4-1 59,0 1 0,-4-1 0,3 1 0,-2 1 616,2 4 0,-4 1-166,4 3 1,-5 3-154,-5-2 0,2 2 1,-5 4-1,0 2 34,0 6 0,3 3 1,-4 1-1,-1 0 2,2 1 0,-5 4 0,5 0 0,-1 0-30,-1 2 0,7-5 0,-3 5 0,1-2-33,0 0 1,0 1-1,5-6 1,0 0-43,0 1 1,2-1 0,3-1 0,3-2-80,0-1 0,4-6 0,-2 4 0,3-1-365,1-4 530,7-1 0,21-34 0,10-8 0</inkml:trace>
  <inkml:trace contextRef="#ctx0" brushRef="#br0" timeOffset="402">17609 12244 8550,'-1'-9'-283,"-3"-1"-517,0-1 1,-6 3 874,5-2 0,-6 7-14,2-2 0,2 10 0,1 3 0,1 2-40,0-1 0,-1-1 0,3 4 0,-2-3 1,2 2 1,1-3 0,2 2-71,0 1 0,0-3 10,0 2 0,2-7-15,2 2 0,4-4 0,7-1-31,-1 0 1,-4-4-1,-1-3 24,3-1 0,-1 3 0,0-3 33,-2 2 1,-4 1 140,5 5-51,-7 0 0,3 7 1,-6 2-45,0 4 0,0 1 1,0 1-49,0-1 0,0 0-10,0 1 0,7-7 39,2-3 0,36-55 0,-18 18 0,1 0 0</inkml:trace>
  <inkml:trace contextRef="#ctx0" brushRef="#br0" timeOffset="403">17940 11770 8550,'-1'-8'-517,"-4"3"1,3 10-1,-4 6 1,1 5 513,0 3 1,-1 7 0,3-1-1,-2 5 72,2 4 0,-4 4 0,1-2 0,-1 0-89,1 4 0,-4 0 1,4-1-1,0-4-34,-1 0 1,1-5 0,3 4-1,-2-5-177,2-5 0,1-4 231,2-5 0,0-14 0,0-2 0</inkml:trace>
  <inkml:trace contextRef="#ctx0" brushRef="#br0" timeOffset="404">18055 12115 8550,'-14'0'-611,"1"1"0,2 3 308,1 0 1,6 8-1,-4-3 325,1 4 1,2-3 0,5-1 0,-1 2 156,-4 2 1,3 2-1,-2-1 1,2 0-142,2 1 1,0-1 0,2-1 0,1-2-77,2-1 0,1-2 0,-3 3 0,4-3-87,1-2 0,-4-1 0,6-3-64,1 2 0,2-2 189,1 3 0,7-23 0,1-6 0</inkml:trace>
  <inkml:trace contextRef="#ctx0" brushRef="#br0" timeOffset="405">18170 12187 6929,'0'14'73,"0"1"0,0-1 0,0 0-31,0 1 1,0-6 0,0 1-44,0 1 1,0 2 5,0 1 0,2-6-16,3-3 1,-2-3-9,7-2 1,-1-2-1,4-3-37,-3-4 1,1 1 0,-5-2 7,2-1 1,0-2-1,3 0 12,-1 4 0,-1-2 26,6 6 0,-6 0 21,1 5 0,-7 2 2,2 2 1,-2 3 0,0 4-1,2-1-40,-2 1 1,-1-3 0,-2 1-85,0 3 1,5-4-1,0 1-12,-2 2 1,0-4 122,2-3 0,-4-8 0,6-4 0</inkml:trace>
  <inkml:trace contextRef="#ctx0" brushRef="#br0" timeOffset="406">18602 11842 8550,'2'-13'-855,"2"3"0,-2 5 906,3 10 1,-4 5-1,-1 7 1,0 4 13,0 1 0,0 2 1,0 5-1,0 0-87,0 0 0,0 0 0,0-1 0,-1 3-63,-4 2 1,3-1 0,-2 5-1,2-2-195,2-3 0,2-3 1,1-3 279,2-3 0,38-30 0,5-5 0</inkml:trace>
  <inkml:trace contextRef="#ctx0" brushRef="#br0" timeOffset="407">18746 12187 8550,'-5'-10'-255,"0"1"1,-1 5-1,3-2 1,-4 1 27,-1 0 0,3 1 320,-4 4 0,1 6 1,-3 4-68,1 2 0,7-2 0,-3 0-56,-1 1 1,6 2 38,-4 1 1,3-4-1,4-2-17,3-2 1,-2-1 0,6-5-18,3 0 0,-4 0 0,1-2-23,2-3 0,2 2-31,1-6 38,1 5 49,-1-2 1,-6 8-16,-3 2 0,-3 4 0,-2 7 0,0-1-107,0 1 0,0-6 1,0 1-1,0 1-1,0 2 0,0-4 1,1-1 114,4-1 0,16-9 0,9-6 0</inkml:trace>
  <inkml:trace contextRef="#ctx0" brushRef="#br0" timeOffset="408">19077 11798 8550,'9'-12'0,"-1"0"-1655,-1 3 1726,4 6 1,-9 3 0,2 9-1,-2 6-2,-2 4 1,0 2-1,0 4 1,-2 1-40,-2 4 0,2-1 1,-4 6-1,1-1-28,0-1 1,0 6 0,4-4-1,-3 0-133,0 0 1,-1-1-1,5-7 1,0-3-100,0-5 1,0-3 0,0-2 229,0 1 0,-26-39 0,-6-10 0</inkml:trace>
  <inkml:trace contextRef="#ctx0" brushRef="#br0" timeOffset="409">18918 12187 8550,'0'-15'-417,"0"1"188,0 0 0,7-1 1,2 1 190,4-1 1,6 7 0,1 4 0,-1 1 35,2-2 1,-1 3 0,6-3 0,-2 4-103,2 1 1,-4 0 0,2 1 0,0 3-387,-2 0 490,-1 1 0,6 8 0,4 3 0</inkml:trace>
  <inkml:trace contextRef="#ctx0" brushRef="#br0" timeOffset="410">19249 12187 8550,'-14'0'-778,"6"0"0,3 0 738,10 0 0,1-2 0,6-1 21,-3-2 0,-4 0-57,5 5 75,-7-6 1,3 3 123,-6-7 1,-1 7 80,-4-2 0,2 5-112,-7 5 0,7 3-70,-2 6 0,5-1 0,3-2 1,4-3-134,1-1 1,3 2-1,6-2 1,4-1 110,2 1 0,27-7 0,13-2 0,7-2 0,1 0 0</inkml:trace>
  <inkml:trace contextRef="#ctx0" brushRef="#br0" timeOffset="411">20271 11741 8550,'0'-15'-456,"-7"1"0,1 12 1,-4 9-1,4 7 713,0 5 0,2 5 0,-3-3 0,-1 2-103,0 2 1,0 2-1,-4 2 1,3 0-129,-2 0 1,-2 1-1,-2 2 1,1 3-181,0 2 1,-2 1-1,-2 4 1,-3-1-139,-1 3 0,4-9 1,-1 6-1,3-4 292,2-5 0,12-21 0,4-6 0</inkml:trace>
  <inkml:trace contextRef="#ctx0" brushRef="#br0" timeOffset="412">19839 12057 8550,'0'-22'-797,"0"1"1,0 7 991,0-1 0,7 7 1,2 4-1,6 2-9,4 2 0,3 0 0,7 0 0,0 0-232,0 0 1,-1 0 0,1 0-1,0 0 42,0 0 1,-5 0 0,-2 0 0,-1 0-48,-4 0 0,1 0 0,-2-2 1,0-1-34,-3-2 1,-7-1 0,4 1-100,1-4 1,-5-4 102,-1-2 0,-3 1 5,-2 0 32,0 6 1,-2 3 91,-3 10 1,2 3 0,-5 8 0,0 1-6,0 2 1,3 5 0,-4-3 0,-3 2-35,0 2 1,-1 2 0,2 2-1,1 0-4,-1 0 0,3-5 1,0-2-1,2-1-7,2-4 1,1-1 0,0-1 36,-2-1 1,2-6-1,8-5 31,4-6 0,-1 0 1,2-7-1,1-1-119,2-2 0,1-1 1,1 0-1,-1-1-21,0 1 1,1-1 0,-1 3-1,1 0 38,-1 3 1,-4 4 0,-1-3-7,2 2 100,-4 1 1,-1 6 0,-6 4-27,0 5 1,0-2 0,0 1 0,0 3-26,0 0 1,0 3-1,0-1-114,0 1 0,0-1 0,0 0 0,0 1-290,0-1 396,7 1 0,13-14 0,11-2 0</inkml:trace>
  <inkml:trace contextRef="#ctx0" brushRef="#br0" timeOffset="413">20501 12144 7864,'0'-15'-1261,"-5"6"1778,0-1-193,1 7-236,4-4 1,6 7-33,4 0 0,-2 0-124,1 0 0,1 0-28,4 0 1,-4 0-55,-1 0 210,-5-6 0,2 3 217,-6-7 1,-6 7-1,-4 0 114,-3 6 1,4 0 0,-1 5 0,0 0-277,2 0 0,-3 2 0,6 4-197,2 1 0,2-1 1,4 0-1,5 1 82,6-1 0,46-22 0,19-14 0,-23 8 0,-1 0 0,1 0 0</inkml:trace>
  <inkml:trace contextRef="#ctx0" brushRef="#br0" timeOffset="414">21220 12172 14501,'-6'-14'-3391,"4"0"2635,-2-1 1,-3 1 760,2-1 1,2 3 0,6 1 0,4 3 220,1 1 1,0-4 0,3 3 0,-1-2-47,1 1 1,2 1 0,1-3-1,0 1-35,1-1 1,-1-2-1,0 0 1,-1 2 45,-3 1 0,1 6-221,-6-6 1,-2 7-1,-8-2 151,-4 3 0,-6 4 0,-2 3 0,-4 4 54,-1 4 0,-2 2 0,-4-1 0,3 0-54,1 1 0,6 4 0,-1 0 0,3-1-168,2-2 0,1-2 0,3 0-177,6 1 0,4-2 1,4-4 89,6-4 0,9-3 0,5-2 1,5-2 71,4-3 1,-2-1 0,1-5 0,-5 1 8,-3-1 0,-2-2 0,2-1 1,-5-1 32,-3 1 1,-3 4 0,-2 2-1,-3 0-28,-1 0 1,-4 5 150,-8-2 1,-3 5-1,-5 5 1,2 5-56,2 3 0,4 6 1,-5 2-1,1 1 39,1 3 0,-5 7 0,5 5 0,-2 3-104,1 5 0,-1 3 0,-4-2 1,-1 2-111,1-1 1,3 2-1,-2-1 1,-3-2 28,0-1 0,-5-6 0,0-3 0,-1 0 65,-4-4 1,4-8 0,0-5 0,1-5 115,3-4 0,2-4 0,2-6 1,0 0-70,-1 0 1,6-6 0,1-4 0,1-3-127,4-1 1,1 0 0,2-1 0,2 1 35,3-1 1,1-4 0,7-2 0,0-1-41,3-4 1,3-1 0,-1-2-1,2-1 60,3-3 1,1 1 0,4-5 0,1 0-24,0 0 1,1-1 0,4-5-1,4 0 75,4-1 0,-5 8 0,-4 2 0,-2 5-48,-3 5 0,0 5 1,-4 9 151,-5 6 1,-5 4-1,-3 4-24,-1 6 1,-7-2 0,2 2 0,-4 1-69,-1 2 0,0 1 1,0 0-1,-1 1-36,-4-1 1,3 5-1,-4 1 1,0-3-17,-4-1 1,2 0 0,0 2 0,0 1-66,0-2 0,3-2 1,-3-4-1,0-3 58,0-2 26,5 6 1,-3-12-1,6 0-118,0-8 1,0-5 0,1-2 0,4 1 173,5 0 0,3-1 0,1 1 0,0 1-50,1 4 1,-3-4 0,0 5 0,-3-2-127,2 1 230,2 5 0,14-8 0,4 4 0</inkml:trace>
  <inkml:trace contextRef="#ctx0" brushRef="#br0" timeOffset="415">21810 12201 12524,'0'-14'-1105,"0"-1"1,-5 6 698,1-1 1,-3 2 277,2-1 1,2 4 261,-6 10 1,4 3-1,-5 6 1,1 0-124,1 1 0,0-1 0,5 1 0,-4-3-21,-1-2 0,5 3 0,-2-4-29,4 4 0,1-3-213,0-1 0,1-5 271,4 0 0,3-2 0,6-4 0,1-1 70,-1-2 1,0-6-1,1 2 1,-1-3 5,1 3 0,-6-2 1,-1 4-1,0 1-113,0-1 0,-5 1 149,2 1 0,-3 5-121,-2 0 1,-2 2 0,-1 7-1,-3 1-53,-2-2 0,4 5 0,0-4-102,2 4 1,-3 2 105,0-1 0,1-6 0,4-2 0</inkml:trace>
  <inkml:trace contextRef="#ctx0" brushRef="#br0" timeOffset="416">22040 12158 8208,'-14'0'-676,"0"0"0,-1 0 762,1 0 0,4 2 1,1 2-1,-2 4 13,-2 0 0,3 5 0,2-3 0,0 3-43,0 1 1,5 0-1,-3 1 1,1-1-49,0 1 0,0-1 1,7-1 66,3-4 0,-2-2 0,6-7 0,3 0-61,0 0 0,8 0 1,-1-2-1,0-3-79,2-4 0,-5-4 0,4-1 0,0-2-83,-1-4 1,5 4-1,-5-4 1,-1 0 26,-2 1 0,-2-6 0,0 1 0,-1-4 20,-3 0 1,1-1-1,-6-1 1,-2-2 42,-2-2 0,-1-1 0,0 1 1,0-2 79,0-1 0,0-5 0,-1 5 0,-2-1-1,-2 0 0,-2 6 1,4-2-1,-2 4 155,2 1 1,0 13-151,-2 6 1,2 14 0,-5 7 0,0 6 74,0 7 0,3 5 0,-3 3 0,0 3-98,0 2 0,5-3 1,-3 4-1,1 2-6,0 2 1,0 1 0,4 0 0,-2 0-17,-2 0 0,0 0 0,3 0 0,-1 1-21,-2-1 0,1-6 1,4-4-1,0-2-77,0-3 0,0-5 0,0-4-96,0-3 0,1-8 213,4-3 0,16-55 0,9-14 0</inkml:trace>
  <inkml:trace contextRef="#ctx0" brushRef="#br0" timeOffset="417">22285 12057 8464,'-8'0'-1702,"-3"2"1763,6 3 1,-5-2 0,6 7 0,0 1-78,3 1 1,-4-2 0,0 0 0,2 1-181,1 2 1,-2 1-1,-1 0 196,2 1 0,-12-7 0,-1-2 0</inkml:trace>
  <inkml:trace contextRef="#ctx0" brushRef="#br0" timeOffset="418">22242 12115 8190,'0'-15'-1427,"0"1"1582,0 0 1,0 4-68,0 1 0,1 5-40,4 0 0,-3 8 0,3 6-33,-4 3 0,-1 1 0,0 0 0,0 2-29,0 4 0,0-4 0,-1 3 0,-3-3-15,0-2 0,-3 2 0,4 2 1,-3 1-51,-2-1 1,3-2-1,-5-2 1,1 0-106,1 1 1,-5-1 0,3 0-281,-2 1 464,4-7 0,14-47 0,10-16 0</inkml:trace>
  <inkml:trace contextRef="#ctx0" brushRef="#br0" timeOffset="419">22299 12014 8464,'10'-14'-703,"0"-1"1,-6 3 0,4 0 269,-1 3 407,-2 6 1,-5 3 25,0 9 0,-7 23 0,-1 7 0</inkml:trace>
  <inkml:trace contextRef="#ctx0" brushRef="#br0" timeOffset="420">22343 12244 8464,'0'-9'-688,"0"-1"0,0 5 729,0-4 1,1 6-1,2-4-29,2 1 0,6 3-28,-1-7 0,-2 5-153,2-4 110,-7 5 56,3-8 1,-6 12 0,-1 0 4,-4 8 0,3 0 1,-3 1-68,4 2 1,1 2-1,0 2-70,0-1 1,0-4-1,0-1 1,1 1 134,4-2 0,41-2 0,17-6 0</inkml:trace>
  <inkml:trace contextRef="#ctx0" brushRef="#br0" timeOffset="421">22573 12187 8464,'0'-15'-905,"0"1"0,0 4 999,0 1 0,0 6 1,0 7-80,0 11 1,-5 2 0,0-2-19,2-1 0,1 1 0,1-3 0,-2 0-22,-2-3 1,0 1 172,5 4-118,0-6 1,2-1-1,2-7-30,6 0 1,3-7-1,1-2-25,1-4 0,-1-2 0,0 3 1,-1 0-9,-3 3 0,2 1 0,-2-2 0,1 4 14,-1-1 0,3 6 31,-4-4 0,-2 5 0,-3 5 1,-2 3 0,-2 6 0,0 1-11,0-1 0,0 0 0,0 1-77,0-1 1,0 1 0,0-1-460,0 0 534,0-6 0,6 5 0,2-5 0</inkml:trace>
  <inkml:trace contextRef="#ctx0" brushRef="#br0" timeOffset="422">23033 11856 8545,'-9'13'-642,"-1"-2"0,-1-2 517,-2 3 0,3 5 0,1 4 1,-2 0 139,-2 0 1,3 6 0,1 0 0,-3 5-1,0 0 0,-3 3 1,1 0-1,-1 0-61,1 1 0,5-3 1,1-6-1,0-1-42,0-2 0,4-7 0,0 3 1,2-4-266,2-2 353,0-6 0,-6-27 0,-2-13 0</inkml:trace>
  <inkml:trace contextRef="#ctx0" brushRef="#br0" timeOffset="423">22760 12216 8545,'0'-24'0,"0"1"0,0 2-403,0 4 1,0 6 0,1 1 335,4-1 1,3 0 0,7 1 0,-1 5-27,0 4 0,-4 1 0,0 0 0,1 1 38,1 4 0,3-2 55,-1 7 0,26 6 0,7 6 0</inkml:trace>
  <inkml:trace contextRef="#ctx0" brushRef="#br0" timeOffset="424">23393 12187 8545,'9'0'-1968,"-1"-2"1801,-1-3 1,2 2 325,-4-6 1,2 5 391,-3 0-144,-2-4-334,4 6 1,-10-3 0,-3 10 0,-1 5-24,-3 2 1,3-2-1,0 0 1,2 1-60,2 2 1,-2 1 0,1 0-1,0 1-46,-1-1 0,4-4 0,-2-1 45,2 3 0,4-6-100,2-1 0,4-4 0,7-2 35,-1-4 0,-4 2 0,-1-7 1,1-1-2,-2-2 0,5-1 0,-5-1 1,1 1 53,1 0 1,-5-1-1,3-1 1,0-1 28,0-3 0,-4 0 0,6 2 0,0-1 21,-2 1 0,4-4 0,-2 0 0,3-1-13,1 4 0,-1 3 0,-2 3 0,-1 2 36,1 1-17,-5 7 0,1 3 1,-7 10-1,0 4 81,0 5 1,-2 2 0,-3 5 0,-3-2-16,0 1 0,-4 7 1,2 2-1,-3-1-54,-1 3 0,-1 0 0,1 9 0,-2 1-51,-3 2 1,3 7-1,-3-4 1,3 2-85,1-1 0,1-2 0,1-2 1,4-10-43,4-6 0,5-11 0,5-6 146,4-9 0,4-11 1,3-4-1,2-4-4,1-2 1,0-4 0,-5 0-1,-1 0-6,-3-2 0,2 3 1,-4-6-1,0 0-52,-3 2 0,-3 0 0,-2 4 0,0-1 10,0 1 0,-2-2 0,-3 0 1,-4 3-71,-4 1 1,-3 3-1,-2 2 1,-1 3-334,2 1 440,1-4 0,-5 3 0,-1-6 0</inkml:trace>
  <inkml:trace contextRef="#ctx0" brushRef="#br0" timeOffset="425">24213 11899 8545,'0'-14'-751,"0"-1"1,0 9 692,0 6 1,-5 6 0,0 10 0,0 2 138,-1 1 1,3 7 0,-5-2 0,0 3-86,0 2 0,3-1 0,-3 3 0,0 1-112,0 1 0,0 2 0,-3-1 1,1 3-189,-1 0 1,3-7 303,-1-6 0,5-7 0,-2 4 0</inkml:trace>
  <inkml:trace contextRef="#ctx0" brushRef="#br0" timeOffset="426">23968 12100 8481,'-5'-22'-566,"1"3"0,-6 3 1,5 2 798,2-1 1,3 7-1,5 3 1,4 4-200,4 1 0,2 0 0,-1 0 0,2 0-58,3 0 1,2 0 0,3 0 0,-3 0-13,0 0 0,-4 0 0,7 0 0,0 0 21,-2 0 1,-1-2-1,-6-1 1,-1-3-45,0-2 0,1 3 0,-1-3 17,1 1 0,-7-4 0,-2 3 1,-1-1 21,0-1 0,-1 5-53,-4-4 1,-1 5 59,-4 0 1,-1 4 0,-6 4 0,3 6 14,-2 3 1,-1 3-1,0 1 1,-1 4 8,-3 2 0,-2 1 0,4 4 0,1 1-33,3 0 0,-2-2 0,4-1 0,-2-4 16,1-1 0,5-2 0,0-5 50,2 1 1,4-7 0,2-3 1,6-4 0,3-2 1,1-4-1,0-3-36,1 0 0,1-5 0,1 3 0,3-2-76,-3-3 1,-1 1-1,-1-1 40,-1 1 0,0 1 1,1 2-4,-1 1 1,-4 7 35,-1-2 1,-6 5 0,2 5 4,-3 5 0,-2 3 1,0 1-19,0 0 1,0 1 0,0-1 0,0 1-48,0-1 0,0 0 0,0 1 0,0-1-112,0 1 1,0-6 0,1 1 164,4 1 0,10-5 0,7 1 0</inkml:trace>
  <inkml:trace contextRef="#ctx0" brushRef="#br0" timeOffset="427">24515 12216 8481,'-8'-7'-479,"2"-1"0,7-1 0,4 1 507,5 1 0,-2 2 0,1 4-35,2-4 0,2 2 1,2-5-18,-1 1 1,-6 1 0,-2 3-14,1-2 0,-6-1 46,4 1 1,-5 3 0,-5-1 25,-4 6 1,1 0 0,-2 7 0,-1 0-20,-2-2 1,4 4 0,1-2-1,0 3-8,0 1 1,4-4 0,0-1-45,2 3 0,4-1 0,2 0 0,6-3-137,3-2 0,6 1 1,2-4-1,1 2 173,4-2 0,26-20 0,12-9 0,7-2 0,-1 0 0</inkml:trace>
  <inkml:trace contextRef="#ctx0" brushRef="#br0" timeOffset="428">25105 11870 8481,'14'-30'-224,"1"-4"1,4 6 0,0-1-1,-3 8-508,-5 5 1,0 10 899,-6 6 1,0 6 0,-5 8 0,-2 1-57,-2-1 1,2 7 0,-4 1 0,1 2-37,0 0 0,-6 5 1,3 5-1,-2-1-30,1 2 0,-1-4 0,-3 4 0,2-1-131,1-1 0,1 5 1,-4-4-1,2-2-135,1-2 0,5-1 1,-3 0-1,2-2 220,3-3 0,20-29 0,7-12 0</inkml:trace>
  <inkml:trace contextRef="#ctx0" brushRef="#br0" timeOffset="429">25277 12086 8481,'0'-9'-257,"2"1"-1087,3 1 1451,-4-4 1,6 16-1,-9 0-7,-3 6 1,2 3 0,-5 0-1,0 2-37,0 4 1,5-4 0,-3 3-1,1-3-31,0-2 0,0-4 0,5-1-1,0 3 0,0-4 1,2 0-56,3-2 1,-2-1 0,7-5-6,1 0 1,1-7 0,1-2-45,-3-4 1,1 3 0,-5 1 0,1-2-64,-1-2 1,-1-2-1,-5 1 6,0 0 0,0 4 1,-2 2-32,-2 2 0,0-4 1,-5 5 160,-2 2 0,-15 14 0,-4 5 0</inkml:trace>
  <inkml:trace contextRef="#ctx0" brushRef="#br0" timeOffset="430">25493 12029 8481,'8'-7'-297,"-3"-2"0,-3 1-310,-2-2 1,1 2 680,4-2 1,-3 6 0,2 8 88,-2 6 1,-2 3-1,2 1 1,1 1-117,2-1 0,-1 5 1,-4 0-1,0-1-44,0-2 1,0-2 0,0 1 0,0-1 5,0 0 0,0 1 1,0-1-1,-1 1-60,-4-1 1,-3-4-1,-6-1 1,-1 2-52,1 2 0,-2-3 1,-2-2-1,-1 0-134,2 0 1,1-5 0,1 2-304,1-4 539,6-1 0,40-38 0,16-10 0</inkml:trace>
  <inkml:trace contextRef="#ctx0" brushRef="#br0" timeOffset="431">25709 12043 8481,'8'-14'-291,"-2"-1"-176,-6 1 544,7 6 0,-6 3 0,4 10 46,-3 4 0,-2-1 0,-2 2 1,-1 1-35,-2 2 0,0 1 1,4-1-1,-2-2 18,-2-1 1,-2 1 0,3 8-98,-6 5 1,-1-8 0,0 0-1,1 0-450,-1 2-1,0 1 441,1-5 0,-22 20 0,0 4 0</inkml:trace>
  <inkml:trace contextRef="#ctx0" brushRef="#br0" timeOffset="432">26256 12086 14367,'0'-14'-1589,"-5"-5"0,0-1 954,2 3 0,1 1 0,2 1 752,0 1 1,7 0-1,2-1 1,4 1 23,2-1 1,1-4-1,1 0 1,2 1-46,-1 3 1,-2-5 0,-2 1 0,1 0-73,-1-2 1,-4 5 0,-2-3 22,-2 3 1,4 6-135,-6 1 1,-4 7 0,-6 2 0,-2 8 187,-3 5 1,-2 8 0,-1 3-1,-1 5-21,1 4 1,-7 5 0,-3 9-1,-1 2-64,1 3 0,-4 0 0,3 6 1,-6 1-110,-2 3 1,-1 2-1,4 5 1,-2-3 28,-2-2 1,6-4 0,5-7-1,2-8-73,4-10 154,1-1 1,10-26 142,6-4 1,4-8-1,7-11 1,-1 2-144,1 4 1,4-4 0,2 3 0,2-4-35,-1-5 1,0 3-1,-1-3 1,2 3 3,-1 1 1,3-1 0,-2-1 0,-2-2-51,-1 1 1,-1 0-1,-1 1 1,1-2-58,-1 1 0,-6 2 1,-3 2 5,-4-1 0,-2 1 1,-4 1-1,-5 2 69,-2 1 1,-8 2 0,1-3 0,2 2-49,1-3 0,1 1 0,1 0 1,1 1 4,4-1 1,-3-2 0,6 1 0,0 0 3,-1 3 1,2-1 0,7-3 34,3 4 1,-2-2-1,7 4 1,2 1 75,6-1 0,0-4 0,4 3 0,0 0 31,1 3 0,1-1 0,3 1 1,-2 0 56,-1-1 1,-1 4 0,2-2 0,-2 2-47,-3 2 1,0 0 0,-6 0 46,0 0 1,-6 6-88,-3 4 1,-3 3 0,-2 1 46,0 1 1,-2-3 0,-1 0 0,-3-3-20,-2 2 0,4 2 0,0 2-144,2-1 0,2-4 0,0-1-41,0 2 1,2 1 0,1-1 0,3-3-3,2-2 0,-3-1 0,5-3 59,1 2 0,2-2 0,1 3 24,0-4 1,-1-2 0,-2-2-1,-3-4 74,-1-1 1,2-1-1,-2-6-9,1 1 1,-5 4 0,2 1-1,-4-3-40,-1 0 1,0 2 0,2 0 0,1-1 92,2-2 0,0-1 0,-5 0 0,0-1 1,4 6 0,1-1-25,-2-1 0,5 4-8,2 3 1,3 2 0,0 4-135,-4 2 1,4 4 0,-5 7-100,0-1 1,-2 1 0,-6-1 0,0 0 78,0 1 0,0-1 1,0 1-1,0-1-127,0 0 0,0-4 159,0 0 0,-1-7 266,-4 2 0,3-5-197,-2-5 1,2-3 0,4-5-1,1 2-45,2 1 0,1 2 0,-1-3 62,4 1 0,4 2 105,2-1 1,-1 2 0,0 7 0</inkml:trace>
  <inkml:trace contextRef="#ctx0" brushRef="#br0" timeOffset="433">27220 12115 8511,'9'-2'-541,"1"-3"0,-5 4 1,4-4 649,2 3 0,-3 2 0,2 0-51,1 0 0,2-4 0,1-1-25,1 2 0,-6 1 0,1 1-42,1-4 1,0 2 0,1-5-65,-3 1 0,-6-4-12,2 1 57,-3 4 1,-9-5 0,-2 6 20,-4 2 0,3 1 0,1 4 18,-2 3 0,-1 3 0,1 4 0,3 0-21,2-3 0,-1-1 0,4 3 0,-2-1-29,2 1 1,2-3 0,1 2 0,1-1-45,4-1 0,-2 5 0,7-5 83,1 0 0,53 5 0,14-5 0</inkml:trace>
  <inkml:trace contextRef="#ctx0" brushRef="#br0" timeOffset="434">27651 12100 8511,'-9'-4'-212,"-1"-1"1,2-1-1,-3 2-453,1 0 0,1 0 688,-6 9 1,3 3 0,0 5-1,4-2 79,2-1 1,0-1 0,2 6-102,0-1 0,-1-4 0,5-1-1,0 2 0,0-3 0,1 0-39,4-1 1,3-2-1,7-5 1,-1 0-16,0 0 1,-4-2 0,0-1-1,1-4 3,2-1 1,1 4-1,0-6 35,1-1 0,-3 3 0,0 0 23,-3 1 0,-6 1 45,2 1-35,-3 4 1,-2 1-85,0 9 0,0 4-55,0 1 0,0-4 0,0 0 122,0 1 0,6-5 0,2 1 0</inkml:trace>
  <inkml:trace contextRef="#ctx0" brushRef="#br0" timeOffset="435">27953 12043 8511,'-1'-13'-1421,"-4"4"1278,3 2 0,-9 9 1,6 3 200,2 4 0,0 4 0,0 1 1,-2 1-48,2-1 0,1 2 0,2 2 0,0 1-8,0-2 0,0-1 0,2-1-59,3-1 0,-2 1 0,6-3-294,3-2 350,0-4 0,28-50 0,7-12 0</inkml:trace>
  <inkml:trace contextRef="#ctx0" brushRef="#br0" timeOffset="436">28270 11669 8511,'10'-37'-136,"-1"4"0,1 2-540,-2 2 1,0 13 780,-3 7 1,-4 12 0,4 7-1,-5 4-117,-5 5 0,2-1 0,-5 6 0,0 1-5,0 2 0,3 4 0,-4 1 0,-3 3-5,0 2 1,-3-4 0,1 6 0,1-1 0,3-1 0,-2-2 1,4-6-1,0 0 73,3-1 1,3-5 103,2-4 0,2-10-90,3-4 0,3-10 0,6-4 1,0-2 22,1 1 0,-1-3 0,-1 4 0,-2-4-109,-1-1 0,-2 4 1,3 2 79,-1 2 1,-1 1-28,5 5 1,-6 1 0,-3 4-30,-3 5 1,-2 4 0,0 4 0,0 1-162,0-1 0,0 2 1,0 1-1,0 1-651,0 4 808,6-5 0,28 12 0,12-2 0</inkml:trace>
  <inkml:trace contextRef="#ctx0" brushRef="#br0" timeOffset="437">29104 11669 7762,'8'-29'0,"-3"2"-343,-3 3 0,-2-2 1,0 7 843,0 2 0,0 4 1,0 8-429,0 10 0,0 9 0,0 9 0,0 7-70,0 5 1,-5 5 0,-1 8 0,-2 5 14,-4 3 0,4 0 1,-1-2-1,-1-1-59,2 1 1,-5 2 0,4 2 0,-4-2-9,-1-4 0,-1 3 0,1-6 0,1-1-117,4-3 1,-4-5 0,5-11 0,-2-2-211,1-3 0,1-3 0,-4-9-328,3-2 704,-1-4 0,-4-38 0,-1-7 0</inkml:trace>
  <inkml:trace contextRef="#ctx0" brushRef="#br0" timeOffset="438">28874 12129 8104,'10'-27'-430,"-1"3"0,1-3 0,4 5 0,1-1 538,-1 4 1,2 8 0,2 3 0,1 1-113,-2 4 1,1 2 0,0 2 39,1 4 1,0-2 0,-5 7 37,1 1 1,-2 2-26,-4 1 0,2 1-37,-6-1 0,-2-1 0,-6-2 0,-3-3-27,-2-2 1,-2 4 0,-4-4 0,-1 1-141,1-1 0,0 5 0,-1-3 1,2 2-531,4-1 685,-4-5 0,18-4 0,-4-8 0</inkml:trace>
  <inkml:trace contextRef="#ctx0" brushRef="#br0" timeOffset="439">29378 12100 8511,'8'-14'-554,"-3"0"1,-2 1-1,0 2 659,2 1 0,0 1 137,-5-6-212,0 7 1,-7 2 0,-1 7 0,-3 4 12,-3 5 0,2-1 0,-7 4 0,3 3-15,2 0 0,-1 0 0,1 0 0,0 2-33,-1 1 1,1 0 0,1-5-42,3 1 0,4-1 25,6 1 1,2-3-1,2-2-41,6-5 1,3-5 0,1-5-1,1-3 38,-1 0 0,0-5 0,1 4 1,-1-3 3,1 3 1,-1-4 0,-1 3 0,-2-2-17,-1-3 1,-1 6 0,6-1 13,-1-1 1,0 0 0,-1 0-1,-2 3 19,-1 1 0,-5 2-4,4 5 0,-6 2 1,2 3 16,-3 4 0,-2 4 0,-2 1 0,-1 1-4,-2-1 0,-4 1 1,4-1-1,0-1-109,-1-4 0,2 9 1,-4-4-232,2 2 0,0 0 334,1-1 0,3-7 0,-4-2 0</inkml:trace>
  <inkml:trace contextRef="#ctx0" brushRef="#br0" timeOffset="440">29550 12057 8511,'15'-16'-871,"-2"-1"0,-2-2 630,-2 1 0,1 7 0,4 3 326,1 1 0,-1-2 1,0 4-1,1 2 135,-1 1 1,-4 4 0,-1 3-149,3 4 0,-6 4 1,-1 1-1,-4 1-57,-1-1 1,0 1 0,0-1-10,0 0 1,-6 1-1,-2-1 1,-2 0-49,1 1 0,-1-2 0,-3-2 0,2-3-93,2-2 0,-1 4 216,-4-5 0,6-2 0,3-8-21,3-5 0,4 2 1,3-1-1,4-2-20,4-2 0,-2-6 1,2 0-1,3 1-36,0 2 1,0 2 0,-2 1 0,1 2-92,-1 1 1,1 2 0,-1-2-295,0 6 0,-4 2 381,0 2 0,-20 19 0,0 5 0</inkml:trace>
  <inkml:trace contextRef="#ctx0" brushRef="#br0" timeOffset="441">29896 12043 8511,'8'-2'-1143,"-4"-2"1247,-2 2 1,-2 2-203,0 10 1,-2 1-1,-1 0 55,-2-1 0,-1-2 0,3 3 154,-2-2-61,0-6-49,5 4 1,2-7 0,1-2 0,3-1-21,2-2 0,2-6 0,4 2-53,1-4 0,-1 3 0,1 1-170,-1-3 1,0 6 88,1 1 1,-2 2-4,-4-2 206,-2 4 79,-7-6 1,-2 7 299,-3 0-154,4 0-111,-12 0-136,11 0 0,-6 0 0,5-1-57,-2-4 1,-1 3 28,1-3 0,2 4 0,-7 1 45,-1 0 0,3 0 0,-2 0 0,-1 1 7,-2 4 1,-3-2 0,-1 7 0,-2 1 48,1 2 0,-3 1 0,2 1 0,0-1-74,-2 0 1,10 1 0,-3-1 0,1 1-6,0-1 0,3 0-40,1 1 0,7-2 22,2-4 1,7-2 0,7-7-1,0 0-3,1 0 1,-1-5 0,1-2 0,-1-1-57,0-3 0,1 3 0,-1-1 0,1-3-18,-1 0 0,0-1 0,1 2 0,-3 1 19,-2-1 0,3-2 0,-4 0 0,3 2 24,-3 2 1,2-1-5,-6-4 54,0 6 1,-5 8-1,-2 9-5,-2 4 1,2 1 0,-4 1 0,1-1-26,0 0 0,0 1 0,5-1 0,0 1-72,0-1 1,0 0-1,0 1 1,0-1-106,0 1 1,2-1 186,3 0 0,22 1 0,11-1 0</inkml:trace>
  <inkml:trace contextRef="#ctx0" brushRef="#br0" timeOffset="442">30155 12100 8511,'4'-22'-159,"1"3"0,5 3 0,-5 2 1,-1 1-293,3 3 0,-4-1 527,7 6 0,-7 2-26,2 8 0,-4 3 1,-1 6-1,0 1-13,0-1 1,0-4 0,0-1-1,-1 2-67,-4 2 1,3 1-1,-4 1 7,-1-1 1,6 1 0,-6-3 1,1-2 1,4-2 25,-2-3-18,2-4 1,4 4-1,2-8-30,6-2 1,-2-6-1,2 1 1,1-2-11,2-3 1,1 1 0,0-1 0,2 1 29,4 0 0,-9 4 0,3 2 0,-1 0-35,0 0 1,-4 5 104,1-2 0,-7 5 18,2 5 0,-10 3 0,-3 6-8,0 1 1,-3-1 0,6 0 0,-5 1 130,6-1-121,-1-6 0,6-1 1,4-7-61,5 0 1,3 0 0,1 0 0,0-2-13,1-3 1,-1 2 0,1-5-1,-1 0-22,0 0 0,1 3 0,-1-3 0,1 0 14,-1 0 0,0 5 1,1-2 46,-1 4 36,0 1 1,-4 1 0,-2 4-29,-2 5 0,-1 2-90,-5 3 0,0-1 0,0 1-168,0-1 1,0-4 0,0-1 215,0 2 0,19-4 0,5-1 0</inkml:trace>
  <inkml:trace contextRef="#ctx0" brushRef="#br0" timeOffset="443">30759 12115 7986,'-15'0'-1243,"8"-2"1248,2-3 353,3 4-321,2-6 1,6 7 0,4 0-147,3 0 1,-4 0-23,1 0 0,0-4 37,4-1 133,-6-6 213,-2 3 67,-6 0 0,-6 3-208,-4 10 0,-1 3 0,2 6-111,4 0 1,3 1 0,2-1 10,0 1 0,0-1 0,2-1 0,3-2-161,4-1 1,4-6 0,1 4-1,1 0-142,-1 0 1,5-4-1,1 0 292,-3-2 0,44-53 0,-26 19 0,0 0 0</inkml:trace>
  <inkml:trace contextRef="#ctx0" brushRef="#br0" timeOffset="444">31205 11842 8511,'14'-29'-708,"2"2"0,2 1 1,1 4 718,-1 1 0,-7 6 145,-2 6 0,-5 7 0,0 2 0,-4 8-21,-4 5 1,0 6 0,-4 0-1,0 1-40,0 0 0,0-2 1,-3 6-1,3 0-69,2-2 1,-5 5 0,3-3 0,-2 4-86,0 0 0,2-4 0,-3 0 1,2 2-210,-2 1 1,-2 2 0,-2-2 0,1-1 267,0-2 0,-33-7 0,-7 4 0</inkml:trace>
  <inkml:trace contextRef="#ctx0" brushRef="#br0" timeOffset="445">30960 12115 8511,'0'-15'-228,"2"-4"1,3 0-1,4 3-77,4 5 1,1 0 0,2 4-1,2 1 535,1 0 1,7-4-1,-2 5 1,1 2-204,-1 1 0,3 2 0,-4 0 0,1 0-146,0 0 0,-7 2 0,3 1 119,-4 2 0,17 13 0,6-2 0</inkml:trace>
  <inkml:trace contextRef="#ctx0" brushRef="#br0" timeOffset="446">31435 12158 6895,'2'-8'175,"2"3"0,4 2 1,7 0-143,-1-2 0,1 0-149,-1 5 1,0-5-112,1 1 1,-7-3 153,-3 2 1,-5 2-1,-5-5 76,-5 2 0,-3 1 1,-1 5 139,0 0 1,-1 2 0,1 2-22,-1 6 0,1-2 1,1 2-1,2 1-67,1 2 0,7-4 0,-3 1 0,1 1-16,0 2 0,1-4 0,4 1 0,0 1-81,0 2 1,4-3-1,3-2 1,1 0-425,3 0 1,2-4 465,1 6 0,26-26 0,6-2 0</inkml:trace>
  <inkml:trace contextRef="#ctx0" brushRef="#br0" timeOffset="447">31752 12057 8288,'9'-4'-103,"1"-1"1,-5 0 194,4 5 1,-4 2-90,5 2 1,-7 4 0,2 7 0,-4-1 44,-1 0 1,0 1 0,-1-1 0,-3 1-35,0-1 0,-8 2 1,4 2-1,-1 1-41,-1-2 1,5-5 0,-3-3-1,0 1 492,0-2-363,5-2 1,-3-7 0,7-6-51,4-7 0,3-1 1,7-5-1,1-1-9,3-3 0,-2 1 0,7 1 0,3 0-92,5-1 0,-1 6 0,4-2 0,-1 3 49,-1 1 0,13-17 0,6-8 0,2-3 0,0 0 0</inkml:trace>
  <inkml:trace contextRef="#ctx0" brushRef="#br0" timeOffset="448">2503 13755 8549,'0'-14'-5,"-5"-5"1,0-1 0,1 4-156,-3 5 1,6-2 0,-4 4 167,3-4 1,2-1 118,0-1 78,0 7-181,0 2 1,0 17-1,0 3-2,0 2 0,-4 7 0,-3 1 0,1 3-17,-1 2 0,-4 0 0,3 1 0,-1 2-30,-1 1 0,0 6 0,-4-4 0,0 0 9,-1 0 1,1 5-1,-1-3 1,1 1-124,0 1 1,-1-7 0,1 1 0,1-2-198,4-3 0,-3-5 0,6-4-621,-2-3 957,5-2 0,-4-6 0,7-1 0</inkml:trace>
  <inkml:trace contextRef="#ctx0" brushRef="#br0" timeOffset="449">2215 14000 8089,'-12'1'-437,"2"4"0,4-2 497,6 7 0,1 0 0,4 4-16,5 0 1,2-4-1,4-2 1,2-2-27,1-3 0,5-1 0,-3-2 1,1 0-49,4 0 1,-4-2-1,2-2 1,2-6-13,1-3 0,2-3 1,-2-1-1,-2-4-22,-1-1 0,-6 2 0,3-4 0,-2-1 29,0-2 1,0-1 0,-6 3 0,-2 2 37,-1 3 0,-7-4 1,2 5 173,-3 1-87,-2 2 1,-2 10 0,-1 7 0,-4 10-13,-1 7 0,-1 9 0,-4 0 1,2 5-36,1 0 1,1-1 0,-6-1 0,2 2-37,4 2 1,-4 4 0,5-5 0,-2-1-28,1-1 0,4-1 0,-3 1 1,0-3-12,0-5 0,5-6 0,-2-2-3,3-1 0,4-6-45,3-3 0,3-5 0,6-5 0,1-6-44,-1-7 1,0 2-1,1-3 1,-1 2 23,1-3 1,-1 4-1,0-3 42,1 3 1,-1 2-1,1 1 111,-1 3 1,-5-1 42,1 6 1,-7 2 0,4 8-34,-1 5 0,-4-2 0,2 1 0,-2 2-37,-2 2 0,0 2 0,0-1 0,0 0-42,0 1 0,2 2 1,1-1-1,2-3-129,-2 0 1,0 0-1,0 1 1,4-1-104,1-4 0,-4 3 247,6-8 0,25-12 0,12-7 0</inkml:trace>
  <inkml:trace contextRef="#ctx0" brushRef="#br0" timeOffset="450">2949 14216 7750,'-8'-2'-1701,"3"-3"1712,4 4 1,2-11 0,2 6-1,2-2 0,2 5 1,-4-4-1,3 3 7,2-1 1,-3-6 1,5 1 0,-6 2 1,4-2 110,-1-1 0,-2 3 21,-5-1 0,-2 5-59,-3 0 0,2 2 0,-5 4 1,0 1 3,0 2 1,3 6-1,-3-2 1,0 3-47,0-3 0,5 4 0,-3-3 0,1 2-34,0 3 0,0-1 1,5 1-72,0-1 1,0 0 26,0 1 0,2-2 6,3-4 1,3-2 0,6-7-64,0 0 0,1-2 0,-1-1 0,1-4 21,-1-1 1,-1-1 0,-2-6 0,-1 1 60,1 0 0,-3-1 0,1 1 0,1-1-3,-2 1 1,3 0 0,-4 1 0,-1 2 8,0 1 1,4 0 0,-4-2 0,1 0 16,-1 3 0,4 4 0,-4-3-13,2 2 0,-3 1 0,4 5 16,3 0 0,-4 6 1,0 4-20,-2 3 1,4-4 0,-6 1 6,0 1 1,-1 2 0,0 1 5,2 1 0,0-1 1,-5 0-36,0 1 1,0-6-1,0 1 1,-2 0-90,-3-2 1,4 4 0,-6-4-529,1 0 309,4 5 325,-4-11 0,25-34 0,5-16 0</inkml:trace>
  <inkml:trace contextRef="#ctx0" brushRef="#br0" timeOffset="451">3424 14100 7997,'-8'-1'-541,"1"-2"463,1-2 313,4 0-196,-4 5 1,8 0-43,2 0 1,0 0-163,5 0 60,1 0 2,4 0 1,-4-5 64,-1 0 1,-5-1 78,0 1 0,-4 4 130,-4-4 0,0 5-32,-5 5 1,6-2-1,-4 5 1,2 0-88,1 0 0,0 1 1,8 6-178,0-1 0,9 1 1,0-1 124,5 0 0,35-12 0,15-8 0,3 1 0,0 0 0</inkml:trace>
  <inkml:trace contextRef="#ctx0" brushRef="#br0" timeOffset="452">4474 14014 6452,'0'-8'108,"0"-5"1,0 10-83,0-6 0,0 4 0,2-3 0,1 0 27,2 0 1,-1 3-1,-2-3 2,3 2 1,-4-6 0,4 3-4,-3-4 0,-2 3 0,0 1 31,0-2 0,0 3-73,0-2 1,-7 5 0,-2-3-6,-4 2 0,-1 1 1,-1 7-1,1 2 45,0 6 0,-1 3 0,1 3 0,-1 1-13,1 3 0,4 4 1,1-4-1,-1 1-34,2 0 1,2-2 0,6-3 0,0 2-47,0 1 0,0 0 0,1-5-65,4 1 1,3-7 0,7-3-10,-1-4 1,0-1-1,1-1 1,-1-4-24,1-5 1,-3-3 0,0-1 0,-3 0 74,2-1 0,0-4 1,-1 0-1,-4 1 112,1 2 0,-6 2 0,4 0 107,-3-1 1,3 6-72,-1-1 1,1 8 0,-5 2 0,-1 8 40,-4 5 1,3 8-1,-4 5 1,1 4 47,0 3 1,-6 7 0,1 0 0,-2 7-108,-3 6 1,1 1 0,0 0 0,-1-3-59,1-1 0,-5 3 0,-1-5 0,3-4-31,1-4 0,1-6 0,1-10 0,0-5 11,-1-3 1,1-3 0,0-3-8,-1-6 1,1-4-1,1-4-23,3-6 0,4-3 0,6-1 0,0-1-49,0 1 1,0-2 0,0-2 0,2-2-57,2-3 1,0 4-1,5-5 1,2-3 25,2-5 0,2 2 0,-1-4 1,2 2 12,3-2 1,-1-1-1,4-5 1,0 4 99,1 0 0,-4-2 1,3 3-1,1 1 41,-1 4 1,-4-1-1,1 12 1,-5 2 75,-4 1 0,3 8 1,-4 3 29,4 3 1,-3 2-85,-1 0 1,-1 7-1,3 1 1,-3 1-19,-1 1 0,2 0 0,-2 4-50,1 0 1,-3 1-1,3-1-7,-2 0 0,-1 1 0,-5-1 1,0 1-7,0-1 1,0-4 0,0-1-99,0 2 120,-7-4 1,4-1-1,-5-7-9,2-4 1,1-3 0,5-7-1,0 1-20,0 0 0,5-6 0,0 1 0,-1 0-5,3-2 1,-1 5 0,5-3-1,-1 3-42,1 2 1,-3-4 0,2 2-1,-1 3-9,-1 1 1,5 5 0,-3 1 89,2-1 0,9 19 0,2-3 0</inkml:trace>
  <inkml:trace contextRef="#ctx0" brushRef="#br0" timeOffset="453">4949 13971 8528,'-10'-5'-598,"1"0"0,-1 1 514,-4 4 0,4 0 0,1 0 133,-3 0 1,1 6 0,0 2 0,3 2-16,2-1 1,-4 1-1,4 4 1,-1 1-48,1-1 0,1 0 0,3 1 0,-1-1-11,-2 0 0,1-4 1,4 0-53,0 1 1,1-5-15,4-1 1,-2-3 0,7-2-29,1 0 0,0-2 1,0-1-1,-1-4-34,1-1 0,-3-1 1,0-6 144,-1 1 0,2 0 59,-4-1 0,1 2 0,-3 2 356,2 2-267,0 6 1,-5-2-116,0 10 0,0-2 1,0 6-1,0 2-64,0 2 0,0-3 1,0-1-1,0 3-110,0 0 1,0-2-1,0 0 148,0 1 0,19-5 0,5 1 0</inkml:trace>
  <inkml:trace contextRef="#ctx0" brushRef="#br0" timeOffset="454">5050 14014 8528,'-15'0'-363,"1"0"230,-1 0 1,1 7-1,1 2 1,2 4 161,1 1 0,6 1 0,-4-1 0,1 2-13,4 3 1,1-3 0,2 3 0,0-3-60,0-1 0,2-1 1,3-1 60,4-3 0,4-4 0,3-6 0,2-2-66,1-2 1,2-4 0,-4-7 0,4 1-82,2-1 1,-4-4-1,3-2 1,0-1-23,1-4 0,-6-1 0,3-1 0,-3-1 56,2 0 0,-7-5 0,0 1 0,-4-1 36,-4-1 0,-3-2 1,-1-6-1,0 2 59,0 2 0,-6-2 0,-4 2 0,-3-2 0,-1-2 0,-2 6 0,-2 5 0,-1 5 24,2 3 1,1 11-1,1-2 1,1 4 118,-1 3 1,3 3 0,1 10 0,1 6-30,-1 7 1,3 0-1,0 6 1,0 1 2,0 2 1,5 7 0,-2 1 0,3 0-114,2 0 1,0 1 0,0-3 0,0 6-27,0 2 0,0-2 0,2-1 0,1 2 26,2 1 0,4-2 1,-2-2-1,1-2-2,3-3 0,-3-2 1,2-1-1,1-2-47,1-3 0,3-3 0,-1-8 0,2-2-192,3-2 0,-1-5 0,4 0 237,-1-2 0,18-28 0,-1-6 0</inkml:trace>
  <inkml:trace contextRef="#ctx0" brushRef="#br0" timeOffset="455">5438 13899 8528,'-6'-8'-1045,"4"3"1,-3 10 1093,4 5 0,1-2 0,0 1 0,0 2 45,0 2 1,0 2 0,0-1 0,0 0-138,0 1 0,0-1 0,0 1-123,0-1 1,4 0 165,1 1 0,19-58 0,0-15 0</inkml:trace>
  <inkml:trace contextRef="#ctx0" brushRef="#br0" timeOffset="456">5496 13712 8213,'-15'-8'-867,"6"2"1,-1 6 805,-1 0 1,4 1 0,3 4-168,2 5 228,2 9 0,0 35 0,0 15 0</inkml:trace>
  <inkml:trace contextRef="#ctx0" brushRef="#br0" timeOffset="457">5596 13928 8191,'-9'-5'-190,"-1"0"1,7-1 40,-2 1 21,3 3 1,4-4-72,3 6 1,3 0-158,6 0 251,1 0 1,-3-2 163,-2-2-13,-4 2 1,-7-4 0,-2 7 0,-4 2 67,-1 2 1,3 5 0,-3-4 0,0 1-61,0-1 0,5 5 1,-2-1-73,4 3 0,1-4 0,0 1-64,0 1 0,0 2 0,1 0-139,4-4 0,3 2 221,7-6 0,37-19 0,11-10 0</inkml:trace>
  <inkml:trace contextRef="#ctx0" brushRef="#br0" timeOffset="458">5769 13885 8508,'0'-15'-1695,"-2"7"1761,-2 3 0,2 5 1,-3 5-1,4 5-34,1 3 1,0 1 0,0 2 0,0 2-42,0 1 1,-5 2 0,0-4 0,2 2-54,1-1 0,2-2-26,0-2 73,0 1 0,0-9 0,2-6 0,1-8 0,2-5 1,4-1-1,-2 0 1,-1-2-26,0-4 1,6 3-1,-3-6 1,2 3 13,-1 2 1,3 2-1,-4 2 1,3-1 20,-3 1 0,4-1 142,-3 1 0,2 6-73,3 3 0,-6 10 0,-1 5 0,-1 2-8,-4 3 0,0 4 0,0 0 0,2 0-55,-2 2 1,-1-3 0,0 4 0,1-1-82,2-3 0,-1 2 1,-4-1-1,2-1-464,3-2 544,-4-2 0,25-25 0,-2-6 0</inkml:trace>
  <inkml:trace contextRef="#ctx0" brushRef="#br0" timeOffset="459">6143 13511 8508,'-8'6'-123,"-5"-3"1,5 7 61,0 1 1,-3 2-1,6 3 1,2 3 11,1 5 0,2-2 1,0 2-1,0 2-7,0 1 1,0 2 0,0 0 0,0-1 14,0 1 1,0 0-1,2-2 1,1-1-54,2-2 0,5-7 0,-6 2 0,1-3-159,2-1 1,-6-6-1,6-1 253,-1-1 0,-17-34 0,1-13 0</inkml:trace>
  <inkml:trace contextRef="#ctx0" brushRef="#br0" timeOffset="460">5985 13856 8508,'0'-23'0,"0"4"-422,0 3 1,0 2-1,0 0 289,0-1 0,6 6 0,4 1 77,2 1 1,3 2 0,1 5 0,1 0-17,3 0 0,-1 0 0,-3 0 1,1 0 71,3 0 0,24 20 0,3 4 0</inkml:trace>
  <inkml:trace contextRef="#ctx0" brushRef="#br0" timeOffset="461">6344 13798 8471,'7'-14'-589,"2"0"1,-2 4 230,-2 0 1,1 1 650,-1-6 0,0 6-77,-5-1 1,-7 7-85,-2-2 1,-4 5 0,-2 5-110,1 5 1,4 2 0,2 3 0,0-1-52,0 1 0,5-1 1,-2 0-1,4 1-1,1-1 0,0 0 0,0 1 0,1-1-1,4 1 1,-2-6 0,5 1 0,0 1 12,0 2 0,-3-4 1,3 1-55,-1 1 0,-3 2 0,-5 1-65,-4 1 0,-3-6 1,-6-1-1,-1 0-356,1 0 492,-1-4 0,-5-17 0,-3-11 0</inkml:trace>
  <inkml:trace contextRef="#ctx0" brushRef="#br0" timeOffset="462">7107 13870 8471,'0'-9'-702,"0"-1"259,0-1 0,0 3 0,0-2 548,0-1 1,0 3 0,0-1-36,0-3 0,0 4 0,1-1 47,4-2 1,-3 3-4,3-2 0,-2 2 34,2-2-150,-4-2 0,4 10 0,-8-1 0,-4 4 28,-1 4 1,-1 6 0,-6 1-1,1 4-15,0 3 0,-1 2 1,1-4-1,1 2-22,4-1 1,-4-1 0,5 1 0,-2 1-6,1-1 1,5-7-1,0-1-36,2 1 0,2-3-48,0 1 0,2-5 1,2-1 43,6-6 0,3-4 0,0-4 0,-2 1-42,-2-1 0,-4-2 0,5-1 65,1 0 0,-3 1 0,0 2 77,-2 1 1,4 0 69,-5-4-71,-1 6 1,-4 3-1,0 10-32,0 5 1,0 2 0,0 3 0,0-1-88,0 1 1,5-1 0,2 0-221,1 1 1,-4-1 295,6 1 0,12-1 0,9 0 0</inkml:trace>
  <inkml:trace contextRef="#ctx0" brushRef="#br0" timeOffset="463">7208 13813 8471,'0'-15'0,"4"1"0,1 0-567,-2-1 0,-1 6 0,0 1 550,2 1 1,4 2-1,5 7 62,-3 3 0,3-2 1,-5 7-1,1 1-62,1 2 0,-5 6 1,2 0-1,1 0 13,0 2 0,-4-5 1,0 5-1,-2-2-8,-2 0 1,0 0 0,0-4 0,0-1-11,0 0 0,-2-1 78,-2-3 0,0-4 0,-5-6-22,-2 0 1,3-1 0,0-4 0,1-5-24,4-3 1,-3-1 0,1 0-1,2-1-2,1 1 1,2-1 0,0 1-46,0 0 1,0-1-1,0 1-152,0-1 1,7 6 0,2 1-91,4 1 0,-3 3 278,-1 4 0,1 0 0,4 0 0</inkml:trace>
  <inkml:trace contextRef="#ctx0" brushRef="#br0" timeOffset="464">7495 13841 8340,'-8'0'-1666,"0"-4"1455,4-1 445,2 0-218,-4 5 1,7 0 0,4 0-13,5 0 0,-2 0 0,1 0-17,2 0 0,-3 0 0,2 0 1,-1-2-32,-1-2 0,4 0 0,-6-4-21,2 2 225,-5 1-43,4-1 1,-14 4-1,-1-1 60,0 6 1,-5 1 0,5 5-142,0 2 0,2-3 1,6 2-75,0 1 0,0 2 0,0 1 1,2-1-188,2-3 0,9 1 0,8-5 225,1 2 0,37-15 0,15-8 0,-19 6 0,0 1 0,0-1 0</inkml:trace>
  <inkml:trace contextRef="#ctx0" brushRef="#br0" timeOffset="465">8359 13755 8419,'0'-9'-288,"0"-1"-567,0-1 0,0 3 937,0-2 1,-2 1 142,-3-6 1,2 7 0,-7 3-111,-1 4 1,-2 6-1,-1 1 1,0 2-45,-1 3 0,1 4 0,-1 2 0,1 4-70,0 1 0,1-4 0,3 3 1,4-2-20,0 0 1,4 2-1,-3-4 1,4 3-83,1-3 1,1-1-1,4-1 1,4-3-72,4-2 0,6 1 0,2-6 1,0-2-437,0-1 607,4-2 0,36-32 0,-23 12 0,1 0 0</inkml:trace>
  <inkml:trace contextRef="#ctx0" brushRef="#br0" timeOffset="466">8560 13870 8419,'-5'-9'-2101,"0"-1"1960,-6 7 300,10-4-88,-6 7 1,9 0-24,3 0 0,-2 0 34,6 0 0,-5-1 87,0-4-68,-2 3 0,-2-6-11,0 4 1,-2 2-16,-2-3 0,0 4 1,-5 1 0,-2 0 0,-2 1 0,-2 4-51,1 5 0,0 1 1,1 0-1,2-1-29,1 1 0,5 0 0,-3 0 0,2-1-10,3 1 1,1 2-26,2 1 0,2-1-30,2-3 0,4-4 0,7-6 1,-1 0-50,1 0 0,-6-5 1,1-1-1,1-2 23,2-3 1,-4 3 0,1-2 55,1-1 0,0-2 1,1 0 24,-3 4 131,-6-4-84,4 11 1,-7-3 0,0 10-41,0 5 1,0 3 0,0 1 0,0 0-104,0 1 0,5-1 0,-1 1 87,0-1 0,-1 0 0,0 1 0,3-1 23,2 1 0,21-27 0,9-5 0</inkml:trace>
  <inkml:trace contextRef="#ctx0" brushRef="#br0" timeOffset="467">8718 13482 7946,'-1'-23'0,"-3"4"-578,0 3 1,-1 2 558,5-1 1,0 9 218,0 6 0,0 6 1,0 9-1,0 1-124,0 3 0,1 3 0,3 7 0,0 0-88,0 0 1,-3 1 0,1 2-1,1 2-94,2-2 0,0 3 0,-5 0 1,0 0-77,0 0 1,0 4-1,0-6 1,0 1 40,0 1 1,0-5 0,0 2 140,0-6 0,0-18 0,0-10 0</inkml:trace>
  <inkml:trace contextRef="#ctx0" brushRef="#br0" timeOffset="468">8963 13798 8419,'0'-14'-317,"0"0"0,0-1-90,0 1 1,0-1 634,0 1 1,-2 6-177,-3 3 0,2 4 1,-5 2-3,2 4 0,-4 3 0,4 6 0,-1 1-26,1-1 1,-4 5 0,6 1 0,-1-1-48,-2 1 0,6-4 0,-4 4 0,3-4-25,2-2 1,0 0 0,0 1-1,0-1-84,0 1 1,5-1 0,2-1-55,1-4 0,-4 3 1,6-6-358,1 2 543,2-5 0,8-28 0,1-15 0</inkml:trace>
  <inkml:trace contextRef="#ctx0" brushRef="#br0" timeOffset="469">9063 13856 8419,'0'-10'-644,"0"1"1,0 4 671,0-5 1,0 9 44,0 1 0,0 6-52,0 8 0,0 1 0,0-1-42,0 1 1,0-1 0,0 0-33,0 1 1,0-6 38,0 1 0,2-7 0,3 2-60,4-3 1,-1-2-1,2-2-11,1-3 1,0 2 0,1-7 12,-3-1 1,1-2 67,4-1 0,-4 4 42,-1 1 1,-4 6 19,5-2 0,-5 5-49,4 5 0,-6-2 0,2 6 0,-2 1-82,2-2 1,-3 5-1,4-4-168,1 4 1,-4-3 240,6-1 0,14-5 0,7 2 0</inkml:trace>
  <inkml:trace contextRef="#ctx0" brushRef="#br0" timeOffset="470">9481 13439 6873,'-8'6'-3,"3"4"0,-1 7 1,1 4-1,2 1 23,1 4 0,-3 3 1,0 3-1,2 3-33,2 2 1,1-4 0,-2 4 0,-1 0-35,-2-1 0,0-4 0,5 2 0,0-4-176,0-1 1,0 0 0,0-2 222,0-3 0,26-35 0,6-15 0</inkml:trace>
  <inkml:trace contextRef="#ctx0" brushRef="#br0" timeOffset="471">9610 13841 8419,'-14'-8'-1495,"-1"2"1335,1 6 0,0 2 1,1 2 257,3 6 0,-1-2 0,6 2 1,2 1-72,1 2 0,1-1 0,-2 0 1,-2-3-31,2 2 0,1-3 14,2 2 1,2-7 0,2 2-32,6-3 1,-2-2 0,2-2-12,1-3 0,0 2 0,0-7-26,-1-1 1,-1-2 45,6-1 1,-6 6-1,-1 2-12,-1-1 40,-2 6 0,-5-4 0,0 10-19,0 4 0,0 4 1,0 1-1,0 1-31,0-1 1,0-4-1,0-1 1,0 3-205,0 0 1,1 1 236,4-3 0,9-17 0,9-9 0</inkml:trace>
  <inkml:trace contextRef="#ctx0" brushRef="#br0" timeOffset="472">9941 13467 8419,'-14'7'-125,"-1"1"1,3 6-211,2 1 1,-1 4 0,6 2 0,0 1 378,-1 3 0,4 3 1,-3 0-1,4 1-20,1 0 1,-2 5-1,-1-1 1,-2-3-87,2-4 0,1 0 0,2-6-23,0 3 0,0-6 0,0 3-499,0-4 584,0-8 0,0-21 0,0-11 0</inkml:trace>
  <inkml:trace contextRef="#ctx0" brushRef="#br0" timeOffset="473">9740 13827 8419,'0'-14'0,"0"-1"-415,0 1 1,0 4-1,1 2 378,4 2 1,-2 0 0,7 2 1,1 0 0,2-1 1,1 5-379,1 0 413,-1 6 0,26 21 0,6 12 0</inkml:trace>
  <inkml:trace contextRef="#ctx0" brushRef="#br0" timeOffset="474">9912 13870 8222,'-14'-6'-485,"8"4"1,6-4 495,8-1 0,0 6 1,1-4-1,2 3-49,2 2 0,1 0 0,-1-1-55,-3-4 1,3 3 0,-4-2-40,4 2 118,-5-4 0,-3 4 50,-10-3 1,-3 5 0,-6 5 73,-1 5 1,1-2 0,1 1-1,2 1-32,1-2 1,2 5 0,-1-4-162,4 4 0,3 1 1,2 1-88,0-1 1,0-4 0,2-1-35,3 3 1,4-1 203,10-2 0,42-15 0,16-10 0</inkml:trace>
  <inkml:trace contextRef="#ctx0" brushRef="#br0" timeOffset="475">10214 13841 8419,'-14'0'-153,"0"0"1,-1 0 10,1 0 0,4 2 0,1 3 189,-2 4 0,3-1 0,0 2 0,1 1 2,4 2 0,1 1 0,2 1 0,0-1 47,0 1 1,2-1-57,3 0 0,3-1 0,6-3-44,1-5 1,-1-9 0,0-2-1,1-2-96,-1-3 1,0-2 0,1-1 0,-2-2 27,-4-4 1,4 3 0,-5-6 0,2 1-115,-1 0 0,-6-2 1,4-7-1,-2-1 79,-1-1 1,1-7 0,-3 1 0,1-2 7,2-2 0,4 1 1,-2 2-1,-1 3 65,1 2 0,2 8 1,-4 8-1,-2 3 50,-1 1 0,-2 9 1,0 8-1,-2 10 208,-3 11 0,2 4 0,-6 3 1,-1 2 26,2 2 1,-3 6-1,6-2 1,2 4-178,1 1 1,2 0 0,0 0 0,0 1-402,0-1 0,7 5 327,2 0 0,13-4 0,7 4 0,2 2 0,1-1 0</inkml:trace>
  <inkml:trace contextRef="#ctx0" brushRef="#br0" timeOffset="476">11466 13539 8536,'-6'-14'-857,"4"6"931,-4 2 0,12 1-46,4 0 1,2-1-1,3 2-82,-1 0 0,1-8-21,-1 3 1,-1-4-1,-2 0 11,-1 4 1,-7-4 0,2 3 47,-4-3 0,-7 4 0,-4 1 1,-3 1 10,-1 4 0,0 2 0,-1 1 1,-1 0 9,-3 0 1,3 1 0,-5 4 0,2 5 53,0 2 1,0 4-1,3 4 1,-2 4-1,-1 3 1,0 8 0,6 3 0,2 4-62,1 1 1,1 2-1,-4 1 1,3 2-41,6-2 1,2-1 0,2-2 0,0-3 9,0-6 0,0-2 1,0-13-1,0-1-165,0-2 1,0-2 0,0 0-392,0 1 588,-6-1 0,-15-12 0,-10-4 0</inkml:trace>
  <inkml:trace contextRef="#ctx0" brushRef="#br0" timeOffset="477">11078 13928 8536,'0'-15'-93,"4"6"1,1-1 0,0 1-329,1 1 0,-2-4 1,5 6-1,2 0 426,2-1 1,2 1 0,-1 3 0,2-2 57,3 2 0,-1-4 0,4 2 1,0 1-49,1-3 1,-4 6 0,5-6-1,0 3 3,-2-1 1,-1 0-1,-6 5 1,-1 0-42,0 0 0,1 0-39,-1 0 64,-6 0 0,-2 2 31,-6 2 1,-4 0 0,-3 3-1,-1 1-15,-3 0 1,3 0 0,0 4 0,0-3-9,0 2 1,3 1 0,-3-1 0,0-2-6,0 3 0,5 0 0,-3 1-48,-1-3 1,6 3-53,-4-4 1,5-2-3,5-3 0,3-2 0,6-2 15,1 0 0,-1-5 1,-1-1-1,-2-2 65,-1-3 1,-6 3-1,4-2 1,0-1 30,0-2 0,-5-1 1,4 1-1,-2 2 91,-1 1 1,3 0 0,-4-4-49,2 0 1,4-1-1,-2 3 1,1 2-25,3 5 0,-3 2 0,2 0-40,1-2 1,2 2 0,-1 8-8,-2 4 1,1 4 0,-6 1 0,-2 1-7,-1-1 0,3 0 1,-1 1-1,0-1-28,-3 1 1,-2-1 0,-3 0 60,0 1 0,-8-2 137,3-4 1,1-2 0,0-9-69,1-3 0,3-3 1,4-6-64,0-1 0,0 1 0,0 0 0,0-1-18,0 1 0,4-1 0,3 3 1,1 0-99,3 3 0,-3 4 1,2-3-404,1 2 500,2 1 0,20 24 0,5 5 0</inkml:trace>
  <inkml:trace contextRef="#ctx0" brushRef="#br0" timeOffset="478">12171 13813 8536,'0'-15'-148,"5"1"0,0 0-779,-2-1 0,3 1 882,-1-1 0,1 7 128,-1 4 1,-5 2-61,0 2 0,-1 5 0,-7 1 1,0 2 18,0 3 1,-2 2 0,-4 2-1,-1-1-17,1 0 1,0 1-1,1-1 1,2 0-16,1 1 1,0-1 0,-2 1 0,0-1-13,3 0 0,6-4 0,-2 0 13,3 1-12,2-5 1,7 1 0,2-9 0,4-1-22,1-2 0,1-6 0,-1 1 0,1-3-14,-1-1 1,0 1-1,1 2 1,-1 1 1,0-1 0,-4 3 0,0 0 0,-1 0-11,-1 0 54,5 5 1,-11-2-1,2 10-5,-2 5 1,-2 2 0,0 3 0,0-1-72,0 1 1,-2-1 0,-1 0 0,-2 1-155,2-1 221,2 1 0,-12 5 0,-3 3 0</inkml:trace>
  <inkml:trace contextRef="#ctx0" brushRef="#br0" timeOffset="479">12502 13554 8536,'-5'14'0,"0"0"-180,2 1 0,-3-1 0,-1 1 0,1 1-180,0 3 1,-4 3 0,5 7 0,0 0 359,-1 0 1,3-1 0,-5 1-1,0 0-11,0 0 1,3-2 0,-3-2 0,2-2 12,2-2 0,-2-2-340,1-5 338,0-6 0,31-40 0,6-16 0</inkml:trace>
  <inkml:trace contextRef="#ctx0" brushRef="#br0" timeOffset="480">12703 13568 8536,'-12'14'-423,"2"1"1,-3-1 0,4 2 0,-4 3 396,-2 5 1,3-1 0,0 1 0,3 3-12,-2 5 1,-1-2 0,1 4-1,3-4-323,2-1 360,-5-7 0,3 12 0,-7-4 0</inkml:trace>
  <inkml:trace contextRef="#ctx0" brushRef="#br0" timeOffset="481">13250 13453 8398,'8'-6'-210,"-3"-4"0,-4 2 216,-1-2 1,0 14 0,-1 0 0,-2 9 12,-2 6 1,-5 5-1,4 10 1,-1 4-11,1 4 0,-5 1 0,1 2 0,-2 3-85,-3 5 1,-4-2-1,0 1 1,0 3-50,-2 1 1,3-5 0,-4-3 0,-1-5 16,1-5 0,3-1 1,-3-6-1,1-3-173,3-5 1,7-12 77,1-6 1,9-5 202,1-5 0,25-41 0,14-17 0</inkml:trace>
  <inkml:trace contextRef="#ctx0" brushRef="#br0" timeOffset="482">13279 13726 8532,'14'-8'-967,"1"-3"0,-1 5 915,0-2 1,1 5 0,-1-2 92,1 3 1,-3 9 0,-2 2-16,-5 4 1,-4 1-1,-1 1-4,0-1 1,-1 1-1,-4-1-20,-5 0 1,-2 1 0,-3-3 0,1 0-8,-1-3 0,-4-1 0,0 3 1,1-1-36,2 1 1,4-3 0,0 0 0,3 0-168,-2 0 0,3-5 207,-2 2 0,7 3 0,-3 0 0</inkml:trace>
  <inkml:trace contextRef="#ctx0" brushRef="#br0" timeOffset="483">13639 13784 8403,'-2'-10'-1131,"-1"1"875,-2-2 0,-5 3 1,4 0 403,-2 1 1,-2 2-1,-4 5-86,0 0 1,4 2 0,0 3-76,-1 4 0,0 4 0,0 2 13,1-1 0,2 0 1,-3 1-18,1-1 0,7-4 0,-2-1-29,4 2 43,1-4 0,1-1 0,4-6-24,5 0 1,3-6 0,1-2-13,0 0 1,-4-3 0,0 4 0,-1-1 2,-1-3 0,3 3 0,-4 0 12,1 2 1,1-4 35,6 5 1,-6 1-23,1 4 1,-7 1-91,2 4 1,-3-2 0,-1 7-68,4 1 0,-2 2-10,7 1 177,-7-6 0,10 5 0,-5-5 0</inkml:trace>
  <inkml:trace contextRef="#ctx0" brushRef="#br0" timeOffset="484">13696 13755 8101,'5'-14'-913,"0"-1"1,1 6 1041,-1-1 1,3 2-56,6-1 1,1 2-52,-1 7 1,-1 2-1,-2 3-20,-1 4 1,-6 4 0,4 1-1,-1 1-51,-4-1 1,-1 1-1,-2-1-64,0 0 1,0 1 151,0-1 32,0-6 1,0-3 0,0-10-41,0-5 1,0-2 0,0-3-28,0 1 1,4 0-1,3-1 1,1 1-48,3-1 1,-3 3 0,0 0 0,0 4-298,0 2 339,1-5 0,6 22 0,-1-1 0</inkml:trace>
  <inkml:trace contextRef="#ctx0" brushRef="#br0" timeOffset="485">14027 13741 8403,'-6'-8'-993,"4"-5"0,-11 7 1084,4-4 0,1 4 0,-2 7 7,-1 4 0,3-2 0,-2 7-52,-1 1 0,0 2 1,1 1-1,4-1-52,-1-3 1,6 2 0,-4-2 2,3 3 0,2-4 2,0 1 0,2-7-15,3 2 1,3-5 0,6-3 0,-1-4-42,-3-1 0,2 3 1,-2-4-1,3-1-7,1 2 1,1-4 0,-1 2 41,0-3 1,-4 5 0,0 2-18,1-1 1,-3 6 62,1-4 0,-5 5 0,0 5-47,-2 4 0,-2 6-92,0 4 1,0-3 0,0 3 0,0-3 114,0-2 0,-6 14 0,-2 2 0</inkml:trace>
  <inkml:trace contextRef="#ctx0" brushRef="#br0" timeOffset="486">14228 13741 8403,'0'-15'-2067,"0"1"2196,0 6 1,-1 2-55,-4 6 1,2 6 0,-5 4-54,1 2 0,3 3 1,2-2-1,-1-2 21,-2-2 0,0 1 58,5 4 0,0-4 67,0-1-168,0-5 0,2 0-102,3-8 1,3-4-1,6-7 2,0 1 0,-4 4 0,0 1 34,1-2 1,-3 4 0,0 1-17,-2-1 84,5 6 1,-9-4-4,3 10 1,-4 3-14,-1 6 1,0 1 9,0-1 0,0-4 44,0-1-16,0-6 0,7 4-18,2-7 0,4-5 0,0-2-6,-4 0 1,3 2-1,-6-3-1,2 1 0,-3 1 1,4 3 25,3-2 1,-4 0 106,1 5-92,-6 0 1,5 0 0,-4 2-39,0 3 1,1-2-1,-5 6-19,0 3 0,2-6 1,1 0-145,2 1 0,1-1 1,-3 5 160,2-1 0,19-13 0,0 1 0</inkml:trace>
  <inkml:trace contextRef="#ctx0" brushRef="#br0" timeOffset="487">14588 13770 6778,'-6'-8'319,"4"1"1,-4 6-537,6-4 117,0 3 0,6-4-174,4 6 0,-4-2 28,-1-3 1,-2 4 73,2-4 280,-4 3 0,4 2 39,-10 0 1,2 0-1,-5 2-29,2 3 1,-1 3 0,4 6-118,-2 1 0,1-1 0,4 0-49,0 1 1,1-6 0,4 1-253,5 1 300,2-5 0,60-12 0,-28-2 0,-1 0 0</inkml:trace>
  <inkml:trace contextRef="#ctx0" brushRef="#br0" timeOffset="488">14962 13424 6633,'-9'7'152,"-1"2"1,7 6-1,-4 2 1,3 4-127,-1 1 0,-5 2 1,4 5-1,-2 0-85,-3 0 1,3 4 0,0 1 0,0-2-96,0-2 0,3-3 0,-3-1 0,0-4-288,0-1 442,5 5 0,-17-30 0,4 1 0</inkml:trace>
  <inkml:trace contextRef="#ctx0" brushRef="#br0" timeOffset="489">14761 13755 8403,'9'-14'-66,"1"-1"0,-5 3 0,3 0 0,0 4-192,0 2 1,3-4 185,8 6 1,2-1-1,3 5 1,-5 0 27,-3 0 1,-2 0-1,1 0 1,-1 1-418,0 4 461,7 3 0,2 19 0,5 4 0</inkml:trace>
  <inkml:trace contextRef="#ctx0" brushRef="#br0" timeOffset="490">14991 13770 8403,'-8'-7'-735,"3"-2"0,3 1 498,2-2 324,0 0 0,2-2-78,3 2 0,3 4 0,5 4 33,-4-3 24,4 4 1,-7-7 20,4 3 0,-5 3 0,-10-3-20,-5 4 0,2 2 0,-1 3 0,-1 2 9,2 2 0,-3-3 1,5 3-1,-1 0-48,1 0 0,1-3 0,5 4 1,0 2-72,0 2 1,0-3 0,0-1-165,0 3 0,2-1 0,3 0 37,4-2 1,4-1 0,1 2 0,1-4-542,-1 1 711,0-6 0,20-13 0,4-12 0</inkml:trace>
  <inkml:trace contextRef="#ctx0" brushRef="#br0" timeOffset="491">15164 13683 7963,'0'-14'-1405,"4"-1"1812,1 1 0,6 1-376,-1 4 0,-2 2-39,1 7 0,-5 2 0,2 1 0,-1 3-11,0 2 0,-1 2 0,-4 4-91,0 1 0,0-1 0,0 1-21,0-1 0,-4 0 280,-1 1 0,-2-7-65,3-3-31,2-4 0,-4-2 0,6-4-79,0-5 1,4 2 0,3 0 0,-1 0-99,1 0 1,4 3 0,-2-3 0,4 2-204,2 3 1,-6-4 326,1 3 0,25-1 0,11 5 0</inkml:trace>
  <inkml:trace contextRef="#ctx0" brushRef="#br0" timeOffset="492">15494 13611 7719,'0'-14'-623,"0"-1"743,-6 7 1,3 2-35,-7 6 1,5 6-1,-3 4 4,2 3 0,1-4 0,5 1 0,0 1-12,0 2 0,0 1 0,0 1 0,0-1-23,0 1 1,0-1 0,0 0-69,0 1 1,-6 1 0,-4 1 0,-3 3 12,-1-3 0,-36 1 0,-17-1 0,-4 2 0,0 1 0</inkml:trace>
  <inkml:trace contextRef="#ctx0" brushRef="#br0" timeOffset="493">16113 13582 8585,'0'-14'-1755,"0"4"2056,0 1 1,0-1-208,0-4 0,6 4 0,4 1-76,3-2 0,1 3 0,1 0 0,-1 0-2,0 0 0,2 3 0,2-5 0,1-1-62,-1-2 0,-1-1 0,1-1 0,1 1 29,-1 0 1,-7-1 0,-3 1 0,0-1 71,0 1 0,-5 5 1,2-1 9,-4-1 0,-2 4-49,-4 3 1,-1 8-1,-6 6 1,3 3-26,-2 1 1,-2 2 0,-2 5 0,1 6 13,0 5 1,-1 8 0,1-2 0,-2 6-12,-3 3 0,1 0 0,-4 6 1,-1 1 5,1 2 0,4-3 1,-1-2-1,3-3-12,2-7 1,4-4 0,2-10 0,0-1-79,0-2 1,4-8 0,-4 0-373,1-5 0,2-6-310,5 4 772,-6-5 0,-2-36 0,-6-16 0</inkml:trace>
  <inkml:trace contextRef="#ctx0" brushRef="#br0" timeOffset="494">15998 13870 8585,'10'-13'-249,"-1"4"0,-4-4 0,5 3-104,1-2 0,-3-1 0,1 2 0,2 3 415,2 1 0,2 1 1,-1 3-1,0-2 20,1 2 0,-1 1 0,1 1 1,-1-3-25,0 0 1,1-1 0,-1 5-1,1 0-19,-1 0 1,-4 0-1,-1 1-13,2 4 1,-4-2 0,-3 7 28,-2 1 0,-2 2 0,0 1-20,0 1 0,-2-6 0,-1 1-31,-2 1 1,1 2-1,4 1-13,0 1 1,1-7-2,4-4 1,-2-2 0,7-2 0,1 0-56,2 0 1,1 0 0,-1-2 0,-2-1-40,-1-2 0,-1-6 0,6 3 0,-2-1 62,-4-1 0,-1 0 1,-5-4 24,2 0 0,0-1 1,-5 1 0,0 0 1,-5 4 0,-1 2 31,-2 2 1,3-4 0,-3 4 56,2-2-61,1 4 1,11-4-1,4 5 1,3-2 4,1 2 0,0 2 0,2 1 0,2 0-7,1 0 0,0 1 0,-4 2 1,-1 4-6,0 1 1,1 1-1,-2 6 1,-4-1 0,-2 1 1,-6-3-1,2 0-20,2-3 0,-2 1 0,-7 4 0,-6 0-14,-3 1 1,-1-2 0,-1-2-1,1-3-13,0-2 1,-1-1 62,1-5 0,1-2 1,4-2-1,4-6 60,3-3 1,2-1 0,0-1-68,0 1 0,7 0 1,1-1-1,1 1-107,1 0 0,-1 1 1,6 2-1,1 1-442,3-1 534,-3 4 0,56 1 0,6 6 0</inkml:trace>
  <inkml:trace contextRef="#ctx0" brushRef="#br0" timeOffset="495">17278 13482 8585,'8'-7'-313,"4"4"1,-6-6-99,2-3 1,-3 4 0,3-1 472,-2-2 0,4 3 68,-5-2 0,1 7-83,-1-2 0,-4 5 0,3 3 0,-6 4 63,-3 1 1,-6 6 0,1 5 0,-2 0-85,-3 2 1,-1 2 0,-1 4 0,-3 0-40,3 2 0,-4-9 1,2 9-1,0-2 10,-2 1 0,5-1 1,-3-2-1,3-2-34,1-2 0,7-2 1,2-7 40,0-2 0,6-4 11,0-6 1,6 0 0,8-1 0,1-2-79,-1-2 1,1-5 0,1 4 0,1-1-22,2 1 1,0 1-1,-4 5 1,-1-1-253,1-4 0,-1 3 336,0-2 0,-6 2 0,-1 2 0</inkml:trace>
  <inkml:trace contextRef="#ctx0" brushRef="#br0" timeOffset="496">17581 13525 7713,'1'-13'-730,"4"4"0,-3-4 684,2 3 1,-2 2 207,-2-1 1,-2 5-70,-2 0 1,-4 8 0,-7 6-55,1 3 1,4-4 0,2 1 0,0 1-5,0 2 0,5 1 0,-3 1 0,1-1-21,0 0 0,-1 2-12,1 4 1,3 2-6,-3 7 0,4-7 0,1-3 1,0-3-1,0-1 1,0-1-1,0 1 3,0-1 0,-2 0 2,-3 1 0,-3-3 1,-6 0-1,0-4-3,-1-2 0,1-1 0,-1-5 0,1 0-20,0 0 0,-1 0-197,1 0 0,8 0-267,6 0 485,6-7 0,32-13 0,15-6 0,2-5 0,0 0 0</inkml:trace>
  <inkml:trace contextRef="#ctx0" brushRef="#br0" timeOffset="497">17854 13539 8366,'-10'-4'132,"1"-1"1,-1 0-1,-3 7-362,4 2 0,-4 4 0,5 7 0,-2-1 71,1 0 0,4 1 0,-3-1 1,0 1 149,0-1 1,3 0 0,-3 2 0,0 2-68,0 1 0,3 0 0,-3-4-244,2-1 0,1 1 320,5-1 0,0-19 0,0-4 0</inkml:trace>
  <inkml:trace contextRef="#ctx0" brushRef="#br0" timeOffset="498">17624 13539 8366,'0'-14'-235,"0"0"1,1-1 0,2 1-122,2-1 0,6 6 0,-1 1 1,3 1 382,1 4 0,1-3 0,-1 1 1,0 2-41,1 1 0,4 2 1,0 2-1,-1 1-243,-2 2 256,4 0 0,9 7 0,8 4 0</inkml:trace>
  <inkml:trace contextRef="#ctx0" brushRef="#br0" timeOffset="499">17998 13511 6591,'-10'6'81,"2"4"-15,2 2 1,-4 3 0,4-1 0,-2 0-41,-3 1 1,3 4-1,0 0 1,0-1-25,0-2 1,4-2 0,-2-1 78,0-3-67,4 2 1,-4-12-1,6 0-16,0-8 1,1-4 0,2-3-6,2 1 0,5-1 0,-4 1 0,1 0-11,-1-1 1,4 1 0,-4-1-1,2 1-63,3 0 1,-3-1-1,2 1 7,1 0 0,2-4 0,1 2 0,1 3 35,-1 0 1,-5 7 0,-1 0-1,0 1-72,0 0 108,-4 0 1,2 12 0,-6 2 77,0 4 0,-2 1 0,-1 1 0,-3-1 11,-2 1 0,3-1 1,-3 0-1,2 1-27,2-1 0,-2-4 0,1-1-37,2 2-35,2 2 1,7-5 0,3-3-36,4-3 1,2-4 0,-1-1 0,0-4-14,1-1 1,1-1 0,0-6 28,-2 1 1,4 0 0,-9 1 0,4 2 9,2 1 0,-3 1 0,0-4 0,-4 2-1,-2 1 0,3 5 0,-2-3 111,1 2 22,-5 1 0,3 11 1,-6 4-68,0 3 0,-1 1 0,-2 1 0,-4-1-26,-1 0 1,3 1 0,-2-1 0,-1 0-55,0 1 0,3 4 1,-3 2-1,0 0-126,0-1 1,0 6 162,-2-2 0,-9 35 0,3 10 0</inkml:trace>
  <inkml:trace contextRef="#ctx0" brushRef="#br0" timeOffset="500">18401 13856 8366,'-15'0'0,"1"0"14,-1 0 0,1 0 1,0 1-1,-2 3 71,-4 0 1,4 8-1,-3-3 1,3 4-188,2 1 1,0 7 0,-1 3 101,1 3 0,-13 28 0,-4 5 0</inkml:trace>
  <inkml:trace contextRef="#ctx0" brushRef="#br0" timeOffset="501">18918 13554 9703,'0'-15'-177,"2"1"1,1 0-235,2-1 1,0 1 66,-5-1 1,0 6 306,0-1 1,-2 5-17,-3-4 0,2 6 0,-6-1 5,-2 8 1,3-1 0,-2 6 20,-1 3 1,3 0 0,-2 3 2,-1-1 0,5 1 0,-1-1 1,2 0 19,1 1 0,-1-1 0,5 0-4,0 1 0,0-1 0,0 1 0,0-1-3,0 0 0,5 1 0,1-2 0,0-2 5,1-2 0,2 1 1,-2 4-3,1 1 1,0-1 0,1 1 5,-4-1 1,-3 0-1,-4 1 1,-3-3-1,-4-2 0,-4 3 1,-1-5-1,-2 1-2,-4 1 0,0-5 0,-6 3 1,4-2-23,1-3 0,2-1 0,4-2-135,1 0 0,8-2-379,6-2 540,12-4 0,23-13 0,10-5 0,6-1 0,-1 0 0</inkml:trace>
  <inkml:trace contextRef="#ctx0" brushRef="#br0" timeOffset="502">19134 13669 8485,'-9'0'-400,"-1"0"254,-1 0 0,3 0 1,0 1-1,0 3 230,0 0 1,5 8-235,-2-3 0,3-1 113,2 2 0,2-5 1,3 3-1,4-2-15,4-3 1,2-1-1,-1-2 1,0-2 32,1-3 1,-1 2-1,0-6 1,1-1 11,-1 2 1,-4-3 0,-2 4 0,-2-1 35,-3-3 1,-1 3-27,-2-1 0,-6 1 0,-4-2 0,-3 5-8,-1 4 0,-5 1 0,-2 0 0,0 0-39,0 0 1,2 1 0,5 2-1,1 4-128,3 1 0,2-3 172,4 4 0,34 7 0,4 7 0</inkml:trace>
  <inkml:trace contextRef="#ctx0" brushRef="#br0" timeOffset="503">19436 13568 8485,'-1'-14'-731,"-4"-1"1,3 1 808,-2 0 0,4-1-20,4 1 1,0 4 0,5 2-1,2 0-67,2 0 1,2 0 0,-1-3 0,0 1-37,1-1 1,-1 3-1,1-1 1,-1-1 15,0 2 0,-1-5 0,-2 5 1,-3-1 30,-1-1 1,-3 5 21,-4-4 0,-1 5 1,-4 0-1,-5 2 30,-2 2 1,-3 6-1,1 4 1,0 3-4,-1 1 0,1 2 1,-2 2-1,0 3-41,1 1 1,-2-3 0,7 4 0,-3-1-24,-1 0 0,1 2 1,2 5-1,1 0-1,-1 0 0,3-1 1,-1 1-1,-1 0-44,2 0 0,0 0 0,5-2 0,-3-2-26,-2-1 0,4-6 0,0 1 0,0-3 84,0-2 0,2-25 0,-4-6 0</inkml:trace>
  <inkml:trace contextRef="#ctx0" brushRef="#br0" timeOffset="504">19177 13784 8485,'5'-14'0,"0"-1"0,1 6 0,-2-1 0,2 0-67,2 2 0,2-3 0,6 5-226,3-2 1,-3 5 0,5-2-1,-2 3 155,0 2 1,6 0 0,-2 0-1,1 0-295,0 0 433,0 0 0,17 7 0,4 1 0</inkml:trace>
  <inkml:trace contextRef="#ctx0" brushRef="#br0" timeOffset="505">19810 13395 8485,'0'-14'0,"2"1"0,1 2-843,2 1 690,0 7 1,-5-2 0,0 10 246,0 5 1,0 7 0,0 4-1,-2 0-89,-3 0 0,4 4 1,-6-2-1,3 1-1,-1 0 1,-5-2 0,6 4-1,-1-4-14,-2-1 1,6 3-1,-4-5 1,3-1-23,2-2 1,-4 3 0,-1 0-60,2-1 1,3-9 0,4-4-77,6-3 0,3-2 1,1 0-84,0 0 0,1-2 250,-1-3 0,-6 4 0,-1-6 0</inkml:trace>
  <inkml:trace contextRef="#ctx0" brushRef="#br0" timeOffset="506">19681 13626 8350,'-2'-15'-207,"-2"1"1,2 4 0,-3 1-171,4-3 1,2 4 0,4 1 363,5 0 0,2 2 1,3 5-1,-1 0-92,1 0 1,4 0-1,2 0 105,1 0 0,27 19 0,12 5 0</inkml:trace>
  <inkml:trace contextRef="#ctx0" brushRef="#br0" timeOffset="507">20113 13611 6611,'0'15'20,"0"-1"0,0 0 0,0 1 55,0-1 185,0-6-227,0 5 0,1-11 0,2 1-56,2-6 1,6-1-1,-3-5-5,0-2 1,5 3 0,-5-2-1,2 0-22,-1 2 1,1-3 0,3 5-1,-2-1-7,-2 1 0,1-4 32,4 6 45,-6-1 0,-1 6-13,-7 4 1,0 3 0,-2 5-1,-1-2 5,-2-1 1,-4-1-12,4 6 1,0-6 110,5 1-108,0-7 0,2 4 0,2-7-7,6 0 1,3-7 0,1-2 1,1-4 1,-3 3-1,0 2 1,-3 0-5,2 0 1,-3 3-1,2-3 0,1 2 0,-3-4 5,2 6 0,-5-1 0,4 5 0,-6 1-49,2 4 1,-3 3-1,-2 7-27,0-1 1,0 0 0,0 1-387,0-1 462,0 1 0,19 12 0,5 3 0</inkml:trace>
  <inkml:trace contextRef="#ctx0" brushRef="#br0" timeOffset="508">20645 13640 8350,'0'-14'-527,"0"-1"1,0 1 389,0-1 0,0 6 0,0-1 351,0-1 0,0 3 0,-2 0-112,-2 2 0,0 1 0,-5 5-115,-2 0 0,-1 2 0,1 2 0,2 6-37,-3 3 0,4 1 1,-1 0-1,-1 1 16,2-1 1,-3 1 0,5-3 0,-1 0-34,1-3 1,-1 1 19,3 4-33,2 1 1,2-7-1,10-4-18,2-2 0,-2-4 0,0-1 0,1-3 22,2-2 0,1 3 0,-1-5 0,-2 1 37,-1 1 0,-1-3 0,4 4 0,-2 1 16,-1-1 0,-5 3 0,3 2 0,-1-1 63,1-2 0,-3 0-50,5 5 1,-7 2-1,2 3-59,-4 4 1,4 4-17,0 1 0,5 1 85,-6-1 0,1-6 0,-5-1 0</inkml:trace>
  <inkml:trace contextRef="#ctx0" brushRef="#br0" timeOffset="509">20861 13568 8281,'5'-10'-354,"-1"1"1,1 4-339,-5-4 0,2 4 778,3-5 1,2 9-41,8 1 1,-6 1 0,-1 9 0,-1 1-34,-4 2 1,3 1 0,1 0-18,1 1 0,-3-1 0,3 1 1,0-1-53,0 0 0,-5 1 1,3-2-1,-1-2-223,0-2 279,0 1 0,-5 4 0,0 1 0</inkml:trace>
  <inkml:trace contextRef="#ctx0" brushRef="#br0" timeOffset="510">21062 13554 8284,'-8'-15'-96,"-3"6"1,5 1-270,-2 1 1,-2 3 0,-4 5 323,-1 4 1,2 3 0,2 6 0,2 1 40,-3-1 1,0 2 0,-1 2 0,2 2-157,1 3 1,2-4 155,-1 5 0,-17 26 0,2 10 0</inkml:trace>
  <inkml:trace contextRef="#ctx0" brushRef="#br0" timeOffset="511">21307 13741 8327,'-15'0'-297,"3"-2"1,0-1 0,3-2 60,-2 2 0,-1 3 1,1 5-1,2 4 266,-3 4 1,4 2 0,0-1 0,0 0-88,0 1 1,4 4 0,-4 0 56,1-1 0,2 17 0,5 3 0</inkml:trace>
  <inkml:trace contextRef="#ctx0" brushRef="#br0" timeOffset="512">21853 13640 8327,'5'-14'-490,"0"-1"0,0 6 443,-5-1 0,0 5 230,0-4 0,-7 7-128,-2 2 1,-4 6-1,-1 9-13,-1-1 1,2 1-1,2-1 1,2 0-57,-3 1 1,5-1 0,-3 1 0,0-1 30,2 0 0,-3 1 1,5-1 59,-2 1 1,5-6 11,-2 1 0,5-7-65,5 2 0,3-5 0,4-5 1,0-5-26,-3-2 1,1-4-1,6-2 1,1-1-73,2 1 1,1 1-1,-6-1 1,0-3-23,1-1 1,-1 3 0,2-5 0,2-2-30,1-1 0,0-3 0,-4-2 0,-1-2 12,0 2 0,-4 0 1,-1 0-1,1-3 24,-2-2 0,0 4 0,-5-4 0,2 2 46,-2 3 0,-1 6 0,-4 5 96,-3 5 1,2 5-1,-6 13 19,-3 3 1,1 3 0,0 7 0,3 5-45,2 4 0,-4-2 0,5 2 1,1 2-17,-3 1 0,6 2 1,-4-1-1,3 1-18,2 0 0,0 0 1,0-2-1,0-2-70,0-1 1,0 0 0,0 5 0,0 0-18,0 0 0,0-2 0,2-2 0,1-2-22,2-2 0,4-2 0,-2-5 114,1 1 0,1-3 0,6-2 0,5-23 0,3-11 0</inkml:trace>
  <inkml:trace contextRef="#ctx0" brushRef="#br0" timeOffset="513">22098 13626 8327,'0'-10'-1844,"0"0"1736,0-1 1,0 3 0,0-1 474,0-3 0,0 4 85,0-1-444,0 6 0,2-4 33,2 7 1,4 0-60,7 0 0,-2-1 0,-2-2-91,-2-2 0,1-2-166,4 3-15,-6 2 282,-1-4 0,-9 6 1,-3 0-1,-4 0 0,1 4 0,0 3 10,1 1 1,-2 1 0,4 6-102,2-1 1,-4 0 0,3 1 24,0-1 0,3-4 1,1-1 73,0 3 0,45-12 0,10-2 0</inkml:trace>
  <inkml:trace contextRef="#ctx0" brushRef="#br0" timeOffset="514">22386 13511 7755,'-2'-8'-296,"-3"3"0,4 10 1,-6 3-1,3 1 289,-1 1 1,-2-1-1,4 6 1,-2-1 8,2 0 1,-3 1-1,1-1-1,2 1 0,-4-6 282,3 1-258,-1-7 0,11-1 0,2-9 0,2-1-23,-1-3 0,1 3 0,4-2 0,1-1-15,-1-2 1,1 1 0,-1 0 0,0 3-1,1-2 1,-1 3 0,0 0 0,1 1-12,-1 4 0,-4 2 22,-1 1 1,-5 1 0,0 4 2,-2 5 1,-2 2-1,0 3 1,-2-1-2,-2 0 0,2 1 0,-4-1 0,1 1-114,0-1 0,0 0 0,5 1-181,0-1 295,0 1 0,26-14 0,6-2 0</inkml:trace>
  <inkml:trace contextRef="#ctx0" brushRef="#br0" timeOffset="515">22731 13511 8327,'2'-16'0,"1"-2"-385,2-1 0,-1 0 0,-4 4 481,0 1 47,0 6 0,0 3 0,0 10-179,0 4 1,0-1 0,0 2 0,0 1-4,0 2 1,-1 1 0,-2 1-1,-2-1 17,2 1 0,1-1 1,2 0-1,0 1 9,0-1 0,-5-4 0,0-1 0,1 2 5,-3 2 1,4 0 0,-5-2-1,0-1 2,0 1 0,-2 2 0,-4 0 0,0-2-91,-1-2 1,1-5-1,0 2 1,-1-1-174,1 0 1,6 1-90,3-1 359,3-4 0,34-20 0,8-13 0</inkml:trace>
  <inkml:trace contextRef="#ctx0" brushRef="#br0" timeOffset="516">22774 13597 7163,'0'-8'18,"0"0"-61,0 3 1,2 3 23,3-2 1,-2 0-34,6 0-14,-5 2 0,7-6 41,-6 3 1,1 4 0,-3-6 23,2 1 103,0 4 1,-7-4-12,-3 6 1,2 2-1,-6 2-15,-3 6 0,6 3 0,1 1-68,4 0 1,1-4 0,0 0-34,0 1 0,1 2 0,4-1-176,5-2 1,2 1 0,4-6-1,2-2-489,1-1 690,7 4 0,16-12 0,8-5 0,9 2 0,-1 0 0</inkml:trace>
  <inkml:trace contextRef="#ctx0" brushRef="#br0" timeOffset="517">23465 13237 8327,'13'-14'-101,"-4"-1"0,2 1 1,-4 1-247,1 4 378,-5 2 1,3 9 0,-6 3 0,-1 4-15,-4 4 0,2 1 0,-5 2 1,0 2-9,0 1 0,0 0 1,-3-3-1,1 3-29,-1 5 1,0-3 0,-1 0 0,3 0-92,-2 3 0,-2-2 0,-2 2 1,1 0-39,0-1 1,-1 4 0,2-5 0,2 2 148,2 0 0,5 0 0,-2 5 0</inkml:trace>
  <inkml:trace contextRef="#ctx0" brushRef="#br0" timeOffset="518">23508 13597 8327,'9'-7'-560,"1"-2"1,-7 1 0,4 0 562,-1 1 0,2-2 0,5 3 0,-2-1 70,-1 1 0,-6-1 1,6 3 30,1-6 1,2-3-49,1-1 1,-4-1-40,0 1 1,-7 4 0,0 2-38,-6 2 0,-5 1 0,-8 5 0,-2 2 34,-1 3 1,0 1 0,4 5 0,1-1-19,0 1 1,-1 2-1,1 1 1,0-1 2,-1-3 0,6 2 0,1-2-1,1 3 1,-2 1-13,4 0 0,2-6 0,7-3 10,6-3 1,3-2-1,1 0-54,1 0 1,-1-7 0,0-1-17,1 0 1,-1-3 0,-1 5 24,-4-2 1,4 5 37,-3-2-7,-4 3 0,1 4-49,-7 3 1,0 3 0,-2 6-52,-3 0 1,4 1 0,-4-1 117,3 1 0,2 12 0,0 3 0</inkml:trace>
  <inkml:trace contextRef="#ctx0" brushRef="#br0" timeOffset="519">23752 13424 7132,'2'-13'-797,"3"4"1069,-4 2 0,7 7-162,-3 0 1,-3 7-1,3 2-67,-4 4 0,-1 2 25,0-1 1,2 0-29,3 1 1,-2-7-1,5-2-30,-2 1 1,1-6-1,-3 4-50,6-3 0,-2-2 0,0-2-50,-2-3 0,6 2 23,-3-7 0,-1 6 33,2-6 69,-7 7 1,3-2-1,-6 10 1,0 4 32,0 4 1,-6 8 0,-4 3 0,-2 3-53,-3 2 0,-4 6 0,-2 3 0,-1 4-22,-4 1 1,-1 5-1,-3 0 1,-2-2-22,-2-1 0,-4-3 1,4-4-1,4-4 6,4-4 0,1-12 0,6-6 0,1-4 8,2-4 1,8-4 0,2-4 14,-1 0 0,6-8 0,-4 3 0,3-4 1,2-1 1,0-1-1,0 1 1,0 0-84,0-1 0,2-1 1,3-1-1,3-3-31,0 3 1,4 1 0,-2 1 110,3 1 0,24-21 0,10-8 0,5-4 0,-1-1 0</inkml:trace>
  <inkml:trace contextRef="#ctx0" brushRef="#br0" timeOffset="520">24026 13539 8124,'8'-1'-1070,"-3"-4"1,3 3 1299,1-2 1,-1 2-201,2 2 0,-2-2 0,3-1-26,-1-2 1,-6 1-1,4 2 36,-1-3-95,4 4 59,-9-12 1,2 11 0,-8-3 157,-6 4 1,-3 1 0,-1 0 16,-1 0 1,6 1 0,-1 4-92,-1 5 1,0 3 0,1 1-52,5 0 1,-1-4 0,1-1-97,2 3 0,1 0-134,2 3 1,7-1 0,2-1-337,4-3 0,2-4 529,-1-6 0,26-13 0,6-3 0</inkml:trace>
  <inkml:trace contextRef="#ctx0" brushRef="#br0" timeOffset="521">24285 13439 8327,'9'-10'-623,"-1"0"341,-1-1 1,4 5 0,-3-1 656,0 1 0,5 4 0,-5-1-386,0 6 1,0 1-1,-5 5-18,2 2 1,1-3-1,-3 2 1,2 1 25,-2 2 1,-1-3 0,-2-1 0,0 2-74,0 2 1,-7-3 0,0-1-1,-3 1-6,0-2 0,6 3 0,-4-4 0,0-1 66,0 0 0,3-1 99,-5-5 1,7-2-47,-2-2 0,4 0 1,1-5-1,1-2 2,4-2 0,3 0 0,6 2 0,1 1-52,-1-1 1,1-2-1,0-1 1,3 1-124,1 4 1,0-4-1,-4 5 1,1-2-221,3 1 1,-3 5 355,3 0 0,10-4 0,1 0 0</inkml:trace>
  <inkml:trace contextRef="#ctx0" brushRef="#br0" timeOffset="522">24716 13352 8327,'5'-9'-699,"0"-1"1,0 0 905,-5-4-46,0 0 1,0 4 0,-2 2-60,-3 2 1,2 3-1,-6 6 1,-1 3-2,2 2 1,-3 2 0,4 4 0,1 0-49,0 1 0,-4-1 0,5 1 0,2-1-40,1 0 0,2 1 0,0-1 1,0 1 17,0-1 0,0 0 0,0 1-41,0-1 1,0 1 0,0-1 0,0 0 0,-1 1 0,-4-3-66,-5-2 1,-9 3 0,-5-5 0,-3 1-210,-2 1 0,1-2 0,-1 3 0,2-1 284,3 1 0,16-30 0,9-7 0</inkml:trace>
  <inkml:trace contextRef="#ctx0" brushRef="#br0" timeOffset="523">25321 13482 8252,'-13'-2'710,"3"-3"-676,4 4 1,12-7 0,4 5-109,3-2 1,1 0 0,0 3 0,1-1-17,-1-2 1,2-1 0,2 3 0,1-2 40,-1 2 0,-2-4 1,-2 1-131,0-2 0,1 0 0,-3-3-112,-2 1 0,0 5 246,-10-4 1,0 6 0,-13-2 0,-3 3 57,0 2 1,0 5-1,0 1 1,-2 2 28,-1 4 1,0-1 0,5 0-1,-1-1 121,1 1 1,4 2 0,2 1-68,2 0 0,1 1 0,5-1-80,0 1 0,2-6 0,2-1 0,6 0-170,3 0 1,3-5 0,1 2 0,3-3-70,-3-2 0,4 0 1,0 0 222,1 0 0,18-19 0,8-7 0,6-2 0,1 0 0</inkml:trace>
  <inkml:trace contextRef="#ctx0" brushRef="#br0" timeOffset="524">25997 13165 8433,'-2'-8'-373,"-3"3"0,-3 4 1,-6 4 536,0 7 1,4-1-1,0 12 1,-1 0-51,-1 3 0,-3-2 0,1 2 0,-1 2-143,1 1 1,0 2 0,-1-1 0,2 1-38,4 0 0,-4-2 0,5-1 0,-2-4-130,1-1 1,1 0-1,-3-5 1,1 0-249,-1-4 0,3-2 444,-2 0 0,7 2 0,-3-4 0</inkml:trace>
  <inkml:trace contextRef="#ctx0" brushRef="#br0" timeOffset="525">25666 13439 8399,'13'-15'0,"-2"2"-108,-1 4 0,-1-4 0,5 5 0,1 0-173,-1 3 0,1-1 1,-1 1 248,0 2 0,1 1 0,-1 2 1,1 0-48,-1 0 1,-4 0 0,-1 2 78,2 3 0,2 9 0,2 8 0</inkml:trace>
  <inkml:trace contextRef="#ctx0" brushRef="#br0" timeOffset="526">26054 13439 6478,'8'-7'682,"0"6"-514,-3-4 1,-3 2 0,4-1 8,1 0 0,-6-3 154,4 2-240,-3 4 0,-4-4 0,-3 8 0,-4 4-34,-4 1 0,-2 1 0,1 6 1,0-1-65,-1 0 1,1 1 0,-1-1-1,1 1-14,0-1 1,4 0 0,2 1 0,2-1-124,2 0 0,3 1 1,1-1-1,1 1-56,4-1 0,5-4 1,7-2-1,4 0 200,2 0 0,22-14 0,10-4 0,8 1 0,-1 0 0</inkml:trace>
  <inkml:trace contextRef="#ctx0" brushRef="#br0" timeOffset="527">26328 13654 8399,'0'-14'-234,"0"0"0,0-1 713,0 1 0,0-1 0,0 1-1,0 0 0,5 4 0,1 2-478,2 2 0,8 14 0,6 8 0</inkml:trace>
  <inkml:trace contextRef="#ctx0" brushRef="#br0" timeOffset="528">2863 15266 12044,'-8'-2'-1503,"3"-2"957,3-4 0,4-7 692,3 1 0,3-1 1,6 3 41,1 2 1,-3-3 0,0 4 0,-3-3-63,2 3 0,0-4 0,1 3 0,-4-2-19,-2-3 1,4 6-1,-4-1 2,2-1 0,-3-2 0,3-1 11,-2-1 0,-1 6 178,-5-1-175,0 1 1,-6 1-177,-4 3 1,-3 3 0,0 4 0,2 1-1,2 2 0,-1 6 0,-3-1 1,2 2 7,2 3 0,-1-1 0,-3 0 0,2 1 30,1-1 1,6 1-1,-4-1 1,1 0-36,4 1 1,0-6-1,0 1-74,-2 1 28,0 2 0,7-3-32,2-1 0,4-6 1,5 1 103,-3-8 1,-2 3 0,-5-6-125,2 1 0,4 3 167,-4-7 1,0 5-50,-5-4 1,-2 7 0,-2 2 124,-6 8 0,-3 5 0,-3 3 0,-3 5 66,-5 8 0,-3 1 0,-2 8 0,0 2-21,1 2 0,-1 1 0,2-1 0,3-4 22,4-5 0,9-7 0,3-4 0,2-1-196,3-3 1,3-4 0,3-3 0,3-3-87,2-1 1,2-2 0,4-5 0,1 0-113,-1 0 1,0 0-1,1-2 1,1-1-122,3-2 0,-3-6 0,5 3 0,-2-2 345,0 1 0,13-7 0,-2-7 0</inkml:trace>
  <inkml:trace contextRef="#ctx0" brushRef="#br0" timeOffset="529">3309 15338 10703,'1'-10'-8,"3"1"1,0-3-468,0 0 0,-3-3 1,-1 1 416,0 0 1,0 4 0,0 0 188,0-1 0,-1 5 0,-4 1-25,-5 3 0,2 2 1,-1 0-1,-3 2-1,0 3 0,2-2 0,2 7 0,0 1-47,0 2 1,3-1 0,-3-1-1,2-1-62,3 1 0,1 2 0,2 1 0,0 1-60,0-1 0,0 1 0,0-1 0,0 0 45,0 1 0,2-1 0,1 1 1,3-1 9,2 0 0,-5 1 0,4-2 1,-2-2 27,-1-2 0,1 1 0,-5 4 0,0 1 6,0-1 0,-1 0 1,-4 1-1,-5-1-42,-3 1 0,-1-1 1,-2 0-1,-2 1-36,-1-1 1,0-1-1,5-2 1,-1-3-535,1-1-40,0 4 1,7-11 645,7 0 0,58-58 1,-19 19-1,0 0 1</inkml:trace>
  <inkml:trace contextRef="#ctx0" brushRef="#br0" timeOffset="530">3496 15482 9790,'-8'0'-1839,"1"0"1887,7-7 1,2-1 5,3-6 1,-2 1 0,7 2 3,1 1 0,-5 6 0,1-4-16,-1 1 1,-4 1 0,4 3-102,0-2 27,-4 0-98,4 5 83,-6 0 0,-1 2 182,-4 2 67,3-2-216,-4 4 85,6-6 75,0 0-62,0-6 0,-5 3-7,0-7 1,-1 7 11,1-2 1,2 4-58,-7 1 0,7 6 0,-3 2-49,-1 0 0,6 5 1,-4-4 13,3 4 0,2 2 1,0-1-1,0 0-1,0 1 0,0-1 1,0 0 25,0 1 1,2 4 0,1 0 9,2-1 1,0-2-1,-5-2 1,0 1-6,0-1 0,-2-1 0,-1-2 1,-3-1-2,-2 1 0,3 0 0,-3 0 0,0-3-169,0-1 0,3 2-909,-5-4 508,7 0 1,-2-7 537,10-3 21,3-3 0,51-44 0,-23 20 1,-1 1-1</inkml:trace>
  <inkml:trace contextRef="#ctx0" brushRef="#br0" timeOffset="531">3683 15539 7202,'1'-8'-195,"4"3"781,-3-3-465,4 7 0,-1-7-106,0 3 1,1 4 0,-3-6-33,2 1 0,5 3 0,-4-7-11,2-1 1,-5 3 0,4-2-15,-1-1 1,-3 0 0,5 0 64,-1 1 1,-2 5 37,-5-4 1,-2 5 0,-1 1 0,-4 5-35,-1 3 0,4 6 1,-4-2-1,0 4 49,0 2 1,4-1-1,-2 0 1,1 1-124,0-1 1,1 0 0,4 1 0,0-1-66,0 1 1,0-1-1,0 0 1,1-1-114,4-3 0,1 3 0,6-5 0,-3 1 28,2 1 1,2-7-1,2 2 1,-1-4 196,0-1 0,1-6 0,-1-4 0,0-2 0,1-3 0,-6 1 0,1-2 0,0-2 0,-2-1 0,4 0 0,-4 5 0,0-1 0,-3 1 0,2-2 0,-3-2 119,0-1 0,-1 0 0,0 4 56,2 1 0,0 4 202,-5 1 1,0 7-229,0 2 0,0 7 0,0 7-117,0 0 0,0 1 1,0-1-1,0 1-69,0-1 0,0 0 1,0 1-1,0-1 1,0 0 0,0-4 0,0 0 4,0 1 3,0-5 0,0-1 0,0-10-49,0-4 0,1-4 0,2-1 0,4-2-4,1-4 0,0 4 0,3-3 1,-1 3 44,1 2 1,0-1 0,0 1 26,-1 0 0,-1-1 78,6 1 0,-6 7 0,-1 7 42,-1 8 1,-3 0-1,-4 4 1,0 2-54,0 4 1,2 1-1,1-3 1,2 1-56,-2 3 1,-1-1 0,-2-3-1,0 1-12,0 2 0,0 1 0,0-6 0,0 0-196,0 1 0,1-2 0,3-2 0,2-3-89,2-2 0,-3-3 0,4-7 295,3-6 0,0-9 0,4-20 0,2-9 0,1-6 0,0 0 0</inkml:trace>
  <inkml:trace contextRef="#ctx0" brushRef="#br0" timeOffset="532">4359 15050 6997,'-6'14'152,"4"1"0,-3-1 1,4 2-42,1 3 1,0 2 0,0 5-1,0-1-59,0 6 1,0-2-1,0 6 1,0-2-35,0 1 1,0-1 0,0-4 0,0 0-39,0 0 0,0-2 0,0-2 1,0-2-98,0-2 0,1-2 0,2-5 0,4 1-186,1-1 1,-3-1 0,3-2-1,0-3 303,0-2 0,-5-20 0,3-10 0</inkml:trace>
  <inkml:trace contextRef="#ctx0" brushRef="#br0" timeOffset="533">4388 15424 6506,'0'8'239,"0"-1"1,1-17 0,3-1 0,2 1-253,2 2 1,-3 2 0,4 1 10,3-5 0,0 4 1,1 0-1,-2 1 22,-1 0 0,-1 0 0,6 5 8,-1 0 0,-4 0 0,-1 0-2,3 0 0,-4 7 0,0 2-58,-2 4 1,0 1 0,-2 1-1,0-1-83,0 1 0,-3-1 0,-1 0 0,0 1-393,0-1 0,2 0 508,3 1 0,-4-7 0,6-2 0</inkml:trace>
  <inkml:trace contextRef="#ctx0" brushRef="#br0" timeOffset="534">4604 15237 8513,'0'-14'-579,"0"-1"0,0 6 148,0-1 408,0 7-43,6-3 0,2 12 66,6 4 0,1 28 0,-1 8 0</inkml:trace>
  <inkml:trace contextRef="#ctx0" brushRef="#br0" timeOffset="535">4834 15424 8513,'0'-14'-863,"0"-1"319,0 1 1,0 4 0,1 2 623,4 2 1,-3-5 287,3 1-155,3 4-134,-7-1 0,1 9 0,-9 3 0,-1 4 22,-3 4 0,3 2 0,-1-1 0,-1 0-45,2 1 0,-5-1 1,5 2-1,-1 2-43,-1 1 1,7 0-1,-4-6 1,3-2 36,-1-1 6,0-7 0,7 8-50,2-6 0,0-2 1,5-8-1,2-4-94,2-4 0,2-1 1,-3-1-1,0 1 8,-3-1 1,-1 1 0,3 0-1,-1 1 42,1 3 1,-3-1 0,0 5 15,-1-2 1,-1 4 31,-1 0 0,-4 8 0,4 6-87,-3 3 1,-1 1-1,2 1 1,2-1-32,-2 0 0,-1 1 1,-2-1-1,2 0-31,2 1 0,-2-6 0,4-1 139,1-1 0,7-34 0,9-13 0</inkml:trace>
  <inkml:trace contextRef="#ctx0" brushRef="#br0" timeOffset="536">5107 14921 7884,'0'-7'-1405,"0"7"1456,0 8 0,0 11 1,-1 5-1,-3 4 231,0 0 1,-1 6 0,5 1 0,0 2-243,0 3 1,0 6-1,0 2 1,0-2-102,0-1 0,0-2 1,0-1-1,0-4-103,0-4 1,0-5 0,0-5 0,0-5-168,0-3 1,1-3 330,4-4 0,10-66 0,-4 17 0,0 0 0</inkml:trace>
  <inkml:trace contextRef="#ctx0" brushRef="#br0" timeOffset="537">5251 14935 7859,'0'-6'-246,"0"6"1,0 6 0,0 8-1,0 1 339,0-1 1,0 7-1,0 3 1,0 5-94,0 4 1,0-1 0,0 7 0,0-1-42,0-1 0,-5 4 0,0-4 1,2 1-14,2 1 1,-4-7 0,0 0 0,2-5-110,1-3 1,2-7 0,0 3 162,0-4 0,13-34 0,3-8 0</inkml:trace>
  <inkml:trace contextRef="#ctx0" brushRef="#br0" timeOffset="538">5366 15352 8513,'0'-9'-1129,"0"-1"1160,0 0 0,2-2 195,2 2-131,-2 4 0,6 6-53,-3 0-9,-4 0 0,11 6 5,-8 4 1,6-2-61,-5 1 1,4 1 0,-4 4 0,5-4 0,-4-2-34,2-2 0,-5 1-99,2-3 26,3-2 71,0 4 0,2-6 30,-1 0 0,-5 2 42,0 3 0,0-2 73,0 7 0,-2-1 1,3 6-1,-4-1-1,-1 0 0,0 7 0,0 3 1,0 3-56,0 2 1,-4 6 0,-3 5 0,-1 7-51,-3 5 1,-7 4 0,-2 0 0,-1-3-42,0-5 0,-3-5 0,5-5 0,0-6-26,-2-6 1,5-12 0,-3-9 0,3-5 114,1-5 1,3-9 0,0-10 0,4-3 44,2-2 0,1-1 0,5-2 0,0-3-120,0-2 0,2 0 0,3-3 0,4 3-176,4 2 0,1-3 221,1 4 0,38-25 0,-22 29 0,0-1 0</inkml:trace>
  <inkml:trace contextRef="#ctx0" brushRef="#br0" timeOffset="539">6344 15021 8215,'5'-19'0,"0"0"-434,-2 1 0,-1-2 0,-2 0 0,0 3 684,0 1 1,0 1-1,0 1 237,0 0-358,0 6 0,0 3 0,0 11-24,0 9 1,0 5-1,-2 11 1,-1 1-44,-2 1 0,-4 7 1,2-1-1,1 2-87,-1 2 1,-4 1 0,3-1 0,-1-2-44,-1-2 0,2 2 0,-3-2 1,1 2-60,-1 2 1,0-6 0,0-5 0,1-5-273,-1-3 0,5-6 0,-1-1-474,1-5 873,4-6 0,-4-44 0,6-10 0</inkml:trace>
  <inkml:trace contextRef="#ctx0" brushRef="#br0" timeOffset="540">6143 15323 8511,'0'-14'0,"0"0"0,0-1-491,0 1 0,0 4 367,0 1 1,6 6 211,4-2 0,3 3 1,1 2-1,1 2-39,-1 3 0,0-4 1,2 6-1,2-3-41,1 1 0,5 0 1,-3-5-1,0 0-55,-1 0 1,4 0 0,-3-2 0,0-2-56,0-6 0,-2 2 0,-5-2 0,1-1-14,-1-2 0,-1-1 0,-2 1 0,-3 2 19,-2 1 1,-1 1 0,-5-6 0,0 1 90,0 0 0,0-1 1,-1 2-1,-3 2 65,0 2 0,-8 5 0,3 0 58,-4 2 1,3 2 0,1 2-1,-1 2-44,2 6 0,-3 8 0,5 1 0,-1 0-18,1 2 0,-1 0 0,4 4 0,-2-1-43,2 2 0,-3 1 1,1 2-1,2 1-25,1 4 1,2-6 0,0 3 0,0-7-19,0-3 0,0 3 0,2-7 49,3-4 1,-2-5-1,6-8 3,3 0 1,0-7 0,3-2-23,-1-4 0,-4-1 1,-1-1-1,1 1-6,-2 0 0,5-1 1,-4 1 1,3 4 0,-1 2 10,-2 2 43,-5 1 1,4 11 0,-5 4-1,2 3 1,-1 1 0,-2 1-95,3-1 0,-4 0 1,6 1-1,-2-1-143,-1 0 0,8-4 0,-3 0 0,4-1-533,1-1 722,1 5 0,31-37 0,8-2 0</inkml:trace>
  <inkml:trace contextRef="#ctx0" brushRef="#br0" timeOffset="541">6819 15410 8511,'-14'0'-1522,"4"0"1280,1 0 381,5 0-142,11-7 1,2 1 0,11-5-9,-4 1 0,-2 2 0,0-3 0,1 1-23,-1-1 0,-4 0 1,-2 0-1,0 1 0,0-1 0,-5 3 0,2-2 0,-2 1 45,2 1 1,-4 0 0,2 5 45,-6-2 0,0 0 0,-7 7 1,-1 3 70,-2 4 0,1 4 0,0 1 0,3 1-42,-2-1 0,4 0 0,1 2 1,1 2-132,0 1 0,1 0 1,5-4-1,2-1-270,2 1 0,11-1 315,-2 0 0,25-8 0,10-4 0,3 2 0,-1-1 0</inkml:trace>
  <inkml:trace contextRef="#ctx0" brushRef="#br0" timeOffset="542">7913 15208 8511,'0'-14'-72,"0"0"1,1-1-94,4 1 0,-3-1 0,2 1 0,-2 0 128,-2-1 0,2 1 0,1-1 194,2 1 1,-1 0-23,-4-1 0,-6 7-141,-4 4 0,-2 7 0,-3 5 1,1 3-52,-1 5 1,6 3-1,-1-1 1,1 1 31,1-2 1,-4 4 0,6 0 0,0 0-49,-1 0 1,2-2 0,5-5 8,0 1 1,0-6-1,2-1 44,3-2 0,3-1 1,6-6 18,1-4 1,-6-3-1,1-6 1,1-1-1,2 1 0,-4 1 0,-1 2 0,-1 1 19,-4-1 1,3 3 113,-1-2 1,5 9-61,-5 1 1,-1 8-1,-4 9 1,-1 4 47,-4 2 1,2 7 0,-7 8 0,-1 4-97,-2 1 1,2 2 0,-2 3 0,-3 3-38,0 0 0,0 3 0,0-7 0,-1-4 5,-3-3 0,0-8 1,2 0-1,-1-7-38,1-5 0,2-6 0,2-4-3,0-6 1,6-4-66,3-4 0,3 0 0,2-5 0,0-2-89,0-2 1,2-2-1,3-1 1,3-3 61,0-5 1,4 2-1,-2-2 1,3-2 32,1-1 1,2-2 0,2 1 0,1-1 93,-2 0 1,-1 0 0,0 0 0,2-1 58,1-3 0,5 2 0,-3-2 0,0 2 17,0 2 0,-1 5 0,-2 2 1,1 1 72,-1 4 0,-2 2 1,-2 4-25,0 2 0,-4 5 0,0 0-8,1 2 0,-5 8 0,1 4-44,-1 3 0,-4 1 0,2 1 0,-2-1-68,-2 0 1,0 1-1,0-1 1,0 0-14,0 1 0,0-1 0,0 1-6,0-1 1,0-4 24,0-1 0,0-7 6,0-2 0,0-7 0,0-7 0,0 0-19,0-1 1,5-1 0,1-1 0,2-3-54,3 3 1,-3-4 0,2 2 0,1 1-74,2 2 0,1 2 1,1 0-1,-1 1-80,0 3 1,-4-1 221,0 6 0,-7 20 0,3 9 0</inkml:trace>
  <inkml:trace contextRef="#ctx0" brushRef="#br0" timeOffset="543">8373 15252 8511,'0'-15'-397,"0"1"1,-2 1 100,-2 3 0,0 4 297,-5 6 1,4 0-1,-3 2 1,0 2 27,0 6 0,5 3 0,-4 1 0,3 1-30,-1-1 0,-5 0 0,5 1 2,2-1 1,-3 0 0,1 1 17,2-1-30,1-6 0,9-1 0,2-7-40,4 0 0,-3-7 0,-1-2 0,2-4-74,2-2 0,2 1 0,-3 0 0,0-1 93,-3 1 0,1 0 0,2-1 0,0 2 9,-3 4 0,-4-2 1,3 4 159,-2-1 0,-1 7-12,-5 1 1,0 1 0,-1 9-1,-3 1-70,0 2 1,-3 1 0,4 2-1,-2 2-71,2 1 1,1 0 0,2-5 0,0 2-19,0 4 1,0-4 33,0 3 0,26 3 0,6 1 0</inkml:trace>
  <inkml:trace contextRef="#ctx0" brushRef="#br0" timeOffset="544">8675 15194 8253,'-14'0'0,"-1"0"-365,1 0 0,0 0 1,-1 2 501,1 2 0,6 4 0,1 5 0,3 0-95,-1 1 0,0-2 0,5 7 0,-2-3-43,-2-2 1,2 0 0,-3 1-1,4-1-49,1 1 1,1-3-1,4-2 54,5-5 0,2-4 0,3-2 1,-1-4-52,1-5 1,-1-2 0,2-4 0,1-4-20,3-4 0,-1-3 1,-5-1-1,1-1-32,-1 0 0,0 0 0,1-1 0,-2-2 85,-4-2 0,2-4 0,-6 3 0,-2-2 14,-1-3 1,-2 0 0,0 0 0,0 2 24,0-2 1,-2 3 0,-2 0 0,-4 2-15,0 3 0,-5 3 0,5 5 0,-2 7 119,1 5 1,5 3 0,-2 9-46,0 6 0,2 7 1,-4 6-1,2 5 47,3 3 0,1 4 0,2 1 1,0 3-53,0 2 1,0-4 0,0 6 0,0-1-73,0-1 0,0 4 0,0-2 1,0 2-67,0 2 0,5 1 1,1-1-1,1 0-148,-1 0 1,4-1-1,-4-6 1,2-5-347,3-6 1,2-7 550,2 1 0,5-41 0,3-12 0</inkml:trace>
  <inkml:trace contextRef="#ctx0" brushRef="#br0" timeOffset="545">8963 15151 8021,'-13'9'-282,"3"1"0,-1 0 0,5 4 379,-2 0 0,5 2 0,-2 2 0,2 1-56,-2-1 1,3 2 0,-3 0 0,4-3-152,1-1 0,0 3 0,0 1-341,0-3 123,0-7 1,5-10 327,-1-10 0,14-67 0,-10 30 0,0 0 0</inkml:trace>
  <inkml:trace contextRef="#ctx0" brushRef="#br0" timeOffset="546">8992 14949 8492,'0'-6'-602,"0"6"0,-5 2 0,0 7 1,2 2 307,1 2 294,2 8 0,-6 59 0,2-30 0,0 1 0</inkml:trace>
  <inkml:trace contextRef="#ctx0" brushRef="#br0" timeOffset="547">9063 15208 8492,'0'-9'-656,"0"-1"0,0 5 841,0-4 1,2-1-115,3-4 1,-2 4-25,7 1 1,-6 4-94,6-5 1,-5 7 78,4-2 0,-5 5 0,0 5 23,-2 5 0,-7-2 0,0 1 0,1 2-22,-3 2 1,6 6 0,-4 1 0,3-3-17,2-1 1,0-1 0,0-1 0,0 0-74,0 1 1,0-1 0,0 0-309,0 1 0,7-2-204,2-4 0,4 2 567,1-6 0,20-32 0,4-13 0</inkml:trace>
  <inkml:trace contextRef="#ctx0" brushRef="#br0" timeOffset="548">9294 15180 8492,'0'-10'-1436,"0"0"1652,0 7 0,-2-2-162,-3 10 1,4-2-1,-4 7 1,3 1-45,2 2 1,0 1 0,0 1 0,0-1-87,0 1 1,-4-1 0,-1 0-118,2 1 154,1-1 0,4-6-21,2-3 0,0-10 0,5-6-49,2-7 0,2 2 1,1-3-1,1 3 43,-1 2 1,-1-5 0,-2 1 0,-1 4 73,1 2 1,-3 4-1,2-1 212,1 4 0,-5 5-81,-1 5 0,-3 4 1,-2 9-1,0 1-16,0-1 0,0-1 0,0 3 0,0 2-147,0 0 0,0 4 0,-2-5 0,-1-1-145,-2 1 0,0 3 0,5-5 0,2-1-520,3-2 689,-4-8 0,31-53 0,0-19 0</inkml:trace>
  <inkml:trace contextRef="#ctx0" brushRef="#br0" timeOffset="549">9711 14719 7717,'-8'10'-676,"3"-1"0,4 3 985,1 0 1,-2 4 0,-1 3 0,-2 5-180,2 4 0,1 2 0,2 2 1,0 3-135,0 2 1,-5-3-1,1 2 1,0 1-120,3 0 1,1-7 0,-2 1 0,-1-6-268,-2 1 1,-1-4 389,1 2 0,3-13 0,-4 2 0</inkml:trace>
  <inkml:trace contextRef="#ctx0" brushRef="#br0" timeOffset="550">9538 15165 8474,'0'-14'-19,"0"-1"1,-5 1 0,1 0 40,0-1 0,4 6 1,5-1-119,5-1 0,3 4 1,1 1-1,0 1-39,1 0 0,-1 1 0,1 4 0,-1 0-554,0 0 689,1 0 0,25 6 0,6 2 0</inkml:trace>
  <inkml:trace contextRef="#ctx0" brushRef="#br0" timeOffset="551">9999 15050 8436,'0'-10'-1645,"0"1"1615,0-2 1,0 3 199,0-2 1,-2 5 117,-3-4 1,-3 6-210,-6-2 0,-1 5 0,3 5-48,2 4 1,-1-1-1,5 2 1,-1 1-14,1 2 1,1 1 0,5 0 30,0 1 0,0-1 1,0 1 92,0-1 1,0-4 0,0-1-27,0 2 1,5-3-1,0 2-192,-2 1 1,-8 0 0,-3 1-1,-2-3 76,1 2 0,-36-3 0,-16-3 0,-6 2 0,0 1 0</inkml:trace>
  <inkml:trace contextRef="#ctx0" brushRef="#br0" timeOffset="552">10704 14834 11646,'0'-19'-661,"0"0"1,-2 1-48,-3 2 1,4 2 1413,-4 0-637,3-1 1,2 14 0,0 5-1,2 9-22,3 6 0,-4 4 0,4 5 0,-3 3 6,-2 2 0,0 3 0,0 4 0,0 0-81,0 4 0,0-1 1,0 7-1,-2-2-58,-3 0 0,-3 5 1,-6-4-1,-1 2-81,1 4 1,0-1 0,-1-1 0,-1-7 2,-3-6 0,3 2 0,-3-7 0,3-3-47,2-8 0,4-8-53,0-7 286,7-2 1,10-45 0,9-10-1</inkml:trace>
  <inkml:trace contextRef="#ctx0" brushRef="#br0" timeOffset="553">10704 15180 8552,'8'-15'-628,"-2"1"365,0-1 1,-2 3 0,5 0 0,2 4 364,2 2 1,-3 1 0,-1 5 0,3 0-3,0 0 1,3 0-1,-1 0 1,0 0-104,1 0 0,-2 7 0,-2 2 0,-2 2-11,3-1 0,-6 3 0,-1-4 1,-4 4-15,-1 2 0,0-1 1,0 0-1,-1 1-1,-4-1 0,2 1 0,-7-1 0,-1 0-58,-2 1 0,-1-6 0,-1-1 0,3 0-57,2 0 1,-3-3-281,4 5-7,-4-7 431,5 3 0,34-57 0,13-13 0</inkml:trace>
  <inkml:trace contextRef="#ctx0" brushRef="#br0" timeOffset="554">10977 15165 8235,'8'-6'-1391,"3"-2"1398,-6-7 0,5 6 0,-4 1 154,2 1 1,-3 3-110,4 4 1,-6 1-1,2 4-79,-3 5 1,-2 2-1,0 3 7,0-1 1,0 1 0,0-1-21,0 0 1,0 1-1,-2-2-5,-3-4 1,4-1 41,-4-3 1,3-5-15,2 0 1,2-6 0,1-9-1,4 2-88,1 4 0,-4-2 0,4 4 0,0-1-23,0-3 1,-3 5 0,3-1 0,0 2 127,0 1 0,15-8 0,7 4 0</inkml:trace>
  <inkml:trace contextRef="#ctx0" brushRef="#br0" timeOffset="555">11222 15093 8552,'6'-8'-747,"-4"-5"1,4 13 876,-6 0 1,-2 7-1,-1 7 1,-3 2-9,-2 3 0,5-3 0,-4 4 0,2-3-203,1 2 1,-1-3 0,5 4 14,0-4 1,0-2 34,0 0 0,6-6 0,4-3-6,3-3 0,-4-2 0,1-2 1,-1-3-22,-1-4 0,3-4 1,-4-1-1,-1-1 10,1 1 0,-3-1 0,-4 1 0,0 0 32,0-1 0,5 1 1,0-1-65,-2 1 0,-1 4 1,-4 2-102,-3 2 0,2 1-23,-6 5 0,4 2 204,-5 3 0,7 22 0,-3 11 0</inkml:trace>
  <inkml:trace contextRef="#ctx0" brushRef="#br0" timeOffset="556">11380 15108 8552,'0'-10'-643,"0"0"0,0 6 740,0-6-11,0 7 0,1-2 0,3 10-47,0 4 1,3 4 0,-4 2 0,3-1-49,2 0 1,-3 2-1,3 2 1,0 0-36,0-6 0,-3 3 0,5-6 5,1 4 1,1-5 28,3-3 1,-1-3 0,-1-4 6,-3-3 1,1-3 0,-5-6 0,1-1-16,-1 1 1,0 0-1,-2-1 1,0 1-100,0-1 1,-3 1 0,1 0-145,3-1 1,-4 1-217,4-1 477,-3 7 0,4 15 0,2 9 0</inkml:trace>
  <inkml:trace contextRef="#ctx0" brushRef="#br0" timeOffset="557">11711 15079 6978,'-8'14'191,"1"-4"0,6-1-195,-4 3 1,3 0 0,-2 3-1,2-1-92,2 1 1,0-1-1,0 0-143,0 1 0,0-1 239,0 1 0,25-20 0,7-5 0</inkml:trace>
  <inkml:trace contextRef="#ctx0" brushRef="#br0" timeOffset="558">11768 14964 8546,'-1'-8'-575,"-4"3"1,2 3 0,-5 4 418,1 3 0,2 3 0,4 6 0,-2 1 143,-2-1 13,0 0 0,18 45 0,3 12 0</inkml:trace>
  <inkml:trace contextRef="#ctx0" brushRef="#br0" timeOffset="559">11941 15093 8546,'-15'-8'-173,"6"2"0,-1 6 61,-1 0 1,3 1-1,0 4 1,0 5 169,0 3 0,5 3 1,-2 1-1,4 2-11,1-1 1,0-2-1,0-2 1,0 1-42,0-1 0,0 1 1,1-3 1,4-2 1,3 1 0,6-6-8,1-2 1,-1-6 0,-1-4 0,-2-1-119,-1-3 0,-1-3 0,6-4 0,-3-1 1,-2 2 1,3-6 0,-5 1 0,1-2-53,1 0 1,-7 0-1,2-5 1,-3-1 40,-2-4 1,4 4-1,1-5 1,-2 1 112,-1 0 1,-2-1 0,0 3 0,-2-1 6,-2 1 0,2 1 0,-3 4 0,4 3-12,1 5 1,0 6 117,0 8 1,-5 12-1,0 14 1,0 1 23,-1 4 1,4 6-1,-3 1 1,4 1-81,1 1 0,-2 0 0,-1 5 1,-2-3-71,2-2 0,1 5 1,2-2-1,0 4-81,0 1 1,0-1 0,0-4-1,0-3-50,0 0 0,5-11 0,2 0 158,1-6 0,14-42 0,8-10 0</inkml:trace>
  <inkml:trace contextRef="#ctx0" brushRef="#br0" timeOffset="560">12157 15165 6662,'8'-6'-84,"4"3"65,-2-7 1,-2 0 0,0-4 22,-2 0 0,1 4 156,-2 0 0,-4 6 53,4-6 0,-10 8 0,-3 2-91,0 8 0,-3 5 1,5 2-1,-1-1-108,1 0 1,1 1-1,5 1 1,0 1-32,0 3 0,6-1 0,4-3 0,3 1-393,1 2 0,7 1 410,3-6 0,17-11 0,9-4 0,4 0 0,1 0 0</inkml:trace>
  <inkml:trace contextRef="#ctx0" brushRef="#br0" timeOffset="561">13121 14748 8098,'-15'0'165,"7"6"1,3 4-1,4 4-200,1 5 0,-5-1 1,0 6-1,2 2-57,1 1 0,-2 8 1,-3 3-1,1 4-92,-1 1 1,-4 0-1,2 0 1,-4 1-54,-2-1 1,1 0 0,-2 0 0,-1-3 236,-3-6 0,-5-39 0,2-21 0</inkml:trace>
  <inkml:trace contextRef="#ctx0" brushRef="#br0" timeOffset="562">12833 15079 8503,'0'-15'-252,"0"1"1,0-5 50,0 0 0,1 1 0,4 9 0,5 4 404,3 3 1,1-3 0,2 1 0,2 0-118,1 3 1,5 1 0,-3 0 0,1 0-90,3 0 0,1 0 1,0 0-1,-2 0-53,1 0 0,1-5 0,-1-1 0,-2-1-20,-2 1 0,-2-4 0,-5 4 1,0-1-96,1 1 0,-6-5 0,-1 1-16,-1-3 0,2 4 121,-4-1 0,-2 5 0,-7-3 66,-6 2 0,2 3 0,-2 8 1,1 4 11,1 4 1,-5 3 0,3 3 0,-2 4 112,-3-1 1,3 5 0,0-3 0,3 3-97,-2 2 0,3 0 1,-2 0-1,0-2-40,2-3 0,2 1 1,4-5 62,-2-3 0,4-2 19,0-6 0,1-4 0,9-10 0,1-4-74,2-4 0,1-2 0,1-1 0,1-1-75,3-2 0,-3-1 0,3 6 0,-5 0 53,-4-1 1,3 2-1,-5 2 1,1 3 28,1 2 114,-7 1 1,3 11 0,-6 4-28,0 3 0,0 1 0,0 1 0,0 1-64,0 3 0,0-8 0,0 3 1,0-1-184,0 0 1,0 1 0,0 1-364,0-1 1,7 1 518,2-1 0,17-19 0,4-4 0</inkml:trace>
  <inkml:trace contextRef="#ctx0" brushRef="#br0" timeOffset="563">13466 15165 8503,'-8'0'-314,"1"0"1,9-5 334,3 1 1,-2-1 0,7 5-5,1 0 0,-3-2 0,1-1-84,3-2 1,-4-1-54,1 1 0,1-3 27,4-6 0,-6 4 0,-1 2 0,-3 0-32,1 0 0,0 3 115,-5-4 1,-2 5-1,-2 0 208,-6 2 0,2 7 1,-2 1-1,1 2 37,1 3 0,-5 2 0,5 2 0,-2-1-108,1 0 1,6 1 0,-2-1-1,3 1-198,2-1 1,0-4-1,3-1 1,5 1-598,7-2 668,9 5 0,20-22 0,11-6 0,7 2 0,1 0 0</inkml:trace>
  <inkml:trace contextRef="#ctx0" brushRef="#br0" timeOffset="564">14444 15093 8208,'-8'-8'-1036,"2"-5"1,6 5 1128,0-6 1,0 4 0,0 1 36,0-2 0,0 3 0,1 0 0,3 0 59,0 0 1,1 3 0,-3-3 11,3 2 0,-4-1-147,4 2 1,-3 5 0,-2 0 0,0 8-67,0 5 0,-7 2 1,-1 1-1,-1 1-19,-1 2 0,5 5 0,-3-5 0,0 1-20,0 0 1,5-4 0,-3 4-186,-1-4 176,6-2 1,-4-8 33,10-6 0,3-6 0,6-10 1,0-2-43,1-1 1,1-2 0,1 4-1,3-4 29,-3-1 0,4 4 0,-2-1 0,-1 3 0,-2 2 1,-2-1-1,0 2 117,1 4 33,-1 2 1,-6 14 0,-5 2 0,-4 6-53,-4 4 0,-1-3 1,2 3-1,-2-1-38,-2 1 0,5-3 0,-2 3 1,3-3-28,2-2 0,-4 1-120,-1-1 113,0 1 1,7-7-1,2-4 1,4-4-42,0-4 1,5-3-1,-2-6 1,5 1-11,4-4 1,-1-2 0,-3 4 0,1-1 17,3 1 1,-1-1 0,-5 3-1,0 0 59,1 3 0,-1 6 17,1-2 0,-7 5-9,-4 5 1,-2 3-1,-2 6 1,0 0-39,0 1 0,0-1 0,0 1 0,0-1-127,0 0 0,0 1 1,0-1-388,0 1 531,0-7 0,32-15 0,8-9 0</inkml:trace>
  <inkml:trace contextRef="#ctx0" brushRef="#br0" timeOffset="565">15048 15007 8535,'-14'-5'-1086,"0"-1"792,-1-2 0,6 5 0,-1-2 471,-1 3 1,-2 4-1,-1 3-71,-1 4 1,6 4 0,1 1 0,0 1-77,0-1 0,5 0 1,-2 1-54,3-1 0,2 1-5,0-1 0,2-1 0,3-4 1,4-4 1,-1-3 0,2-2 0,1-2-46,2-3 0,1 2 0,-1-6 0,-2-1-31,-1 2 0,-1-5 0,4 4 0,-2-4 33,-1-2 1,-5 6 0,4-1 72,2-1 1,-4 3-1,-1 0-38,1 2 75,-6 1 1,4 11-1,-8 4-41,-2 3 0,0 1 0,4 0-84,-4 1 1,3-1-1,-3 1 1,4-1-223,1 0 307,0-6 0,19-1 0,5-7 0</inkml:trace>
  <inkml:trace contextRef="#ctx0" brushRef="#br0" timeOffset="566">15307 14978 8535,'-4'-14'-147,"-1"-1"1,0 3-35,-1 2 0,2-3 138,-5 4 0,4 2 0,-5 2 74,-1 4 1,3 1 0,-1 1 0,-1 4 8,2 5 1,-3 3 0,4 1 0,1 0-68,0 1 1,-1-6 0,4 1 0,-2 1-87,2 2 0,2-3-43,1-1 0,1-1 42,4 2 1,3-4-1,6-6-18,1 0 1,-1-5 0,0 0 0,-1 1 31,-3-3 0,3 6 177,-4-4 1,-2 5 127,-3 5 1,-2 3 0,-2 8-1,-2 3-54,-2 5 1,-4 9 0,-8 6 0,-2 4-67,-1 5 1,-5 1-1,3 6 1,0-4-73,1-1 1,-4-2 0,4-7-1,3-4 17,1-8 0,-3-2 0,-1-10 0,3-2-5,1-4 0,1-8 0,1 2-30,0-3 0,1-4 0,3-3-46,6-4 0,2-4 0,4-2 0,2-1-175,6-3 1,0 3 0,2-5 0,4 2-100,0 0 1,2-2 0,-1 4 324,3-2 0,15-24 0,6-10 0,3-3 0,-1 1 0</inkml:trace>
  <inkml:trace contextRef="#ctx0" brushRef="#br0" timeOffset="567">15480 15093 8535,'0'-9'0,"0"-1"-212,0-1 0,-2 4-26,-2 3 0,0 2 0,-4 4 311,2 2 1,0 4 0,2 7-89,0-1 1,-3 1 0,4-1-9,-2 0 1,0-4 0,5 0-52,0 1-27,0-5 0,2 1 31,3-7 1,3-7 0,5-2 0,-2-3 5,-2 3 1,1-4-1,4 2 1,1-5 21,-1-3 1,1-1 0,-1 8 0,0 0 31,1 3 0,-6 1 0,1-2 92,1 6 1,-4 4 32,-3 4 0,-2 6 1,-2 7-1,-2 3-70,-2-3 1,2 1-1,-4-1 1,1 3-58,0-3 0,-5 4 1,6-2-1,0-1-42,3-2 1,-4 3 0,0 0 0,2-1 53,1-2 0,15-15 0,3-2 0</inkml:trace>
  <inkml:trace contextRef="#ctx0" brushRef="#br0" timeOffset="568">15782 15050 8535,'5'-10'-364,"0"1"1,1 4 0,-3-4 109,2-3 0,5 4 1,-5-1 470,-2-2 1,3 3 41,-1-2 1,1 7-79,-1-2 0,-3 5 0,2 5-130,-2 4 1,-4 4-1,-1 2 1,-1-1-85,0 0 0,-2 1 1,1-1-1,2 2-86,1 3 1,-2-3-1,-3 3-133,-1-3 0,5-1 0,-2-1 0,2-1 252,-2-3 0,4-30 0,-6-12 0</inkml:trace>
  <inkml:trace contextRef="#ctx0" brushRef="#br0" timeOffset="569">15840 14863 8535,'0'-14'-714,"0"-1"-715,0 1 1444,0 6 0,1 1 0,3 9-89,0 3 1,1-2 73,-5 7 0,6-7 0,2 3 0</inkml:trace>
  <inkml:trace contextRef="#ctx0" brushRef="#br0" timeOffset="570">16171 14705 8517,'6'-21'0,"-4"5"0,4-2 0,-1 6-256,0 2 0,1 7 162,-1-2 0,1 5 0,4 5 161,-5 4 0,-4 9 1,-1 3-1,0 1 16,0 4 1,-6 3-1,-4 2 1,-1 3-17,1-2 0,-2 3 0,2-1 0,-3-1-47,-1 3 0,-1 0 0,1 6 0,1-2-109,4-2 0,-4-4 0,3 3 1,-1-2-190,2-3 1,1-4-1,4-2 1,0-4-279,0-1 0,4-8 556,5-8 0,16-55 0,9-14 0</inkml:trace>
  <inkml:trace contextRef="#ctx0" brushRef="#br0" timeOffset="571">16027 15108 8517,'-2'-13'-628,"-3"3"1,4-3 427,-4 4 1,5-4 0,5 0 300,4 4 1,-1-2-1,2 4 1,1 1-39,2-1 1,1 3 0,1 2 0,-1-1-38,0-2 0,1 0 0,1 4 0,1-3-35,3 0 1,0-1-1,-2 5 1,1 0-13,-1 0 0,-2 0 0,-2 0-12,0 0 0,-1 6 21,-3 4 0,-4-2 0,-6 1 9,0 3 0,-6 0 0,-2 3 57,0-1 0,-5 0 1,5 1-20,0-1 1,0-1-1,5-2 1,-2-1-49,2 1 0,0-3 0,0 2-133,-2 1 46,0-5 0,11 1 1,4-7 7,3 0 1,-4-2 0,1-3 0,1-4 27,2-4 0,-4 3 0,-1 1 0,0-3 39,0 0 0,-3-3 0,5 1 45,1-1 1,-5 6 293,-1-1-164,3 1 0,-8 2 0,2 7-92,-5 8 0,-7 5 0,5 1-68,2 1 0,-3-1 0,1 1-197,2-1 1,1-4-1,2-1-66,0 2 273,0 2 0,26-11 0,6-4 0</inkml:trace>
  <inkml:trace contextRef="#ctx0" brushRef="#br0" timeOffset="572">16573 15007 8517,'-6'-8'-228,"0"0"0,-6 5-26,3-2 1,4 2 0,-5 8 321,-1 4 1,3 4 0,0 1 0,2 1 10,3-1 1,-4 5-1,3 0 1,0-1 4,3-2 1,-4-2 0,0 1-88,2-1 0,3-1 82,5-3 1,-2-4-1,7-6-77,1 0 1,-3-6-1,1-4 1,2-3-16,2-1 0,-3-1 0,-1-1 1,3-1-86,0-2 0,1-7 0,-2 4 0,-1-2-16,1 0 1,0 0 0,1-5 0,-3 0 25,2 0 1,-3-4-1,0-2 1,0 0-2,0-1 1,-3-4 0,5 2 0,-1-2 32,-1 2 1,0-2-1,-5 5 1,2 1 87,-2 4 0,4 4-6,-2 12 1,-1 12-1,-4 8 1,-1 10 79,-4 8 0,2 8 0,-5 4 0,0-1 18,0 0 1,5 5 0,-2-2 0,3 4-102,2 1 0,-4 0 1,-1 0-1,2 0-91,1 1 1,2 4 0,0 1 0,0 1-146,0-1 1,2-6 0,1-6-1,3-2-469,2-3 682,-5-1 0,36-54 0,1-12 0</inkml:trace>
  <inkml:trace contextRef="#ctx0" brushRef="#br0" timeOffset="573">16861 15093 7864,'0'-14'-1181,"0"4"1313,0 1 0,0 4 1,2-3-120,3 1 1,-4 1 0,6 3-10,-1-2 0,-3-1 0,7 1 68,1-5 0,-5 2-194,-1-1 1,-3 4 103,-2-5 0,-2 7 0,-3-2 237,-4 4 1,-4 6 0,-1 1 0,-1 2-65,1 3 0,4 2 0,2 1 0,0 1-97,0-1 1,5 0 0,-2 1 0,4-1-140,1 1 1,0-1-1,1 0 1,4 1-458,5-1 1,2-1 537,3-3 0,50-17 0,14-9 0</inkml:trace>
  <inkml:trace contextRef="#ctx0" brushRef="#br0" timeOffset="574">17509 15007 8511,'-15'0'-395,"6"0"1,-1 2-88,-1 2 1,-2 4 0,0 7 731,4-1 1,-3 0 0,8 1 0,-1-1 4,-2 1 0,6-1 1,-4 0-84,3 1 0,2-1-104,0 1 1,2-7 0,3-4-77,4-2 1,4-8 0,2-4 0,-1-3-105,0-1 0,1-1 0,-1-1 0,1-1-68,-1-2 0,0-2 0,-1 2 1,-2-4 78,-1 1 1,-2-4 0,3 6-1,-3-3 48,-2-2 1,-1-1 0,-5 0 0,2 2 127,3-1 1,-4-1 0,4 2 0,-3 5 65,-2 3 0,1 7-86,4-1 1,-2 7 0,5 0 0,-1 6 35,-4 6 1,-2 4 0,-1 3-1,0 3 62,0 5 0,0 3 1,0 4-1,-1 1-10,-4 1 1,2 7 0,-5-1 0,0 2-130,0 2 0,-2 7 1,-4 3-1,0 1-133,-1-1 0,6 3 0,-1-3 0,0 1 3,2-1 0,-3-9 0,6-8 0,2-6 36,2-8 1,2-10 0,4-8 66,5-2 0,2-13 0,3-5 0,-2-3 81,-4-2 1,4-3 0,-5 3-1,1-1-94,1-4 0,-7 1 1,2 1-1,-3 3 7,-2 0 0,0 5 1,0-3-1,-2 3-24,-3 1 1,-1 6-1,-5 1 1,1 0-167,-1 0 0,-2 5 1,-1-2-484,-1 3 692,1 2 0,25 7 0,7 1 0</inkml:trace>
  <inkml:trace contextRef="#ctx0" brushRef="#br0" timeOffset="575">18329 14705 8511,'-15'-7'-230,"6"6"1,1-2 19,1 6 1,-2 2-1,4 7 1,2 4 359,1 0 0,-3 7 0,-1-1 1,0 2-87,-1 0 1,1 0 0,3 6 0,-4 2-156,-1 2 1,3 6-1,-4-3 1,-1 1-431,2 0 1,-5-6 520,4 2 0,-10-23 0,-4-6 0</inkml:trace>
  <inkml:trace contextRef="#ctx0" brushRef="#br0" timeOffset="576">18055 14993 8483,'0'-15'-106,"-1"2"135,-4 4 0,5-2 115,0 6 0,3-5 1,10 5-1,3 2-125,0 2 0,5-4 0,-1 0 1,1 0-87,0-1 0,5 3 0,-2-5 0,3 0-26,1 0 0,0 3 0,-3-5 0,-2 1-30,-3 1 1,4-4 0,-4 6 0,-3-2 62,-1-3 0,-3 3 1,-2 0-1,-3 0-109,-2 0 156,-1 5 0,-11-2 0,-4 10 66,-3 4 0,-1 4 0,0 1 1,-1 2 16,1 4 1,0-3-1,-1 7 1,1 0-50,-1-1 1,3 4-1,0-5 1,3 2-68,-2 0 1,4-6-1,1 2 4,-1 1 67,6-5 1,1-1 0,9-12-51,4-6 0,6-5 0,1-7 0,-3 1-51,-1-1 0,-1 1 0,-1 0 39,0-1 0,1 3 0,-2 0 0,-2 4 135,-2 2-5,-6 1 0,4 7 0,-7 3-52,0 4 1,0 4 0,0 1 0,0 1-66,0-1 1,0 0 0,0 1-189,0-1 1,0 1-1,0-1 1,1 0 211,4 1 0,35-20 0,15-5 0</inkml:trace>
  <inkml:trace contextRef="#ctx0" brushRef="#br0" timeOffset="577">18645 15064 8480,'-8'-6'0,"-5"3"-872,4-7 1093,2 7 0,1-5-35,6 3 1,2 4-184,2-4 0,0 3 1,5 2-43,2 0 1,2-4 0,0-3-128,-3-1 1,2 3-79,-2-4 1,-4-1 138,-1-4 0,-3 4 149,-2 1 0,-2 5 1,-3 0 260,-4 2 1,-4 4 0,-1 2 0,-1 6 0,1 3 1,1 1-1,2 1-93,1-1 0,7 5 1,-2 0-255,4-1 0,7-2 0,5-3 0,5-2 41,3-2 0,27-26 0,11-14 0,2 3 0,0-1 0</inkml:trace>
  <inkml:trace contextRef="#ctx0" brushRef="#br0" timeOffset="578">19249 15165 8584,'-8'2'-1605,"2"1"1870,0 2 1,-1 1 274,-2-1 0,1-3-163,3 2 1,5-2-266,0-2 0,6-2 1,9-2-1,1-8-25,3-5 1,-2-1 0,7-6 0,2-1-155,1-3 0,7 0 0,-1-3 0,1-2-72,1-6 0,-5 3 0,4-1 1,-5 0-1,-5 0 0,1 4 0,-6-4 0,-3 2-37,-4 3 1,-6 1 0,-6 4-1,0 2 96,0 1 1,-2 6 0,-2 1 0,-6 4 67,-3 3 1,-1 7-1,-1-2 48,1 4 0,1 9 0,2 4 0,1 6-12,-1 0 0,3 4 0,0 2 0,0 3-8,0 2 0,4 0 0,-4-1 0,0 1-5,0 0 0,4 4 1,-2 1-1,1 0 7,0 1 1,-1-5 0,3 4 0,-2-5-22,2-5 1,1 3 0,2-5-1,0 0-160,0-2 1,0-4-1,2-2 1,1 0-327,2 1 0,6-7-78,-1-3 567,-4-4 0,20-26 0,-2-7 0</inkml:trace>
  <inkml:trace contextRef="#ctx0" brushRef="#br0" timeOffset="579">19623 15007 8572,'-14'0'-707,"4"0"0,2 2 757,2 2 0,1 4 1,5 7 32,0-1 0,0-4 0,0-1-47,0 2 1,2 1-1,3-3 1,4-4-25,4-3 0,1-2 0,1 0 0,-1 0-33,1 0 1,-1-7 0,0-1-1,1-1-5,-1-1 0,-4 0 1,-2-4-1,0 1-13,0 4 1,-5-4 0,3 3 15,1-2 0,-7-3 0,0 2-59,-8 4 0,-5 2 0,-1 7 0,-2 0-43,-4 0 1,4 5-1,-3 2 1,5 1-359,4 3 483,-3-5 0,18 20 0,-3-2 0</inkml:trace>
  <inkml:trace contextRef="#ctx0" brushRef="#br0" timeOffset="580">19969 14863 8332,'-15'-13'-444,"1"4"0,0 2 0,-1 7 815,1 0 1,-1 2-1,3 3-261,2 4 0,-1 4 0,6 1 0,2 1-84,1-1 0,2 1 0,2-1 0,3 0-8,4 1 1,-1-1 0,2 1 0,1-1-94,2 0 0,1-4 0,1-2 0,-1 0 45,0 0 0,-4-3 0,0 3 0,-1 0 9,-1 0 0,-1-4-1,-7 6 0,-2-5 0,-3 3-55,-4-2 1,-6 1-1,-2-4 1,-3 2-158,3-2 0,1-2 0,1-1 0,1 0-145,0 0 1,4 0 378,0 0 0,26-12 0,2-4 0</inkml:trace>
  <inkml:trace contextRef="#ctx0" brushRef="#br0" timeOffset="581">20271 14834 8572,'0'-9'-324,"-2"1"0,-3 0 23,-4 0 1,1 4 0,-2 0 737,-1 2 1,3 2 0,-1 0-278,-3 0 1,4 2-1,0 2-109,2 6 1,1 3 0,5 1-37,0 1 1,0-1 0,0 0-1,0 1-46,0-1 1,5 1 0,0-1 0,0 0-7,1 1 0,-4-1 0,2 1 23,-2-1 1,-2 0-1,0 1-20,0-1 0,-6 0 0,-4 1 1,-3-1-97,-1 1 0,-5-1 1,-1 0-1,3-1-242,1-3 1,1 3 0,1-5 371,0 0 0,44-28 0,12-12 0</inkml:trace>
  <inkml:trace contextRef="#ctx0" brushRef="#br0" timeOffset="582">20832 14935 8530,'5'-10'0,"0"1"0,-1-2-619,3-2 1,-6-2 0,6 1 741,-1 0 0,1-1 0,2 1 357,-4-1 1,1 1-209,-1 0 1,-2 6 0,-9 5-159,-8 6 0,-1 6 0,-6 9 0,2 3-19,0 1 0,-5-3 0,3 5 0,0 2-104,1 1 1,0-3 0,6-2 0,1 1-128,4-1 0,-2-3 1,6 4-1,2-3-87,1-2 1,2-2-1,0-2 1,2-1-84,2-3 1,4 1-1,8-6 1,2-2-126,1-1 1,2-2 430,-2 0 0,23-32 0,10-8 0</inkml:trace>
  <inkml:trace contextRef="#ctx0" brushRef="#br0" timeOffset="583">20961 14993 8530,'-6'-8'-549,"3"1"0,-7 7 633,-1 0 1,3 0-1,-2 0 27,-1 0 0,3 7 0,0 2 0,2 4-65,3 1 1,-4 1 0,3-1-85,0 0 0,4-4 0,5 0-34,5 1 0,2-5 0,3-1 0,-1-3 22,1-2 1,-1-5 0,0-2 0,1-1-11,-1-3 1,1 3 0,-3-1 0,0-3 40,-3 0 1,-6 2 0,2 1 0,-3-3 24,-2 0 0,0 2 0,-2 2 7,-3 2 0,-3-4 0,-8 5 0,-1 2-19,-2 1 0,-2 4 1,3 1-1,-1 4-107,1 1 1,2 0 0,4 3 0,1-2-189,1 3 0,7 0 301,-2 3 0,23 5 0,5 3 0</inkml:trace>
  <inkml:trace contextRef="#ctx0" brushRef="#br0" timeOffset="584">21120 14949 8498,'0'-14'-371,"0"4"1,1 2 204,4 2 278,-3 1 0,2 7 0,-7 3 0,-2 4-55,2 4 1,-3 1 0,-1 1-82,0-1 0,2 1 0,-3-1-142,1 0 0,3 1 99,4-1 1,1-6 45,4-3 1,-2-5 0,7-3 0,1-4-2,2-1 0,1-1 0,0-6 0,1 1-25,-1 0 1,1-1-1,-1 1 1,0-1 13,1 1 0,-1 0 27,1-1 32,-1 7 1,-6 8 0,-3 10 0,-5 3 10,-5 1 1,2 2 0,-5 2 0,0 1-61,0-2 0,3 1 0,-3-1 0,2 3-121,2-3 0,-2 1 0,1-1 144,2 3 0,14-8 0,5-5 0</inkml:trace>
  <inkml:trace contextRef="#ctx0" brushRef="#br0" timeOffset="585">21537 14647 8498,'9'-24'0,"-1"0"-274,-1-1 0,2 4-122,-4 2 0,0 11 550,-5 8 0,0 8 0,0 9 1,-2 4-111,-2 1 1,0 2 0,-4 5-1,0 0-23,0 0 1,4 0 0,-4 1 0,0 2-51,0 1 0,3 1 0,-3-5 0,0 0-133,0-1 1,-2 6 0,-2 0-1,0-3-107,3 0 1,1-4-1,-3-1 1,3-4 268,1-1 0,-4-34 0,3-13 0</inkml:trace>
  <inkml:trace contextRef="#ctx0" brushRef="#br0" timeOffset="586">21321 14964 8498,'0'-15'-84,"2"6"0,1-1 0,2-1-275,-2-2 0,3 4 1,1-1-1,2-1 603,7-2 0,0 3 0,7 1 0,-1-1-37,0 2 0,4-3 0,6 5 0,0-1-71,-5 1 0,2 1 0,-5 5 1,3 0-30,2 0 1,-7 2 0,-3 2-166,-3 6 0,-3 3 1,-3 1-1,-6 1-24,-2-1 1,-2 5-1,0 2 1,-2 0 31,-2 0 1,-4-1-1,-7-2 1,1 3-51,0 1 1,1 0 0,2 2 0,1-4 9,-1-4 0,0-7 0,-1-1 53,3-1 30,6-3 0,1-10 1,8-4-1,2-2-25,4-3 1,0 1-1,3-2 1,-1-2-40,1-1 1,-1-5-1,2 5 1,2 0-20,1-2 1,0 0 0,-3-3 0,1 5 74,3 3 1,-1 2 0,-5 1 0,1 2 50,-1 1 0,0 7 24,1-2 1,-7 5 0,-3 5-1,-4 4 125,-1 4 1,0 3 0,0 2-99,0 1 1,-1 0-1,-3-4 1,-2-3-37,-2-2 1,3 8-1,-3-4-106,2 2 1,-4 0 0,4-2-244,-2 1 1,0-1 0,-3-1-908,1-4 1205,7 4 0,-4-11 0,7 4 0</inkml:trace>
  <inkml:trace contextRef="#ctx0" brushRef="#br0" timeOffset="587">21954 14820 7951,'0'-29'-365,"0"0"0,0 7 1,0 1-1,2 2 306,3 0 0,-4 0 0,4 4 333,-3 1-236,-2 6 1,0 3-1,0 10-129,0 4 0,0 4 91,0 2 0,-7 12 0,-1 3 0</inkml:trace>
  <inkml:trace contextRef="#ctx0" brushRef="#br0" timeOffset="588">22242 14532 8298,'5'-14'0,"1"-1"-79,2 1 47,2 0 1,-2 7 0,-4 7 0,-2 8 82,-2 5 0,0 6 1,0 2-1,-2 0-19,-2-1 1,0 6 0,-4-2 0,0 3-57,0 2 1,0 0 0,-3 0 0,2-1-44,-3 1 1,0 0 0,-3 0 0,3-1-73,2 1 0,-1-6 0,4-4 1,1-3-45,0-2 164,-6-6 0,12-1 0,-1-9 3,4-3 0,8 2 1,-1-5-1,3 0-9,1 0 0,0 5 1,1-2 13,-1 3 1,0 2-1,1 0 48,-1 0 1,-1 7 0,-3 2 11,-6 4 1,-2 2 0,-2-1 0,-2 0-8,-2 1 1,-4-6 0,-7 1 0,1 1-39,-1 2 0,-4 1 0,0-1 0,2-2-84,1-1 0,-4-2 0,3 3 0,2-3-549,4-2-29,2-1 658,1-5 0,46-32 0,18-8 0</inkml:trace>
  <inkml:trace contextRef="#ctx0" brushRef="#br0" timeOffset="589">22400 14949 8026,'0'-9'-510,"0"-1"1,-1 7 842,-4-2 1,2 5 0,-5 5-260,1 5 0,-2 2 0,4 3-62,2-1 1,1 1-69,2-1 1,0 0-25,0 1 1,2-7-35,2-4 0,4-2 1,7-2-39,-1 0 1,1-2 0,-1-1-44,0-2 1,1-4 165,-1 4 0,-1-1 45,-4 1 1,-2 5 66,-7 0 1,0 2 0,0 7 0,-2 2-80,-3 2 0,2 1 1,-5 1-190,2-1 0,1 1 0,5-1 185,0 0 0,6-12 0,2-4 0</inkml:trace>
  <inkml:trace contextRef="#ctx0" brushRef="#br0" timeOffset="590">22645 14762 8298,'8'-28'-241,"4"-1"1,-2 0-1,1 0-246,-1 0 0,3 7 1,-4 3 710,4 3 1,-3 8 0,-2 5 10,-2 6 0,-1 5 1,-5 6-1,0 1-94,0-1 1,0 5 0,-2 2 0,-1 1-101,-2 4 0,-1 0 0,3-1 0,-4-1-41,-1 2 1,0 2 0,-3 4 0,1 2-182,-1-2 0,-2-2 0,1 1 0,0 1-150,3 1 0,-1 1 0,-4-7 331,0-3 0,-7-22 0,-2-12 0</inkml:trace>
  <inkml:trace contextRef="#ctx0" brushRef="#br0" timeOffset="591">22472 15036 8298,'6'-15'-27,"-2"1"1,5 0-21,2-1 0,4 1 0,2 1 1,4 2 62,2 1 0,-4 2 0,5-3 0,1 3-84,2 2 1,2 1-1,-2 5 1,1 0-337,0 0 1,-7 0 403,8 0 0,-16 0 0,-1 0 0</inkml:trace>
  <inkml:trace contextRef="#ctx0" brushRef="#br0" timeOffset="592">22860 15021 8313,'10'-12'-398,"-2"0"205,-2 3 1,6 6-1,-3-4 247,4 1 1,1 3 0,1-5 0,-1 0-60,1 0 1,-1 3-1,0-3 1,1 1 48,-1 4 1,-4 0-104,-1-2 1,-7 4 0,-2-4 70,-8 3 1,-6 4 0,-4 1 0,-1 3 71,1 2 0,-3 2 0,2 4 1,0 1-9,-2-1 1,10 1-1,-3-3 1,1 0-23,0-3 1,5 1 0,3 4-107,4 0 0,1 1 1,1-1-127,4 1 0,3-7 0,6-2 0,2-1-444,4 0 1,-3-1 621,7-4 0,39-19 0,13-5 0</inkml:trace>
  <inkml:trace contextRef="#ctx0" brushRef="#br0" timeOffset="593">23263 14949 7815,'-1'-8'-257,"-4"4"0,-3 2 404,-6 2 1,1 6 0,2 4 0,1 3-24,-1 1 1,4-4 0,1-1 0,1 3-39,0 0 0,-1 3 0,3-1 20,-2 0 1,0-4 0,7-2-38,3-2 1,-2-1-1,6-5 1,1-1-120,-2-4 1,5 2-1,-4-9 1,4-2-62,2-4 0,-1-2 1,0 2-1,1-3-25,-1-1 1,-6-2 0,-2-5-1,-1 0 15,0 1 1,0-1 0,-5-2-1,0 0 24,0-3 0,0-1 0,0 3 0,0-3 69,0-2 1,0 0 0,0-1 0,0 4 18,0 4 0,5 7 81,-1 4 0,1 11 0,-5 10 0,0 11 63,0 9 1,-5 5 0,-1 2-1,0 1 23,-1 4 1,2-2 0,4 6 0,-2 1-139,-2-3 1,0 6 0,5-4-1,0 4-172,0 1 0,6 0 0,4 0 152,3 1 0,8-8 0,4 3 0,2 2 0,1 1 0</inkml:trace>
  <inkml:trace contextRef="#ctx0" brushRef="#br0" timeOffset="594">24098 14503 8318,'-2'-12'-651,"-3"2"0,2-1 616,-6 6 1,5 2 0,0 8 0,0 4 239,0 4 1,0 3 0,-4 3 0,2 3-96,3 1 0,0 2 0,-1-4 1,0 2-91,0 2 1,3 1-1,-1-1 1,-1-2-87,-2-2 1,0-2 0,5-5 0,0 0 7,0 1 63,0-7 1,0-3 0,2-9 0,1-2-5,2-2 1,6 0-1,-1-3 1,3 1 12,1-1 1,-4 3 0,-1 0 0,2 2 2,2 3 0,-3 1 1,-1 2 23,3 0 0,-4 0 0,0 2 0,-2 2-22,-3 6 0,-1 3 1,-2 1-1,0 0-3,0 1 1,-7 4 0,-2 0 0,-4-1-45,-1-2 1,-6 0 0,0 1-1,-1 3-55,0-3 1,0-1 0,4-1 0,-3-1-327,3 0 1,1 1-580,2-1 988,6-6 0,27-21 0,13-11 0</inkml:trace>
  <inkml:trace contextRef="#ctx0" brushRef="#br0" timeOffset="595">24242 14791 7968,'0'-10'167,"0"1"-19,0 6 1,0-2 0,0 10-57,0 4 0,0 4 0,0 1-12,0 1 0,0-6 1,0 1-65,0 1 0,4-3 0,3 0-7,1-1 0,1 2 1,6-4 4,-1-2 0,-4-1 0,-1-4 1,3-1-254,0-2 0,3-6 24,-1 1 1,1-2 142,-1-3 98,-6 7 0,-3 10 0,-9 11 88,0 4 1,-8 9 0,3-2 0,-4 5-88,-1 4 1,-1 4-1,1 6 1,0 0-100,-1 0 1,-4 5 0,0 0-1,1-3-29,2-5 0,2-5 1,-1-8-1,1-3 54,0-4 0,-1-6 0,1-4 0,1-7 54,4-6 0,-3-7 0,6-8 1,0-2 39,-1-3 0,-2 4 0,4-3 1,0-1-18,-1 1 1,2 3 0,-4-4 0,2 3-29,3 2 1,1 2-1,2 2-231,0-1 0,0 6 0,2 1 229,3 1 0,30-5 0,14 0 0,6 0 0,1 0 0</inkml:trace>
  <inkml:trace contextRef="#ctx0" brushRef="#br0" timeOffset="596">24961 14892 9833,'0'-8'-378,"2"1"0,2 7 340,6 0 0,-2-1 0,2-2 0,1-2-48,2 2 0,1-4 1,0 1-1,1-1-15,-1 1 1,0-5 0,1 3 0,-2-2 25,-4 1 1,2 4-62,-6-5 0,-2 2 69,-7-1 0,-4 2 0,-7 7 0,-1 0 37,-3 0 1,3 2 0,-5 3 0,2 4 97,0 4 1,0 0 0,6-2-1,2-1-44,1 1 1,2 2 0,-1 1 0,2 0-6,1 1 1,4-1-1,-1 1-37,6-1 1,0-1 0,7-2 0,3-3-107,4-2 0,1-1 1,4-5-1,1 0-85,-1 0 0,0 0 0,4 0 0,-4 0 209,-1 0 0,24-13 0,1-3 0</inkml:trace>
  <inkml:trace contextRef="#ctx0" brushRef="#br0" timeOffset="597">25277 14921 8570,'8'-7'-261,"-1"-1"-179,-7-6 0,1 1 1,3 2 605,0 1 1,3 2 0,-4-3 159,2 1 0,0 6-235,-5-6-66,0 7 1,-2-2 0,-3 10-60,-4 4 1,-4 4 0,-2 2 0,3-1-1,2 0 0,-3 4 0,5 0 0,-1-4-17,-1-1 0,7 3 1,-2-7-74,4 4 0,1-3 83,0-1 1,1-5 0,4 0-1,5-4-11,2-4 0,3-4 0,-1-7 0,2 1 18,3-1 0,-3 3 1,3 0-1,-3 3 47,-1-2 1,-6-1 0,1 1 123,1 2-78,-4 5 0,-1 0 0,-6 8-37,0 6 0,-5 3 0,0 1 0,1 1-140,-3-1 1,6 0-1,-4 1-147,3-1 0,2-4 0,2-1 265,3 3 0,22-12 0,11-2 0</inkml:trace>
  <inkml:trace contextRef="#ctx0" brushRef="#br0" timeOffset="598">25623 14863 8516,'6'-14'-400,"4"-1"1,-2 1 0,0-1-1,0 1 309,0 0 1,-5-1 314,2 1 0,-5 1-96,-5 4 0,-3 7 0,-5 8 0,2 2-74,1 4 1,2 2-1,-3 3 1,3 3-47,2-3 1,-1-1-1,4 0 1,-2 2-30,2 1 0,2 0 1,1-4-1,0-1-38,0 0 1,0 1 0,1-2-1,4-2-71,5-2 1,4-5 0,5 0 0,5-2-324,3-2 453,2 0 0,6-24 0,4-10 0,3-2 0,0 0 0</inkml:trace>
  <inkml:trace contextRef="#ctx0" brushRef="#br0" timeOffset="599">26011 14489 8516,'0'-14'-257,"0"-1"1,0 1 18,0-1 0,0 9 0,-1 6 0,-4 8 308,-5 5 0,2 8 1,-1 3-1,-3 3 12,0 1 1,2 1 0,0 0-1,-1 0-76,-1 0 1,-3 1 0,1 2 0,-1 3-38,1 2 0,0-5 0,-1 1 1,1-2 17,-1-2 0,1-2 1,0-5-58,-1-7 0,9-7 17,6-8 1,1-8 0,9-5-1,1-5-34,2 1 1,6-4 0,0 2-1,-1-1 6,-2 0 0,-2 4 0,2-4 0,2 4 60,1 2 1,-5 0 0,-4 1 0,1 2 72,2 1 0,-3 7 37,-1-2 1,-6 10 0,2 5 0,-3 2 10,-2 3 0,0 1 0,0 1 1,0 4-125,0 1 1,0-4 0,0 1 0,0-1-81,0 1 0,1-3 0,4 3 104,5-3 0,28-1 0,9-1 0</inkml:trace>
  <inkml:trace contextRef="#ctx0" brushRef="#br0" timeOffset="600">27133 14475 6623,'10'0'-84,"0"0"182,-7 0 47,3 0 1,-7 0-54,-4 0 0,2 0 0,-7 1 6,-1 4 0,-2-2-71,-1 7 0,-1-5 0,1 3-21,-1-2 0,7 0 1,2-2 2,0 0 0,2 3 38,-5-3 1,-1 0-19,-4 5 0,4-6 1,2 4-353,2-1 1,-5 2 0,1 7 322,-3-1 0,-20 26 0,-6 6 0</inkml:trace>
  <inkml:trace contextRef="#ctx0" brushRef="#br0" timeOffset="601">26874 14662 7931,'0'-15'-360,"0"1"0,2-1 0,1 1 439,2 0 0,0-1 1,-4 1-1,3-1 5,0 1 0,3 0 0,-4-1 0,3-1 26,2-3 0,0 3 0,4-3 1,-4 3 37,-2 2 0,4-1 0,-4 1 0,0-1 163,1 1 0,2 0-184,-4-1 0,0 9 0,-5 6-178,0 8 0,0 6 1,0 5-1,0 5 65,0 4 0,-5 7 1,-1 5-1,-2 5-22,-3 2 0,-7 8 0,-1-1 0,0 7-29,-2 6 0,-3 5 0,8-34 0,-2 1 1,0 1-1,-1 0-59,1 0 0,0 0 0,-2-1 0,0 0 1,-14 30-1,2-5-96,2-7 1,6-17 0,1-6 163,3-12 1,1-7 0,4-6 64,1-4 1,6-5 0,3-5 23,3-4 1,2-6 0,0-2-1,2-4-63,3-2 1,3-1-1,6-4 1,1-1-40,-1 0 1,0-5 0,2-1 0,3-1-12,5-4 0,4-7 0,0-2 0,3-2 26,2-4 0,-1-1 1,8-3-1,2 0 34,-1 1 0,4 6 1,-11 13-1,-2 7-1,-2 7 0,-8 5 0,-2 11 6,-4 4 0,-4 10 0,0 3 0,-4 1-9,-2 1 0,-1 0 1,-5 4-1,0 0-7,0 1 0,0 4 1,0 2-1,-2 0-48,-3-1 1,-3 4-1,-6-3 1,0 0-29,-1 0 1,1-1-1,-1-2 1,1 1-30,0-1 0,-5 3 0,-1-2 0,3-2-110,1-1 1,6-3-1,2-2 218,2-1 0,1 0 0,37-28 0,8-8 0</inkml:trace>
  <inkml:trace contextRef="#ctx0" brushRef="#br0" timeOffset="602">27421 14791 7824,'8'-6'-227,"0"-1"1,-5-4 336,2 2 0,0 4 32,-5-5 1,5 5 142,-1-4-133,1-1-205,-5 2 1,-6 3 0,-4 10 0,-2 3 31,-3 0 0,4 5 0,-2-2 1,-3 5-3,0 3 1,0 0 0,3-4 0,2-1 9,2 1 1,1-1-1,-4-1 1,4-2-58,2-1 1,1-6 17,5 6 0,2-7 1,3 0-1,4-6-8,4-6 1,6-4 0,0-2 0,1 1 18,0 0 1,-4-2-1,4-2 1,-4-1 36,-2 1 1,0 2 0,1 2 7,-1 0 0,-6 4 67,-3 0 0,-4 9 0,-2 1-44,-4 8 0,2 5 0,-5 1 0,0 0-36,0 1 0,3-1 1,-3 0-1,2 2-76,3 4 0,-4-4 0,2 3 0,2-3-58,2-2 0,1 1 0,0-1-171,0 0 0,1 1 314,4-1 0,22-19 0,11-4 0</inkml:trace>
  <inkml:trace contextRef="#ctx0" brushRef="#br0" timeOffset="603">27507 14863 8564,'0'-14'-190,"0"-1"0,2 1 0,1-1 0,2 1-210,-2 0 1,4 4-1,-1 1 568,2-3 0,0 0 0,3-1 0,-3 2-36,-1 1 1,4 7 0,-2-2-17,4 3 1,-3 2-135,-1 0 1,-1 2-1,2 3-46,-5 4 1,-4 4-1,-1 2 28,0-1 0,0 0 1,0 1-1,-1-1-2,-4 0 0,2 1 0,-5-1 1,0 1-32,0-1 1,3 0 113,-5 1-28,7-7 1,-3-3 0,6-10-10,0-5 1,5-3 0,1-1 0,2 0 0,3-1 0,2 1 0,1-2 0,1-2-37,-1-1 1,0 2 0,1 5-1,-1 3-148,1-2 0,-6 3 0,1 0 0,1 1-106,2 4 1,-4 1 281,1 2 0,0 0 0,4 0 0</inkml:trace>
  <inkml:trace contextRef="#ctx0" brushRef="#br0" timeOffset="604">27939 14734 6587,'0'-15'146,"0"6"1,2 1 49,2 1 0,-2-4 16,3 1 0,1 2-63,-1-1-105,0 6 1,-12-2 0,-2 10 0,-4 4-43,-1 4 0,2 1 1,0 1-1,-4-1-38,0 1 1,0 1 0,3 1 0,2 2 24,1-1 0,5-4 0,-3-3 1,2-1-87,3 1 58,1-4 1,4-1 0,3-6-19,4 0 1,4-6 0,1-4 0,1-3 5,-1-1 0,5-1 0,0 1 1,-1 0 9,-2-1 0,-2 3 1,-1 0-1,-2 3 29,-1-2 0,-2 3 0,3 0 1,-3 0 12,-1 0 1,-1 4 12,-1 0 1,-5 8-1,1 6-71,-4 3 1,-3 1 0,3 1 0,-2-1-87,2 0 1,-1 1 0,1-1-105,-2 0 247,1 1 0,10-1 0,2 1 0</inkml:trace>
  <inkml:trace contextRef="#ctx0" brushRef="#br0" timeOffset="605">28169 14705 8564,'0'-15'-238,"0"6"1,0-1-172,0-1 1,5 3 615,0-2-140,0 7 1,-5-2-1,0 10-52,0 5 0,-2 3 0,-1 1-50,-2 0 1,-5 1 0,6-1 0,-1-1-2,-2-3 1,6 2-1,-6-4-23,1 0 104,4 5-47,-4-5 1,6-2 0,2-4 0,2-7-10,6-3 0,-2-1 1,2-6-1,1 3-17,2 2 1,1-3 0,2 4-1,2-4 7,1-2 1,-2 6 0,-5 1-1,-3 0-10,2 0 0,-3 5 18,2-2 1,-7 5-1,2 5 19,-4 4 1,-1 4-1,-1 1 1,-4 1-3,-4-1 0,2 1 0,1-3 0,1 0-4,0-3 1,-1 1-1,3 4-41,-2 0 35,0-6 1,7-1 0,2-7-9,6 0 1,3-2-1,1-3 1,0-3-11,1 0 0,-1-4 1,1 2-1,-1-3 15,0-1 0,1 1 1,-1 2-1,1 3 4,-1 2 0,0-4 0,-1 4 62,-3-2 1,-2 4-43,-3 0 1,-4 4 0,4 4 0,-3 6 0,-2-2 0,0 2-77,0 1 1,0 2 0,0 1-173,0 0 0,0-4-14,0-1 247,6 1 0,27-15 0,14-4 0</inkml:trace>
  <inkml:trace contextRef="#ctx0" brushRef="#br0" timeOffset="606">28658 14762 8564,'-14'0'-67,"4"0"0,1 0-163,-2 0 0,3 0 0,-2 0 366,-1 0 1,-2 0 112,-1 0-158,6 0-227,1 0 1,9 0-1,3 0 15,4 0 0,4 0 0,1-1 27,1-4 1,-2 2 0,-2-5 0,-2 0-28,3 0 1,-6 3 0,0-3-94,1 2 186,-6-6 0,4 11 42,-10-4 1,2 3 0,-6 4 0,-1 3 17,2 4 1,-5 3 0,5-1 0,-1-2 5,-1 3 0,5 0 0,-3 3 0,2-1-3,3 0 0,1 1 0,2-1 0,0 1-33,0-1 0,2 0 1,2-1-121,6-3 0,4-4 0,4-6 0,3 0-316,1 0 434,-4 0 0,20-20 0,9-11 0,0-1 0,0 0 0</inkml:trace>
  <inkml:trace contextRef="#ctx0" brushRef="#br0" timeOffset="607">29090 14431 8564,'2'-14'-490,"2"0"1,-2-1 0,3 1-1,-2 1 1184,2 3-643,-4 4 0,6 12 1,-9 4-1,-1 3-3,-2 1 0,-4 7 1,2 1-1,-1 2-14,-3 0 0,3-4 0,-2 4 0,-1 1-28,-2 2 0,1 0 0,0-1 0,3-2-82,-2 2 0,-4 1 0,-2 2 0,-2-1-108,1 1 1,4-2 0,2-1 0,3-2-303,-2 1 486,-2-4 0,5-19 0,1-12 0</inkml:trace>
  <inkml:trace contextRef="#ctx0" brushRef="#br0" timeOffset="608">28845 14719 8564,'0'-14'0,"0"-1"-152,0 1 0,2 1 0,1 2 0,2 1-109,-2-1 1,5 5 0,2-1 0,3 3 350,1-1 1,-3 0 0,2 5 0,3 0-144,0 0 1,0 0 0,0 0-1,1 0-85,3 0 1,-1 0 0,-5 2 0,1 1-161,-1 2 298,0-1 0,-6 9 0,-1 3 0</inkml:trace>
  <inkml:trace contextRef="#ctx0" brushRef="#br0" timeOffset="609">29104 14719 7079,'15'-5'8,"-1"1"0,-4-1 1,-1 3-16,3-3 0,0 2 1,3-5 12,-1 2 1,-4-4 31,-1 5 45,-6-6 0,2 10 1,-10-4 23,-4 3 0,-4 4 0,-1 1-27,-1 2 1,1 6-1,0-1-93,-1 2 1,6 3 0,1-1-5,1 1 1,2-6 0,5 1 0,0 1-75,0 2 1,0-4 0,2 1-1,3-1-219,4-1 1,-1 4 309,2-8 0,32 8 0,12-4 0</inkml:trace>
  <inkml:trace contextRef="#ctx0" brushRef="#br0" timeOffset="610">29363 14647 7574,'8'-6'-366,"-3"-4"0,-3-3 1,-1 1 591,4 2 1,-3 2-1,4 5 364,1-2-589,-6 0 0,10 12 0,-6 2 13,-2 4 0,-1 1 1,-4 2-1,-1 2-34,-2 1 1,-1 0 0,3-4-1,-4 1 18,-1 3 0,4-8 0,-4 4 0,1-3-17,4 1 1,-3-3 453,1-1-414,0-6 1,7-3 0,2-9 0,8-6-28,5-4 1,1 3-1,4-4 1,0 0-87,1 1 0,1 0 0,3 3 1,-1-2 91,-2-1 0,12-6 0,9 2 0</inkml:trace>
  <inkml:trace contextRef="#ctx0" brushRef="#br0" timeOffset="611">29781 14906 8571,'8'-14'-111,"-4"-1"0,0 3-1021,0 2 1338,-2-3 1,4 13-73,-6 0 1,-1 7-1,-2 7-133,-2 0 1,-2 1 0,4 1-1,-3 1 11,-2 3 0,3 0 0,-5-2 0,-1 3-216,-2 1 1,4 0 0,-1 4-1,-1-2 204,-2 2 0,-14 7 0,-3 4 0</inkml:trace>
  <inkml:trace contextRef="#ctx0" brushRef="#br0" timeOffset="612">30586 14316 8569,'-9'-5'-869,"-1"1"0,0-1 970,-4 5 1,1 6-1,2 5 1,3 5-37,2 4 1,-5 5 0,3-1 0,-2 3-75,0 2 1,1 0-1,-4 1 1,2 2-25,1 2 1,1-1 0,-4-4-1,2 0-40,1 0 1,2 3-1,-3-2 1,1-4-161,-1-4 1,3 2-1,-2-5 233,-1-1 0,5-41 0,-1-10 0</inkml:trace>
  <inkml:trace contextRef="#ctx0" brushRef="#br0" timeOffset="613">30356 14532 8569,'0'-14'-140,"0"-1"0,0 1 0,0 0 111,0-1 0,0 6 42,0-1 0,2 7 0,2-2 31,6 3 0,-2 4 1,2 1-54,1 2 0,2 5 0,3-6 0,1 0-45,2-3 1,1 4 0,-6 0 0,2-2 24,3-1 0,-1-2 1,4-2-1,-1-1-1,-4-2 1,4-5 0,-2 4-1,-1-2 10,-2-3 0,-2 3 0,-1-2 7,-3-1-4,3 5 1,-13-1 0,0 9 0,-8 3 14,-5 4 1,-2 6-1,1 2 1,0 4 0,-1 1 1,1 2-1,-1 4 1,1-3-10,0-1 1,-1 0 0,1 5 0,1-2-7,3-3 0,-1-3 0,6-7 0,2 1-7,2-1 24,1 0 1,1-6-1,4-4 1,5-8-1,2-5 1,3-4 0,1-1 0,1-1-34,3 1 1,4-5 0,-5-1 0,0 3-8,2 1 1,-5 6 0,3 1 35,-3-3 1,-3 4-5,-4-1 1,-2 7 0,-7 2 9,0 8 1,-2 5 0,-1 1 0,-4 1-3,-1-1 0,4 1 1,-4-1-1,0 0-51,0 1 1,3-1-1,-3 1 1,2-1-64,2 0 0,3 1 1,1-1-1,0 0-252,0 1 0,0-6 365,0 1 0,38-26 0,10-2 0</inkml:trace>
  <inkml:trace contextRef="#ctx0" brushRef="#br0" timeOffset="614">30903 14690 6371,'0'-9'259,"0"-1"0,0 5-245,0-4 0,1 4-2,4-5 1,-2 2 0,7-3 140,1 2-59,-4 5 1,4-4-21,-7 4 0,0 2 1,-8-1-1,-2 4 33,-2 4 1,3 6-1,-3-1-90,2 3 1,-4 1-1,4 1 1,0-1-42,-1 0 0,2 1 0,5-1-115,0 1 1,0-1 0,0 0-125,0 1 0,2-6 0,3-1-48,4-1 0,4-3 311,2-4 0,-7 7 0,-2 1 0</inkml:trace>
  <inkml:trace contextRef="#ctx0" brushRef="#br0" timeOffset="615">31047 14676 8510,'8'-6'-710,"-4"-4"1,0 2 0,-1-2 893,2-1 0,1-2 1,-1-1-57,4 0 1,-1 4-1,2 2-17,1 2 0,-3-4 0,2 5-66,1 2 0,-5 3 0,1 3 0,-2 4-70,-1 1 0,6 1 1,-5 6-1,-1-1 15,3 0 0,-6 1 1,4 1-1,-3 1-47,-2 3 0,0-1 1,0-5-1,0 1-68,0-1 1,-2-1-1,-1-2 52,-2-2 56,0-5 0,5 0 28,0-8 0,7-4 1,1-7-1,1 1-60,1 0 0,0-1 0,4 1 0,0-1-118,1 1 0,-1 1 0,2 2 167,3 1 0,10-12 0,8-8 0</inkml:trace>
  <inkml:trace contextRef="#ctx0" brushRef="#br0" timeOffset="616">31421 14647 8510,'0'10'-1557,"0"-1"2029,0-5-321,0 2 0,1-6 0,4 0-73,5 0 1,-2-5 0,1-1-88,2-2 0,1 3 0,-1-3 1,-2 0-18,3 0 0,-1 3 1,0-3-1,-1 0-20,1 0 0,-3 0 0,0-3 0,0 3-29,0 2 0,-5-6-26,2 3 0,-5 1 85,-5-2 0,-3 7 1,-6 0-1,-1 5 28,1 2 0,-1 6 1,1-4-1,0 2 36,-1 3 1,2-3-1,2 2-34,2 1 0,5 2 1,-2 0-1,1-2-141,0-1 0,1-1 0,5 6-31,4-1 1,-2-1 0,7-2-1,1-3-46,2-2 1,-2 1 0,2-4 203,3 2 0,20-15 0,9-7 0,2-3 0,1 0 0</inkml:trace>
  <inkml:trace contextRef="#ctx0" brushRef="#br0" timeOffset="617">32140 14115 8510,'10'-24'-91,"-1"0"1,-6 6 0,2-1 0,-3 3 86,-2 2-35,0 6 1,-5 3 0,-1 11 0,-1 7-42,1 5 1,-5 7 0,3-1 0,-2 3 75,0 2 0,2 2 0,-3 1 0,2 1-97,-3-1 0,4 0 1,-1 0-1,-2 3-14,-2 2 1,-1-3-1,-2 2 1,-2 0 49,-1-4 0,0-4 0,4-4 1,2-5 51,4-3 1,1-8 31,3-3 1,3-5 0,-1-3 0,5-3-1,3-2 0,6 3 0,-2-3 0,4 0-2,2 0 1,-6 5 0,1-4-4,1 1 1,2 4 321,1-3-242,-6 4 0,-1 2 0,-7 4-56,0 5 0,-7 1 1,-2 0-1,-4-1-53,-2 1 1,6 2 0,-1 1 0,-1-1-80,-2-3 1,-1 2 0,-1-2-168,1 3 1,1 1 0,2-1-107,1-3 367,7-4 0,35-25 0,16-5 0</inkml:trace>
  <inkml:trace contextRef="#ctx0" brushRef="#br0" timeOffset="618">32140 14532 8510,'6'-8'-825,"-2"2"475,5 6 0,-4-2 551,5-3 25,-7 4 0,3-4-24,-6 10 1,0-2-36,0 7 0,0-1-200,0 5 1,0-4 0,0 0 123,0 1-99,0-5 1,2 5 0,3-6-40,4-2 0,4-1 1,0-4-1,-2-1-2,-1-2 0,-1-4 1,5 2-1,1 1 16,-1 0 0,-4-4 1,-1 4 44,3-2 1,-4 4 34,1 0 1,-6 4 0,2 4 7,-3 6 0,-7 4 0,-1 4 0,-2 3-33,-4 1 1,-2 7 0,-4 6-1,-2 2-34,-3 3 0,-1 1 0,-4 3 0,-1-1-19,0 0 0,0-1 0,0-4 0,1-6 20,-1-7 1,0-4 0,2-6 0,1-3 88,2-2 1,8-5-1,0-10 1,7-5 7,2-2 0,3-3 0,4-1 1,0-1-84,0-3 0,1 0 1,4 2-1,5-1-44,2 1 1,4-2-1,4 0 1,4 3-181,3 1 1,-3 3 220,0 3 0,44-9 0,-25 11 0,-1 0 0</inkml:trace>
  <inkml:trace contextRef="#ctx0" brushRef="#br0" timeOffset="619">2920 16662 8489,'-9'0'0,"-1"0"-700,-1 0 0,-2 0 462,-1 0 1,-1 0 0,1 0 274,0 0 0,4 0 0,0 0 25,-1 0 1,3 0 0,-1 0 8,-3 0 0,4 0 118,-1 0-111,6 0 1,-5 0-32,3 0 0,3-2 188,-3-3-110,4 4 0,1-12 122,0 3 0,0 2 0,0-1 0,0 4 9,0-5-265,0 7 1,0-3 1,0 17-134,0 3 1,0 9 0,0-4 0,-2 0-64,-3 2 0,2-4 0,-5 6 0,2-3-147,3-2 0,0 1 0,-1-3 0,0-3 351,0 0 0,9-52 0,3-10 0</inkml:trace>
  <inkml:trace contextRef="#ctx0" brushRef="#br0" timeOffset="620">2805 16331 8489,'-1'-15'-587,"-4"1"105,3 6 0,-4 3 409,6 10 1,1 3-1,3 8 1,2 1-221,2 3 293,-5-1 0,29 53 0,-16-29 0,0 0 0</inkml:trace>
  <inkml:trace contextRef="#ctx0" brushRef="#br0" timeOffset="621">3035 16633 8489,'-9'-5'-637,"-1"0"0,5 0 738,-4 5 1,6 2 0,-2 3 0,3 4-39,2 4 1,-5 2-1,1 1 1,0 1-46,3 2 1,1 0-1,0-3 1,0 2-62,0 1 0,0 0 0,0-4 156,0-1-67,0 1 1,6-9-1,4-6-124,3-8 0,-4-10 0,1-2 0,1-4-46,2-7 1,-4 3 0,1-6 0,0 4 25,-2 1 0,4-6 1,-4-2-1,0-2 25,-3 1 0,2 0 0,-3-5 0,0 1 30,-3 4 1,-1-2 0,0 6 0,0 2 37,0 2 0,-5 1 0,-1 3 0,0 6 91,-1 5 1,-4 12-15,1 3 0,2 13 0,0 12 0,2 6 63,3 2 0,1 6 0,2-4 0,0 2-111,0 3 1,0 1 0,0 2-1,0 1-14,0-1 0,7-2 0,2-1 1,4-1-157,1 1 0,1-5 0,-1-2 1,2-4-119,3-5 1,-3-3 0,5-8 263,0-4 0,8-28 0,7-13 0</inkml:trace>
  <inkml:trace contextRef="#ctx0" brushRef="#br0" timeOffset="622">3381 16604 6422,'0'-10'141,"0"1"1,1 4-115,4-5 1,-3 6 149,2-6-66,-2 7 1,-4-4 39,-2 7 0,0 7 0,-4 2-121,2 4 0,1 2 0,4-1 0,-2 0-58,-2 1 1,0-1 0,5 1 0,0 1-51,0 3 0,0-8 0,2 3 1,1-1-229,2 0 0,4-4 1,-3-1 305,2-1 0,34-22 0,12-9 0</inkml:trace>
  <inkml:trace contextRef="#ctx0" brushRef="#br0" timeOffset="623">3553 16546 8455,'0'-14'-262,"0"6"1,-4 3-1,-1 10 1,2 5 307,1 2 1,2 3-1,0 1 1,-2 1-33,-2 3 1,2-1 0,-3-3-56,4 3 1,1-3-1,0 3-51,0-3 0,1-8-29,4-3 0,1-5 0,6-3 0,-3-5 28,2-5 0,1 2 0,-1-10 0,-2 2-13,2 0 0,2-2 1,0 3-1,-2-1 51,-1 1 0,-2 2 1,3 2 153,-1 0 0,-6 4 13,6 0 0,-7 14 0,2 0 0,-3 9 6,-2 6 0,0-3 0,-2 5 0,-1-2-61,-2 1 1,0 4 0,5-4 0,0 1-77,0 0 1,0 3-1,0-3 1,0-1-227,0 1 0,0 3 0,2-6 245,3-5 0,9-12 0,8-9 0</inkml:trace>
  <inkml:trace contextRef="#ctx0" brushRef="#br0" timeOffset="624">3884 16302 8455,'0'-15'-949,"0"6"499,0-1 0,-1 7 555,-4-2 0,3 10 1,-3 5-1,4 2-50,1 3 0,0 6 0,0 1 1,0 2-40,0 0 0,1 0 1,3 5-1,0 0-67,0-1 1,-1 1 0,0 1 0,2 1-68,-2-2 1,3 3 0,1-10 0,-1 0-158,1-2 0,2 0 275,-4-1 0,6-6 0,-3-6 0</inkml:trace>
  <inkml:trace contextRef="#ctx0" brushRef="#br0" timeOffset="625">3913 16561 7350,'-8'0'-351,"2"-2"607,6-3-154,0 4 0,0-7-116,0 3 1,1 3 0,4-4-28,5 0 0,-2 4 0,1-3 0,2 4 25,2 1 0,2-5 0,-1 0-748,0 2 764,1 1 0,25-4 0,6-2 0</inkml:trace>
  <inkml:trace contextRef="#ctx0" brushRef="#br0" timeOffset="626">4158 16503 8447,'-8'-1'-820,"3"-4"897,3 3 1,2-3-1,2 10-54,3 5 0,-4 3 0,4 1 0,-3 0-83,-2 1 0,4-1 1,1 1-1,-2-1-205,-1 0 0,-2 1 0,0-1 0,0 1 265,0-1 0,6-19 0,2-4 0</inkml:trace>
  <inkml:trace contextRef="#ctx0" brushRef="#br0" timeOffset="627">4158 16331 7782,'-7'-8'-887,"6"1"1,-6 9 886,7 3 0,45 22 0,11 11 0</inkml:trace>
  <inkml:trace contextRef="#ctx0" brushRef="#br0" timeOffset="628">4431 16374 7192,'0'-10'80,"2"1"-31,2-3 0,0 6 1,4 0-1,0-1-72,-1-2 0,-2 1 1,5-2-1,-1-1-6,-1-2 0,4-1 1,-6 1-1,0 2-18,1 1 0,-1 1 0,-3-6 45,2 1 0,0-1 35,-5 1 0,-2 6-9,-2 3 1,-4 5 0,-5 5 0,2 5 45,1 2 0,5 4 1,-4 4-1,-1 4-39,2 3 0,-3 1 1,6 1-1,0 2-39,-1 2 1,4-2 0,-2 4 0,2 0-22,2 3 0,-5-3 0,0 1 1,2-3-45,2 1 0,1-1 0,0-5 0,0-3-125,0-1 1,0-2 0,0 2 197,0-4 0,-13-30 0,-3-8 0</inkml:trace>
  <inkml:trace contextRef="#ctx0" brushRef="#br0" timeOffset="629">4345 16561 8447,'9'-5'-552,"1"0"0,-5-6 230,4 1 0,1 4 0,4 1 292,1 4 1,-6 1 0,1 0 0,1 0-40,2 0 1,-4 0 0,1 0 68,1 0 0,2 6 0,1 2 0</inkml:trace>
  <inkml:trace contextRef="#ctx0" brushRef="#br0" timeOffset="630">4589 16475 7508,'-8'6'-82,"2"2"13,6 6 0,1-4 31,4-1 0,-2-1 0,7 2-8,1-5 1,-3-4-22,2-1 1,-1 0 65,6 0 0,-6-1 48,1-4 0,0 3 72,4-2 0,-6 4 0,-2 4-76,1 6 0,-6 4 0,4 4 0,-3 3-58,-2 1 1,4 4-1,1 6 1,-2 3-21,-1 2 1,-2 1 0,0 4-1,0-2 14,0-2 0,0-6 1,0 1-1,-2-2 6,-2-2 1,-3-2 0,-4-3 0,1-7 7,-1-5 1,-1-6 0,-3-6 0,1 0 43,-1 0 1,1 0-1,0-2 1,-1-2 2,1-6 0,-1-3 1,1-1-1,1-1-29,4 1 0,-3 4 0,6 1 1,0-4-14,-1-5 0,2 2 1,5-3-1,0 3-165,0 2 0,2 0 1,1-1-1,4 1-38,1-1 0,1 1 0,6 0 205,-1-1 0,26-6 0,6-1 0</inkml:trace>
  <inkml:trace contextRef="#ctx0" brushRef="#br0" timeOffset="631">4848 16546 8349,'0'-9'-633,"0"-1"749,0 7 1,0 8-206,0 9 1,0 4-1,0-4 1,2 1-65,3-1 1,-4 0 0,4 1 0,-3-1-810,-2 1 962,6-1 0,-4 0 0,4 1 0</inkml:trace>
  <inkml:trace contextRef="#ctx0" brushRef="#br0" timeOffset="632">4906 16446 8339,'0'-15'-224,"0"1"0,0 0-201,0-1 1,0 6 333,0-1 0,0 8 0,0 2 0,0 8 17,0 5 1,0 3 0,0 2-246,0 1 319,0 0 0,12 40 0,4 12 0</inkml:trace>
  <inkml:trace contextRef="#ctx0" brushRef="#br0" timeOffset="633">5050 16561 7569,'-13'1'-276,"3"4"1,-1-2-1,6 7 322,2 1 1,1 2-31,2 1 35,0 1 0,2-7-16,3-3 0,-2-4 1,5-2-35,-2-4 1,4 2 0,-5-7 0,0-1-21,1-2 0,-4 3 0,4 2 0,-1 0 7,0 0 1,1 5 0,-3-3-12,2-1 1,1 6 22,-1-4 1,-3 5-1,4 3 1,-1 4-58,0 1 1,-1 1 0,-2 6 0,1-1-71,2 0 0,1 1 0,-2-1 0,2 1-91,2-1 218,2 0 0,17 7 0,3 1 0</inkml:trace>
  <inkml:trace contextRef="#ctx0" brushRef="#br0" timeOffset="634">5323 16503 8339,'0'-14'-534,"0"0"1,0-1 0,-2 2 260,-2 4 0,2-4 749,-3 3-425,4 4 1,-4 6-1,0 10-17,2 2 0,-4-2 1,3 0-1,0 1-29,3 2 1,1 1 0,0 0-19,0 1 0,0-6 9,0 1 0,0-5-2,0 4-46,6-6 1,1 2-53,2-10 0,2 2 73,-6-6 0,2 5 1,-4-2 66,2 0 1,-1 6-8,-4 0 0,2 1 1,1 9-1,2 1 9,-2 2 1,-1 8 0,-2 3-1,1 3-2,4 2 1,-3 6 0,2 3 0,-2 4-27,-2 1 1,0 5 0,0 0-1,0-2 16,0-1 0,-2-4 0,-2-2 1,-6-6 42,-3-2 1,-1-10 0,0-5 0,-1-7 23,1-2 1,-5-3-1,-1-4 1,3-1-53,1-4 0,1-5 0,1-7 1,1-2-66,4 1 1,-3-3 0,8 0 0,0 1-149,3-1 0,1-5 0,1 2 172,4-3 0,29-21 0,12-5 0</inkml:trace>
  <inkml:trace contextRef="#ctx0" brushRef="#br0" timeOffset="635">6129 16345 8378,'0'-14'-217,"0"-2"0,0-2 0,0-1-101,0 1 0,0 1 0,0-1 1,0-1 377,0 1 0,0 2 0,0 2 0,0 0 169,0-1 0,0 1 23,0-1-245,0 7 0,0 8 0,0 12 0,0 4 26,0 3 0,0 6 0,0-2 0,0 2-43,0 4 1,-5-3 0,0 9 0,2-2-45,1 1 0,1 1 0,-3-3 0,0 2-11,0-2 0,1 3 1,0-2-1,-2-1 18,2-1 1,1-9 0,2-3 0,0-3 38,0-1-21,0-7 1,5-8-1,2-10 1,1-3-15,3-1 0,2-5 0,-1 0 0,0 1 42,-3 2 1,1 6 0,4 1 0,1-1 12,-1 2 0,-5 0 0,1 5 22,1-2 0,-3 0 0,2 5 91,1 0 0,-5 2-54,-1 3 0,-3 3 0,-2 6-31,0 1 1,-7-1 0,-2 0 0,-4 1-46,-1-1 0,-1-4 0,1-1 0,1 3-67,4 0 1,-9 3-1,4-2-174,-2-4 0,6-1-281,5-3 527,4-4 0,1 6 0,0-7 0</inkml:trace>
  <inkml:trace contextRef="#ctx0" brushRef="#br0" timeOffset="636">6517 16431 8405,'-5'10'-340,"0"0"1,-4-1-1,4 6 1,2-1 397,1 0 1,2 2-1,0 2 1,0 3-81,0 1 1,0-4 0,0 2 0,0 0-97,0-1 1,0 0 0,0-5 0,2-1-381,3-3 498,-4 3 0,12-82 0,-9 28 0,0 0 0</inkml:trace>
  <inkml:trace contextRef="#ctx0" brushRef="#br0" timeOffset="637">6517 16475 8405,'0'-21'-679,"0"3"0,0-6 1,0 0 551,0 2 0,0-4 0,0 7 0,0 1 426,0 2-156,0 2-158,0 6 0,0 8 0,2 10 0,1 4 12,2 5 3,-1-3 0,16 43 0,4 4 0</inkml:trace>
  <inkml:trace contextRef="#ctx0" brushRef="#br0" timeOffset="638">6862 16431 8405,'-8'-6'-523,"4"-4"538,-4 4 1,1-2-9,-2 3 0,-4 5-17,3 0 0,-1 7 1,0 5-1,3 0-80,1-3 0,1-1 1,3 3 42,-2-1 1,0 0-33,5 4-21,0-6 1,2-2-47,3-6 1,-2-5 0,5-1 33,-2-2 1,4 3 0,-4-3 53,2 2 1,-3 1 117,5 5 1,-6 0-47,6 0 0,-5 7 0,3 4 16,-2 6 1,-1 1 0,-5 4 0,0 1 11,0-1 1,0-3 0,0 5-1,0 0 16,0-1 0,-2 2 0,-1-4 0,-3 0-10,-2-1 1,-2 4-1,-6-4 1,-1-3-2,-3-1 1,1-6 0,3-1-1,-1 1-15,-3-2 0,0-2 0,2-6 0,-1 0-53,1 0 0,2 0-164,2 0 1,6-1-1,5-4-501,6-5 686,5 4 0,23-14 0,10-5 0,2 1 0,0 0 0</inkml:trace>
  <inkml:trace contextRef="#ctx0" brushRef="#br0" timeOffset="639">7179 16374 8405,'-10'-13'0,"1"2"-389,-3 1 0,0 2 1,-3-1 362,1 4 0,-1 3 0,1 4 62,0 3 0,4 3 0,1 6-30,-3 0 1,6 1 0,1-1 0,4 1-32,1-1 0,0-4 0,0-1-15,0 2 0,4-3 0,3 0 10,1-1 0,1-2 0,6-5-6,-1 0 0,-4 0 0,-1-2 1,2-1-53,2-2 1,-3-5 0,-1 6 67,3 0 0,0-2 42,3 1 1,-6 0-1,-1 7 92,-1 3 0,-2-2 0,-5 8 0,0 4-37,0 2 0,-5 9 0,-2-4 0,-1 4 2,-3 2 0,-3-2 0,-4 8 1,-1-4-47,1-1 0,-2-1 0,1 1 0,-1-2-42,0-3 1,-1 2 0,-3-7 0,3-3-23,0-5 0,5 1 0,-3-8 27,3 0 1,3-4 0,4-5-173,4-5 1,5-3-1,5-1 1,4 0 175,4-1 0,11-17 0,5-8 0,2-3 0,0 0 0</inkml:trace>
  <inkml:trace contextRef="#ctx0" brushRef="#br0" timeOffset="640">7294 16532 8405,'-14'0'-1281,"4"0"1289,0 0 242,7 0-241,-3 0 1,7 0 0,4-2-27,5-2 0,-2 2 1,0-4-1,0 1-9,0 0 1,-3-5 0,2 4-21,0-2 1,2 3 33,-4-4 0,0 4 23,-5-5 0,-2 9 23,-2 1 1,0 6 0,-4 9 0,2-1-40,3 0 1,1 1 0,2-1 0,0 0-47,0 1 0,0-1 0,0 1 1,0-1-103,0 0 1,5 1 0,1-2 0,2-4 152,4-4 0,39-29 0,11-8 0</inkml:trace>
  <inkml:trace contextRef="#ctx0" brushRef="#br0" timeOffset="641">7524 16388 8098,'10'0'-102,"-1"0"1,-1 2-1,2 3 1,-4 4 77,1 4 1,-4 1-1,6 1 1,1 1 11,-2 3 0,3-3 0,-6 3 0,-2-3-35,-1-2 1,3 1 0,-1-1 239,0 1-185,-3-7 1,-1-8 0,0-10 0,0-3-44,0-1 0,0-5 0,0-2 1,2 0-70,3 0 1,-2-4 0,6 2 0,1 1 103,-2 3 0,30-16 0,2-4 0</inkml:trace>
  <inkml:trace contextRef="#ctx0" brushRef="#br0" timeOffset="642">8387 16388 8405,'0'-14'-360,"0"4"1,0 1 0,0-3 153,0 0 0,0 2 0,-1 0 495,-4-1 0,2 0 0,-5 0 0,0 3-108,0 1 0,3 3 0,-5 4 0,-1 0-162,-2 0 1,4 6 0,-1 5 0,-1 5 1,-2 3 1,4 7-1,1-4 1,1 2-42,4 0 1,1 0-1,2 5 1,0-2-114,0-3 1,2 2 0,1-5 0,4-1-91,1 1 1,0-2-1,3-4 1,-2-1-43,3 1 0,0-6 0,3-1 0,-1-1 265,1-4 0,-1-2 0,13-52 0,3-13 0</inkml:trace>
  <inkml:trace contextRef="#ctx0" brushRef="#br0" timeOffset="643">8459 16489 8405,'-6'-14'-255,"3"1"1,-5 2-141,1 1 0,1 7 629,1-2 0,2 3-153,-7 2 0,7 7 0,-2 2-64,4 4 1,1 2 0,1-1-71,4 0 0,-2-1 0,7-3 0,-1-4 14,-1 0 0,5-4 1,-3 3 8,3-4 1,-4-2 0,1-2-100,1-2 0,-5-6 1,1 1 30,-1-3 1,-4 4 51,3-1 1,-5 2 0,-5-1-49,-5 4 0,2 3 0,-1 2-104,-3 0 0,4 2 198,-1 3 0,-1 22 0,-4 11 0</inkml:trace>
  <inkml:trace contextRef="#ctx0" brushRef="#br0" timeOffset="644">8689 16403 8405,'-14'0'-994,"4"0"708,1 0 0,4 1 401,-5 4 0,6 3 1,-4 6-91,1 1 0,3-1 0,4 1 1,0-1-71,0 0 1,1-4-19,4-1 1,3-5 20,6 0 1,1-2-1,-3-4 1,0-2-36,-3-6 0,1-3 0,3-1 23,-4 0 0,4-1 0,-5 1 1,2 1-25,-1 3 1,-4-2 74,5 2 38,-1 4 0,4 1 0,-3 10-20,-6 4 0,-2 4 1,-2 1-1,2 1-73,2-1 1,-2 1-1,3-1 58,-4 0 0,6 7 0,1 1 0</inkml:trace>
  <inkml:trace contextRef="#ctx0" brushRef="#br0" timeOffset="645">9020 16100 8405,'0'-6'-381,"0"6"0,0 6 1,0 9-1,0 1 425,0 3 1,-4 3 0,-1 9-1,2 2-62,1 6 1,2-3 0,0 3 0,-2 1-51,-2 1 1,2-2 0,-3-3 0,4 0-12,1-4 0,0-4 0,0-4 79,0-4 0,-7-11 0,-1-2 0</inkml:trace>
  <inkml:trace contextRef="#ctx0" brushRef="#br0" timeOffset="646">8833 16489 8405,'8'-14'-960,"0"1"0,-3 2 997,5 1 0,-2 5 0,1-3 114,2 2 1,2 1-1,2 5 1,-1 0-86,0 0 1,2-2 0,2-1 0,1-2-14,-1 2 0,3 2 0,-2 1 1,-2 0-14,-1 0 0,0 0 0,2 0 0,1 0-25,-1 0 0,-7 0 0,-2 0-11,3 0 0,-1 6 1,-2 4-4,-4 2 0,-2-2 0,1 0 0,0 1 0,0 2 0,-3-4 0,-1 1 0,0 1-92,0 2 1,0 1 0,0 0-41,0 1 0,-1-6 0,-3 1-24,0 1 0,-3-4 164,2-3 1,4-4 0,-4-4-19,3-6 1,2-3 0,0-1 0,0-1-24,0 1 0,2 0 0,1-2 0,4-2-23,1-1 1,0 0 0,3 3 0,-2-2 23,3-1 1,-4 0-1,1 6 1,2 2 83,2 1 1,-3 7-1,-2-3 1,0 1 31,0 0 1,-4 0 0,4 7 48,-1 3 1,-1-2 0,-3 6 0,2 3-46,-2 0 0,-1 3 0,-2-1 0,0 1-89,0-1 1,0 0 0,0 1 0,0-1-124,0 1 0,0-1 0,0 0-222,0 1 0,0-1 345,0 0 0,0-6 0,0-1 0</inkml:trace>
  <inkml:trace contextRef="#ctx0" brushRef="#br0" timeOffset="647">9380 16201 7590,'0'43'0</inkml:trace>
  <inkml:trace contextRef="#ctx0" brushRef="#br0" timeOffset="648">9581 16000 8405,'0'14'-624,"-1"0"0,-2 1 519,-2-1 0,0 1 0,5 1 0,0 1 212,0 2 0,0 7 1,0-2-1,0 5-94,0 4 0,0-2 0,0 4 0,0-2-36,0 1 1,0 0 0,0-7 0,0-2-90,0-1 0,-2-6 114,-2 1 1,2-11 8,-3-8 0,4-6 0,1-9 0,0 1-30,0 0 1,1-1 0,4 1 0,3-1-63,0 1 0,5 0 1,-5-1-1,1 2 45,1 4 0,0-2 0,2 4 0,0 1 116,-3-1 1,1 3-12,4 4 1,1 0 0,-3 1-23,-2 4 1,-4 3-1,-6 6 1,0 1 43,0-1 1,-1 1-1,-4-1 1,-5 0-64,-2 1 1,-3 4 0,1 0 0,-1 0-190,1 2 0,-5-5 1,0 3-73,1-3 0,2-1 0,2-1 233,-1 0 0,14-18 0,2-6 0</inkml:trace>
  <inkml:trace contextRef="#ctx0" brushRef="#br0" timeOffset="649">9783 16403 8049,'0'14'92,"0"0"-151,0 1 0,0-1-71,0 1 0,0-1 59,0 0 0,1-6-8,4-3 1,3-3 33,7-2 0,-3-7 1,0-1-1,-4-1-40,-2-1 1,5 1-1,-3-6 68,0 1 0,3 4 0,-4 2 26,1 2 0,-3 1 21,4 5 1,-6 2 0,2 2-34,-3 6 1,-1-2 0,3 2 0,0 1-70,-1 2 1,-1 1 0,-2 0 0,0 1 71,0-1 0,6 7 0,2 1 0</inkml:trace>
  <inkml:trace contextRef="#ctx0" brushRef="#br0" timeOffset="650">10099 15971 8128,'8'6'-168,"-3"4"0,-3 3 199,-2 1 1,0 7 0,0 3-1,0 3-71,0 2 0,0 6 0,0 3 1,0 4-63,0 1 0,0 3 0,0-1 0,0-5-47,0-3 1,-5 1-1,-1-4 1,-2-2 148,-4-2 0,-20-14 0,-6-3 0</inkml:trace>
  <inkml:trace contextRef="#ctx0" brushRef="#br0" timeOffset="651">9970 16403 8405,'0'-15'0,"1"1"0,3-1-140,0 1 0,6 4 1,-4 1-1,2-1 90,4 2 1,-1 0 0,0 5-1,-1-2-59,1 2 1,6 1 0,3 2-31,-3 0 0,-1 5 0,-1 2 0,-1 1 139,0 3 0,1 21 0,-1 6 0</inkml:trace>
  <inkml:trace contextRef="#ctx0" brushRef="#br0" timeOffset="652">10272 16403 8405,'0'-15'-476,"-6"7"473,-4 3 0,4 5 0,-1 4 0,2 2-45,1 2 1,-1 2 0,5 4-37,0 0 0,1 1 12,4-1 0,3-1 0,7-3 1,-1-6 45,0-2 1,1-2 0,-1-2 12,1-2 0,-1 0 0,-1-5 0,-2-1-76,-2 2 0,-4-5 0,3 4 58,-1-4 1,-4-1 0,-8 1 27,-5 3 1,2-1-1,-1 6 1,-2 2 22,-2 1 1,-1-2 0,-1-1 81,1 2 0,4-4 39,1 2-100,5 1 0,4-1 0,10 0 1,3 2 77,1 1 1,5 2-1,2 0 1,1-1-40,4-4 1,0 3 0,-1-3 0,-1 4 3,2 1 1,1 0 0,2 0 0,0 1-74,-1 4 1,-4 2 0,-1 4 0,-3-2-144,-2 3 0,-7 5 0,-3 2 1,-1 1-63,-4 0 1,-3-4-1,-3 4 1,-4-4 126,-1-2 1,-1-5 0,-6-1 0,1-1 67,-1-4 0,1-3 0,1-5 221,4-4 1,1-4 0,4-1 0,0-1-130,0 1 1,3-1 0,1 1 0,1 0-205,4-1 0,-2-4 0,5 0 1,0 3-55,0 5 0,2-2 1,4 3-1,1-3-173,-1-1 0,1 6 0,-1 3 338,0 4 0,14 7 0,2 2 0</inkml:trace>
  <inkml:trace contextRef="#ctx0" brushRef="#br0" timeOffset="653">11006 16187 8405,'-10'-13'-468,"1"3"1,-1-1-1,-4 6 726,-1 2 0,6 2-192,-1 1 1,2 1 0,-2 4 0,6 5-37,2 2 0,2 3 0,0-1 0,0 2-15,0 3 1,6-3 0,2 3 0,2-1-32,0 1 0,-1-3 1,6 5-1,-1-2-5,0 0 0,-4 1 0,-2-6 0,0 0 2,0 1 1,-5-1 0,2 1-1,-4-1 11,-1 0 0,-6 1 0,-3-1 1,-6-1-45,-4-4 1,-2 4-1,-4-5 1,1 2-50,-2-1 1,4-5 0,-1 2 0,2-1-241,4 0 1,1-1 340,2-4 0,18-19 0,6-5 0</inkml:trace>
  <inkml:trace contextRef="#ctx0" brushRef="#br0" timeOffset="654">11696 16489 8405,'-12'-10'-452,"0"2"0,4 0 673,2 0 0,-4 4 1,6-6-1,-1 0 25,-2 2 1,4-4 0,-5 2 0,2-3-71,3-1 1,-4 4 0,2 1 0,2-3-79,2 0 0,1-4 0,0-2 0,0-1-132,0 1 0,8-2 0,4-1 0,8 0-75,2 0 0,-3-3 1,5 5-1,2 1-30,1 2 0,0 4 0,-1 0 1,-4 4 45,-1 2 0,-2 1 1,-6 7 48,-4 3 1,-4 4-1,-10 9 1,-6 3 0,-6 1 1,-6 7 0,-7 4-1,-2-1-8,-2-1 0,-4 2 1,4 1-1,1-2 40,-2-2 1,4-3 0,-2-3 0,4-4 443,5-4-228,3-8 1,15-4 0,7-8-138,12-6 0,3-3 0,8-1 0,2-1-98,1 1 0,2 0 1,-1-1-1,1 2-325,0 4 0,-2-4 0,-1 5 355,-2 0 0,-20-11 0,1 3 0</inkml:trace>
  <inkml:trace contextRef="#ctx0" brushRef="#br0" timeOffset="655">12488 16072 6074,'14'0'0</inkml:trace>
  <inkml:trace contextRef="#ctx0" brushRef="#br0" timeOffset="656">12473 16331 8458,'0'-15'-116,"0"1"-203,0-1 0,0 1 370,0 0 1,0-1 59,0 1 0,0 0-106,0-1 0,0 1-20,0-1 0,0 6-48,0-1 1,-6 9-1,-4 1 33,-3 8 0,-1 9 1,0 4-1,-2 0 15,-4 0 1,9 4-1,-3-1 1,1 2 0,0-2 1,1 3-1,0-5 1,4 1-5,2-4 0,1-8 1,5-1 12,0 1 1,2-5 0,3-3-25,4-6 1,4 0 0,1-7 0,1-1-46,-1-2 1,-1-1 0,-2 0 0,-1-2 26,1-4 1,0 4 0,0-3 0,-1 3 11,1 2 1,-3-1 0,0 1 91,-2 0 68,6-1 0,-11 9 0,4 6-55,-3 8 1,-2 9 0,0 3 0,0-1-93,0 2 1,0-5 0,0 4 0,0 0-33,0-1 0,0 0 0,0-5 0,0 1-153,0-1 0,1 1-476,4-1 683,3-6 0,13-46 0,1-18 0</inkml:trace>
  <inkml:trace contextRef="#ctx0" brushRef="#br0" timeOffset="657">12631 15913 8458,'0'-28'-231,"0"0"0,0 3 1,0 2-282,0 3 0,0 0 765,0 6 1,0 8 0,0 6 0,0 8-208,0 4 0,0 8 0,0 0 0,0 3-26,0 2 1,0 7 0,0 2 0,0-2-79,0-2 1,0 4-1,0 1 1,0 0-84,0 0 0,0 4 0,0-6 0,0-1-70,0-1 1,0 2-1,0-1 1,0-3-254,0-3 464,0-9 0,7-2 0,1-9 0</inkml:trace>
  <inkml:trace contextRef="#ctx0" brushRef="#br0" timeOffset="658">12818 16216 8458,'0'-15'-352,"0"6"91,0-1 1,0 5 391,0-4-106,0 5 1,0 0 0,0 8 0,2 6 20,3 3 1,-4 1 0,4 1 0,-3-1-58,-2 0 1,1 5-1,3 1 1,2-3-25,2-1 1,-5 3-1,4 1 1,-3-3 14,1-1 1,5-1-1,-5-1 1,-1 0-14,3 1 1,-6-1 25,4 1 1,-3-1 0,-4-1 5,-3-4 1,-3-2 0,-6-7 0,0 0-5,-1 0 1,6 0-1,-1 0 1,-1 0-132,-2 0 1,3 0-326,1 0 0,6-2 461,-2-3 0,29-16 0,8-9 0</inkml:trace>
  <inkml:trace contextRef="#ctx0" brushRef="#br0" timeOffset="659">13077 16287 8458,'-9'-9'0,"-1"1"-256,-1 1 1,3 3-1,-2 5 1,1 4 345,1 5 0,-5 2 0,5 3 0,-1 1-5,-1 3 0,5-1 0,-3 4 0,2 0-70,3 1 0,1-6 1,2 3-47,0-4 1,6-4-1,4-2 1,3-5-9,1-4 1,0-2 0,2-4 0,2-5-22,1-2 0,0-3 0,-4 1 0,-1-1 16,1 1 0,-3-5 1,0 0-1,-4 1 8,-2 2 0,4 2 0,-6-1 0,0 1 9,-3-1 0,-2 1 0,-4 1-7,-5 4 1,-3 2 0,-1 7 0,0 0-70,-1 0 1,2 7-1,2 2 1,3 4-149,2 1 1,-4 1 250,5-1 0,45 26 0,16 7 0</inkml:trace>
  <inkml:trace contextRef="#ctx0" brushRef="#br0" timeOffset="660">13912 15957 8462,'0'-23'0,"-5"-2"0,0 4 0,2 0 0,1 0 0,2 2 0,0 5 0,0-1-144,0 1 81,0 6 1,0 3 0,0 10 0,0 6 106,0 7 0,0 6 0,0 9 0,0 4-59,0 0 1,0 4 0,0-2 0,-1 4-43,-4 5 1,2-3-1,-5 3 1,0-5-2,0-5 0,3 4 0,-3-6 0,0 1 13,0-3 0,5-5 0,-3-5 23,-1-5 0,6-11 113,-4-8 1,3-7-1,2-7 1,0 0-108,0-1 0,2-4 0,1-2 0,3 0-75,2 1 1,2-4 0,3 4 0,-2 1 7,-1-2 0,-1 5 0,4-3 0,-2 3 12,-1 2 1,-2 0 0,3 1 0,-2 2 79,3 1 1,-4 7 0,1-2 11,2 3 1,-3 7-1,0 2 1,0 1 0,0 3 0,0 2 0,4 1 1,-4 2-73,-2 3 1,4-3 0,-4 2 0,2-6-5,3-2 0,-3 0 1,0 4-1,0-1-41,0-4 0,-3 3 1,3-6-1,0 0-72,0 1 167,-5-2 0,16-25 0,-3-4 0</inkml:trace>
  <inkml:trace contextRef="#ctx0" brushRef="#br0" timeOffset="661">14156 16287 8462,'-14'-8'-1774,"4"-3"1921,1 6 94,6 1-195,-4 4 1,9 0-1,3 0-39,4 0 1,-1 0 0,2-2-34,1-3 1,2 2-2,1-6 0,-4 5 0,-2-2 13,-2 0 1,1 2-56,-3-5 78,-2 6 1,-2-4 14,-10 7 0,4 7 0,0 1 0,1 1-5,0 1 1,0-1 0,5 6 0,0-1-67,0 0 1,0-4 0,0 0-89,0 1 1,7 2-1,2-1 1,4-2-323,1-5 457,1-4 0,57-33 0,-29 12 0,0 0 0</inkml:trace>
  <inkml:trace contextRef="#ctx0" brushRef="#br0" timeOffset="662">14487 15885 8462,'-4'-15'-86,"-3"1"-136,-1-1 0,3 7 200,-4 4 0,6 8 1,-2 8-1,3 5 77,2 7 0,0 3 0,0 4 0,0 2 28,0 6 0,0 2 0,0 2 0,0 1-84,0-1 0,5 5 1,0 1-1,-2 1-170,-1-1 1,-2-1 0,0-4 0,0-1 52,0 0 0,0-6 0,0-4 0,0-4-83,0-5 0,-5-3-10,0-7 1,-1-6 0,2-5-163,0-6 373,-1-5 0,5-57 0,0-14 0</inkml:trace>
  <inkml:trace contextRef="#ctx0" brushRef="#br0" timeOffset="663">14689 16000 8462,'0'-15'-122,"0"1"1,0 0 0,0-1 0,0 1-112,0-1 1,0 1 0,0 0 776,0-1-495,0 1 0,0 7 34,0 7 0,0 13 0,0 11 1,0 3-82,0 2 0,0 6 1,0 4-1,0 2-11,0 2 0,0 2 0,0 2 1,0 1-69,0-2 1,0 5 0,0 0 0,0 4-42,0 2 0,0-9 1,0 5-1,0-7-53,0-3 0,-5 0 1,-1-1-1,-1-5-634,1-8 805,-5-7 0,9-14 0,-17-53 0,3-19 0</inkml:trace>
  <inkml:trace contextRef="#ctx0" brushRef="#br0" timeOffset="664">14588 16403 8462,'8'-28'-127,"-3"4"0,-2-1 0,0 6 1,2 1-80,-2 2 1,5 2 0,2 1-1,3 2 271,1 1 0,-3 7 1,2-3-1,3 1-31,0 0 1,0 0 0,-2 5 0,1 0 32,-1 0 0,0 0 0,1 2-90,-1 3 0,1 3-35,-1 6 1,-6 0 2,-3 1 0,-10-1 0,-5 0-52,-2 1 0,-3-6 0,1 1-146,-1 1 1,1 0 0,0 1-41,-1-3 293,7-6 0,15-9 0,9-10 0</inkml:trace>
  <inkml:trace contextRef="#ctx0" brushRef="#br0" timeOffset="665">14976 16244 8446,'0'-9'-121,"0"-1"-85,0-1 0,0-2 1,0-1 184,0-1 0,0 6 0,0-1 206,0-1 1,0 3-103,0-2 0,-6 7-78,-3-2 1,2 10 0,2 5-1,2 3 10,-2 1 0,4 0 1,-4 1-1,3-1-36,2 1 1,0-1-1,2 2 1,1 1 13,2 3 0,6-1 1,-1-6-1,1-2-16,-2-2 1,4 1 0,-3 3-1,3-2-62,1-1 0,-4-6 1,-1 4-89,2-1 0,-4 4 74,-2-1 1,-10 1 0,-5 0 0,-3-3-111,-1-2 1,0 4 0,-1-4-113,1 2 321,6-4 0,14-17 0,10-11 0</inkml:trace>
  <inkml:trace contextRef="#ctx0" brushRef="#br0" timeOffset="666">15667 16144 8446,'0'-15'0,"0"1"-42,0-1 1,0 1 0,0 0-277,0-1 1,0 1 409,0-1-50,0 7 1,0 4 0,0 8 9,0 6 0,0 3 0,0 3 1,0 1-41,0 3 1,0 0 0,0-2 0,-2 3-8,-2 1 1,2-4-1,-3 3 1,2-2-30,-2 0 1,4 0 0,-4-5 0,3 1-127,2-1 1,0-4 105,0-1 1,2-5 15,3 0 0,-2-7 1,6-3-1,1-4-36,-2-6 0,5 2 0,-4-5 1,3 3-19,-3 1 1,4 1-1,-5 0 45,0-1 0,3 6 65,-6-1 63,0 7 1,-5 3 0,0 9-57,0 4 0,0-3 0,0-1 29,0 3 1,1-4-7,4 1 1,3-6-60,7 2 0,-6-3 0,1-2-13,1 0 1,-5-2 0,1-1 0,-2-4-25,-1 0 1,6-3-44,-5-4 0,1 1 0,-3 2-193,2 1 1,0 5-476,-5-4 749,0 5 0,19-2 0,5 6 0</inkml:trace>
  <inkml:trace contextRef="#ctx0" brushRef="#br0" timeOffset="667">15969 16129 8139,'10'-5'-161,"-1"1"0,-4-1 347,5 5-127,-7 0 1,3 1-54,-6 4 1,-1 3 0,-2 7-163,-2-1 0,0-4 1,5-1-1,-2 1-296,-2-2 1,2 5 451,-3-4 0,-3-2 0,0-1 0</inkml:trace>
  <inkml:trace contextRef="#ctx0" brushRef="#br0" timeOffset="668">15998 16014 8356,'0'-14'-1649,"0"-1"1417,0 1 163,0 6 0,0 3 69,0 10 0,6 16 0,2 9 0</inkml:trace>
  <inkml:trace contextRef="#ctx0" brushRef="#br0" timeOffset="669">16243 15885 8356,'-10'0'20,"0"0"1,7 6 0,-3 4 0,1 4 20,0 5 0,0-1 1,5 6-1,0 1-139,0 2 0,0 2 0,0 0 0,0 0-16,0 0 1,0 4-1,0 1 1,0-2-49,0-2 0,-1-1 1,-2-2-1,-4-1-650,-1-2 812,5-7 0,-16-22 0,3-12 0</inkml:trace>
  <inkml:trace contextRef="#ctx0" brushRef="#br0" timeOffset="670">16084 16144 8356,'-6'-8'-367,"4"0"116,-3 3 1,5 2 337,5-7 1,3 7 0,7-2 0,-1 3-61,0 2 1,1-4 0,1-3 0,3 1-72,5-1 1,-2 1-1,1 1 1,-1-3 0,0 0 0,1-3 0,1 5 0,-5-1 5,-3 1 1,-2-4 0,-1 4 0,-2 0-10,-1-1 52,-7 2 0,-1 7 0,-9 3 1,-1 4 25,-3 4 1,-2 6 0,-1 2 0,0 0-16,-1 0 1,6 4-1,-1-1 1,0 2-49,2-2 1,-3 3 0,5-5 0,0 2-140,-1 0 1,2-6 219,5 1 1,2-9 0,3-6-36,4-2 1,2-8 0,1-4 0,-3-3 2,2-1 0,2-5 0,2-2 0,-1 0 1,0 0 0,1 2 1,-1 5-1,1-1 29,-1 1 1,0 6-1,-1 2 1,-2 1 16,-1 0 1,-5 0 0,4 7-68,2 3 1,1 3-1,-1 6 1,-2 0-224,3 1 226,0-1 0,41 26 0,10 6 0</inkml:trace>
  <inkml:trace contextRef="#ctx0" brushRef="#br0" timeOffset="671">17307 15870 8398,'8'-24'0,"-3"2"-240,-3 1 1,-2-3-491,0 5 939,0 0 0,0 17 1,-2 9-1,-1 8-143,-2 9 0,-1 8 0,2 4 0,0-1-59,0 0 1,-2 5 0,0 0 0,-1 5-57,1 3 1,-4 0 0,4-7-1,-2-1-165,-3-2 0,3 1 0,0 2 0,0-4-74,0-8 0,4-2 0,-2-8 288,0-1 0,-2-8 0,-7-49 0,1-17 0</inkml:trace>
  <inkml:trace contextRef="#ctx0" brushRef="#br0" timeOffset="672">17091 16129 8398,'0'-19'0,"2"-2"-350,3-1 0,-4 4 0,6-1 388,-1 3 0,-3 8 1,7 3 4,1 4 0,-3 1 1,2 0-1,1 1 19,2 4 1,1-2 0,0 5 0,1 0-34,-1 0 1,5-5 0,1 2 0,-1-3-41,2-2 0,-4 0 0,6 0 0,-3 0 2,-2 0 0,3 0 0,-2-2 0,-2-1-28,-1-2 1,0-6 0,0 1 0,0-2-7,-3-3 0,-2 1 0,4 0 0,-2-1-37,-4 1 0,2-1 100,-6 1 0,-2 1 5,-7 4 1,-4 4-1,-7 10 1,1 6 79,-1 6 1,6 1 0,-1 6-1,-1 2-70,-2 1 1,0 1-1,2 1 1,2 0-51,-3 0 0,6 0 1,0-1-1,1 1-26,0 0 0,0-7 1,5-3-1,0-3 5,0-1 1,2-7 0,3-3 52,4-4 0,7-7 0,2-4 0,-2-3-37,1-1 0,1 0 1,-4-2-1,1-2-48,-1-1 1,1-5-1,-1 5 1,-1 1 25,-4 2 1,4 7-1,-5-1 1,2 0-21,-1 2 0,-4 2 87,5 6 1,-7 2 0,2 2 0,-4 6 20,-1 3 1,0 6-1,-1 2 1,-3 0-27,0-1 1,-1 0 0,5-4 0,0 1-91,0 2 1,0 5 0,0-5 0,1-1-61,4-2 0,-2-3 0,7-2 0,1-1-65,2 1 1,-3-5 0,-1-1-1,2-3 195,2-2 0,14-32 0,4-8 0</inkml:trace>
  <inkml:trace contextRef="#ctx0" brushRef="#br0" timeOffset="673">17796 16201 8398,'0'-14'-406,"0"6"1,0 0 492,0 3 1,2 3-122,3-2 0,-2 0 0,7 1 23,1-2 0,-3-4 0,0 2-38,-2-1 1,4 4-49,-6-6 177,1 0 0,-6 2 0,-4 5 57,-5 6 1,2 5 0,-1 7 0,-1-1-57,2 1 1,2-1 0,6 0-1,0 1-111,0-1 1,0 1-1,1-1 1,6 0-670,7 1 699,0-1 0,40-18 0,16-10 0,1 2 0,0-1 0</inkml:trace>
  <inkml:trace contextRef="#ctx0" brushRef="#br0" timeOffset="674">18688 16201 8400,'8'-22'0,"-3"3"-70,-3 3 0,2 1 0,1 1 68,-2-1 0,4 1 0,-2 0 75,-2-1 0,-2 6 167,-1-1 0,0 5-264,0-4 1,-1 5-1,-4 1 1,-3 6-4,0 7 1,-5 3-1,4 1 1,-4 1 10,-1-1 0,-1 5 0,1 2 1,-1 1-38,1 4 1,0-4-1,1 1 1,2-2 14,1-4 0,7-1 0,-2-2 0,3 1-24,2-1 60,0 1 0,7-7 0,2-5 0,4-6-1,2-7 0,4-8 0,2-2 0,1-3-15,4-2 1,-4-2 0,0-4-1,-1-1-60,-3-1 1,4-3 0,0 4-1,1-1 11,-4 1 0,-5 0 0,-2 0 0,-3-3-12,2-2 0,-4 5 0,-2-2 0,-2 3-23,2-3 0,-4 2 0,4-6 0,-4-1 45,-1 2 0,-4 7 0,-3 8 170,-1 1 1,-1 8 0,-6 10-32,1 6 1,0 12 0,-1 8 0,2 5 31,4 0 0,-2 3 0,4 1 0,1 3-61,-1 2 0,-2-1 0,2 4 0,1-1-81,0 1 0,1 1 1,5 3-1,0-3-37,0-3 1,0 2 0,0-6 0,1-2-78,4-2 0,3-7 1,7-4-1,-1-5-503,0-4 645,1 3 0,31-44 0,8-2 0</inkml:trace>
  <inkml:trace contextRef="#ctx0" brushRef="#br0" timeOffset="675">19048 15957 7835,'-10'1'-854,"2"4"877,2 5 0,1 2 1,5 3-1,0-1-21,0 0 0,0 1 0,0 1 0,0 1-58,0 3 1,0-1 0,0-5 0,0 1-357,0-1 412,0 0 0,-6-6 0,-2-1 0</inkml:trace>
  <inkml:trace contextRef="#ctx0" brushRef="#br0" timeOffset="676">19048 15827 8400,'0'-14'0,"0"-1"-596,0 1 1,-2 4 564,-2 1 0,2 7-25,-3 2 1,4 6 0,1 9 0,0-1-163,0 1 0,0 4 218,0 0 0,-7 45 0,-1 6 0</inkml:trace>
  <inkml:trace contextRef="#ctx0" brushRef="#br0" timeOffset="677">19120 16043 8400,'14'-7'-1252,"1"1"1373,-1-4 1,-4 4 0,-1 6-53,2 0 1,2 6-1,2 4-114,-1 3 1,-4 1 0,-2 1 10,-2-1 1,0 0-1,-2 1 1,0-1-60,0 1 1,-3-6 200,-1 1-46,0-7 0,0-9-39,0-14 0,0 1 0,0 0 0,0 3-32,0 2 0,5-6 0,1 1 0,1 2-60,-1 1 0,4 1 0,-4 1 0,2 1-279,3 4 1,-3-3-168,2 8 515,-1-1 0,-1 30 0,-1 7 0</inkml:trace>
  <inkml:trace contextRef="#ctx0" brushRef="#br0" timeOffset="678">19408 16057 8400,'-10'0'-1612,"0"0"2443,7 0-828,-3 0 0,7-1 13,4-4 0,-2 3 1,7-4-95,1-1 1,2 4 0,1-5-181,1 2 0,-1-4 209,1 5 0,-7-1 100,-4 1 0,-2 5 0,-4 0 14,-2 8 0,-3 5 0,-4 1 0,1 1 27,-1-1 0,3 1 0,0-1 0,2 2-115,3 3 0,1-3 0,2 3 0,0-3-179,0-1 1,0-1 0,2-1-85,2-3 0,4 1 0,7-6 286,-1-2 0,33-27 0,7-8 0</inkml:trace>
  <inkml:trace contextRef="#ctx0" brushRef="#br0" timeOffset="679">19695 15928 8400,'-14'0'-1281,"0"0"1391,-1 0 0,2 6 1,2 4-1,3 3-37,2 1 1,1 2 0,5 1 0,0 3-44,0-3 0,0 4 0,0-2 1,0 0-91,0 2 1,5-5 0,1 2 0,2-5 11,3-4 0,2-4 0,2 3 0,-1-2-98,0-2 0,1-3 0,-1-1 0,2-1-201,3-4 0,-3 2 347,3-7 0,10-32 0,2-12 0</inkml:trace>
  <inkml:trace contextRef="#ctx0" brushRef="#br0" timeOffset="680">19882 15726 8400,'0'-9'-292,"-1"1"91,-4 1 0,3 4 134,-2 8 1,-3 3 0,2 8 0,2 3 84,2 5 1,-1-2 0,-1 2 0,-2 4-3,2 4 1,1-2-1,2 5 1,-1-1-71,-4-1 1,3 6-1,-3-4 1,2 0-101,-2 0 0,4-1 1,-4-5-1,3-2-401,2-3 555,0 3 0,-6-24 0,-2 2 0</inkml:trace>
  <inkml:trace contextRef="#ctx0" brushRef="#br0" timeOffset="681">19796 16043 8400,'6'-15'-450,"4"1"1,-2 1-1,2 2 475,1 2 1,2 1 0,1-2 77,0 5 0,1 4 0,-1 2-13,1 4 1,-1 3-1,-1 6-43,-4 1 0,-2-1 0,-6 2 0,3 2-40,0 1 0,1 0 0,-5-5 0,0 1-37,0-1 0,-1 5 0,-3 1 0,-2-3-112,-2-1 1,3-1-1,-3-1 1,0-1-239,0-4 0,3 2 380,-4-6 0,6-2 0,-2-7 0,3-6 0,12-26 0,6-11 0,0-4 0,0 0 0</inkml:trace>
  <inkml:trace contextRef="#ctx0" brushRef="#br0" timeOffset="682">20012 15856 5851,'0'14'-14,"-5"-4"1,0-1 13,2 3 0,-5 52 0,0 14 0</inkml:trace>
  <inkml:trace contextRef="#ctx0" brushRef="#br0" timeOffset="683">20098 16129 8400,'-9'0'-190,"-1"0"1,2 2 137,-2 3 1,4-2 0,6 6-37,0 3 1,2-6 98,2-1 1,4-4 0,7-1-1,-1 0-93,1 0 0,-1-1 0,0-2 48,1-2 0,-1-6 0,-1 1 36,-3-3 0,1 4 0,-6-1 27,-2-1 1,-2-2-25,-1-1 1,-1 1-1,-4 3 1,-5 5-150,-2 4 0,-3 1-130,1 0 0,-1 0 274,1 0 0,0 19 0,-1 5 0</inkml:trace>
  <inkml:trace contextRef="#ctx0" brushRef="#br0" timeOffset="684">20386 16000 8400,'-6'8'-135,"2"0"0,-5-4-376,-2 6 0,3-2 1,0 2 514,1 1 1,2 2-1,5 1 51,0 0 20,0 1 0,2-7-20,3-3 0,-2-4 1,5-2-1,0-4-34,0-5 0,-3 2 0,4-1 0,1-3-24,-2 0 1,5-1-1,-4 2 1,3 1-11,-3-1 0,4 0 0,-5-1 0,1 5-7,1 0 0,0-2 6,4 4 1,-4 0-1,-1 5 0,-4 6 0,3 4-52,-2 3 1,1 4 0,-4 1 0,2-2-333,-2 1 398,-1 1 0,36 28 0,10 9 0</inkml:trace>
  <inkml:trace contextRef="#ctx0" brushRef="#br0" timeOffset="685">21033 15985 8395,'-9'0'-372,"-1"0"0,5 0 330,-4 0 1,6 7 0,-4 1 0,2 1 37,1 1 1,-1-1-1,3 6 1,-1-1 41,-2 1 0,0-1 0,5 0 72,0 1-58,0-1 0,2-1 0,3-3-53,4-6 0,-1-7 0,2-3 0,0-2-69,-2-3 0,3-2 0,-5-2 0,1-1-23,-1-3 1,4 3 0,-4-3-1,0 1 57,1-1 0,-1 3 1,-3-4-1,2 0 45,-2 1 1,-1-2 0,-2 4 0,0-2 22,0 1 0,0 2 0,0 2-51,0-1-31,0 1 1,-2 7 0,-1 7-10,-2 8 0,-1 7 0,1 2 1,-3 3-104,0-3 1,-3 4 0,6 0 161,2 1 0,-11 34 0,-2 13 0</inkml:trace>
  <inkml:trace contextRef="#ctx0" brushRef="#br0" timeOffset="686">21235 15928 8395,'1'-15'-504,"4"1"1,-2 4-1,7 1 699,1-2 1,-3 3 0,2-2-1,1 0-190,2 2 0,1-4 0,0 2 0,1-3 15,-1-1 1,-4-1 0,-2 1 0,0 0-113,0-1 1,-5 1 0,2 0 3,-4-1 0,-1 1 92,0-1 1,-1 7-1,-4 4 1,-5 4 42,-2 4 1,2 4 0,0 7 0,-1-1 59,-2 1 1,4 5 0,-1 4-1,-1 3-36,-2 2 1,4 2 0,1 1 0,0 3-74,0 2 0,3-4 0,-5 5 1,1 2-64,1 2 0,-3 0 0,4-4 0,1-4-39,-1-4 0,-2-1 0,2-2 0,1-3-106,0-5 1,-4-3-1,4-2 210,-2 1 0,-8-39 0,-7-10 0</inkml:trace>
  <inkml:trace contextRef="#ctx0" brushRef="#br0" timeOffset="687">21134 16100 8395,'0'-14'-668,"5"4"0,1 1 659,2-2 0,2 4 1,4 2 3,1 4 1,1-4 0,1 0 0,4 2-58,1 1 0,2 2 0,5 0 0,0 0 62,0 0 0,25 7 0,7 1 0</inkml:trace>
  <inkml:trace contextRef="#ctx0" brushRef="#br0" timeOffset="688">22069 15669 8395,'0'-10'-154,"-1"2"-265,-4 2 0,2 3 621,-7 7 0,7 6 1,-2 8-1,3 1-116,2-2 0,-1 6 0,-2 1 0,-2 3-73,2 2 1,1-1 0,0 1-1,-1 2-229,-2 2 1,-4 2 0,2 5 0,-1-3-203,-3-2 0,-1 4 1,-3-6 417,1-1 0,-13-21 0,-4-6 0</inkml:trace>
  <inkml:trace contextRef="#ctx0" brushRef="#br0" timeOffset="689">21753 15870 8395,'-2'-8'43,"-3"3"0,5 4 1,0 1-1,8 0-22,5 0 0,1 0 0,2 0 0,4 0 7,4 0 1,-2 0-1,2-2 1,2-1-127,1-2 0,2 0 0,-1 4 0,3-2 18,2-2 0,-7-5 0,3 4 0,-4-2-25,-2-3 0,2 3 1,-6-2-1,-1 0 10,-2 2 0,-8-4 1,-2 4 79,1 0 0,-7 1 1,0 7 24,-8 0 1,0 0 0,-2 2 0,-1 3-24,-2 4 1,-6 6-1,0 2 1,1 4 130,2 1 1,2-2 0,-1 4-1,1 0-130,0-2 0,-1 5 1,2-3-1,2 2-75,2-2 1,5 1-1,-2-4 1,1 0 3,0 0 1,2-9 96,8-7 0,3-3 0,6-4 0,1-3-9,-1-4 1,2-4-1,2-1 1,3-1-49,1 1 0,-4-2 0,1-2 0,-3-1 8,-2 2 1,2 5 0,2 3 8,1-2 0,-5 4 126,-4 2 1,-7 5-70,2 5 1,-4 3 0,-1 7-55,0-1 0,0 0 0,-1-1 0,-2-2-71,-2-1 1,0-1-1,5 6-111,0-1 0,0 1 0,0-1 205,0 0 0,19-12 0,5-4 0</inkml:trace>
  <inkml:trace contextRef="#ctx0" brushRef="#br0" timeOffset="690">22357 16014 6606,'-8'-10'1018,"3"1"-940,4 6 1,2-4-159,4 7 1,-2 0-4,7 0 1,-1-1 34,6-4 1,-1 2-23,1-7 1,-6 7 0,-1-3-65,-2-1 136,-1 6 1,-6-6 168,-4 7 0,3 2 1,-4 3 194,-1 4 0,6 4 0,-4 1 0,4 1-235,1-1 0,0 0 1,1 1-333,4-1 1,4-1 200,11-3 0,18-8 0,10-4 0,6-2 0,1 0 0</inkml:trace>
  <inkml:trace contextRef="#ctx0" brushRef="#br0" timeOffset="691">23119 16129 8384,'-14'0'-314,"0"0"0,1 2 0,2 1 814,1 2 1,7 1 22,-2-1-365,4-3 1,2 4 0,4-8-155,5-2 0,4-4 0,3-7 1,4-1-44,2-3 0,-1-2 0,4-4 0,-2 1-39,1-2 1,2-3-1,2-3 1,-2-3-120,-3-2 1,2 4 0,-7-4 0,-1 0 20,-2 1 0,-4 2 1,-2-3-1,-5 2 103,-4 3 1,-1 2 0,0 1 0,-1 2 44,-4 3 1,-3 8-1,-6 8 86,-1 1 0,1 4 0,-1 10 7,1 7 0,4 2 1,1 8-1,-2 0 34,-2-2 1,3 10 0,2-3-1,0 1-27,0 1 1,4 2-1,-4 3 1,1-1-71,4 0 1,0 3 0,0-3 0,-2 1-68,2-1 0,1-2 0,2-4 1,0 0-226,0 0 0,6-5 1,4-2-140,3-1 0,1-8 429,0-9 0,1-2 0,-1-2 0</inkml:trace>
  <inkml:trace contextRef="#ctx0" brushRef="#br0" timeOffset="692">23465 15971 7321,'-15'0'-91,"6"0"1,1 2 0,0 2 178,0 6 0,5 3 0,-2 1 0,3 0-43,2 1 1,-5 1 0,1 1 0,0 3-45,3-3 1,2-1 0,4-1-21,5-1 1,-2-6-1,1-3 1,3-4 3,0-1 1,3 0-1,-1-1 1,1-2 3,-1-2 0,0-6 0,1 1 0,-3-3-5,-2-1 1,3-1 0,-5 1 0,0 0-1,-3-1 1,-4 1-1,-1-1 1,0 1-67,0 0 0,0 4 0,-1 2-59,-4 2 1,-3 1 0,-7 5-283,1 0 423,6 0 0,-5 19 0,5 5 0</inkml:trace>
  <inkml:trace contextRef="#ctx0" brushRef="#br0" timeOffset="693">23810 15885 8450,'-13'-7'0,"2"-1"-153,1 0 0,6 0 1,-6 5-46,-1-2 0,3 0 0,0 7 455,2 3 1,-4 3 0,5 6 0,2 1-211,1-1 1,4 0 0,1 1-1,4-1-56,1 1 1,-1-1 0,5 0 0,-3 1 16,2-1 0,7 0 0,1 1 1,-1-2-18,-2-4 1,-3 4 0,-2-5 0,-2 2-17,3-1 0,-6-4-31,-1 5 0,-5-6 0,-5 4-78,-5-1 0,-7-2 1,-2-5-1,-1 0-76,0 0 0,4 4 0,-4 1 0,4-2-265,2-1 0,5-2 475,-1 0 0,32-26 0,4-6 0</inkml:trace>
  <inkml:trace contextRef="#ctx0" brushRef="#br0" timeOffset="694">24098 15856 8450,'0'-10'-487,"-2"2"551,-3 2 1,-3 1 98,-6 5 0,4 0 0,2 2 0,2 2-59,3 6 0,0-2 0,-1 2 0,0 1-73,0 2 1,3 6-1,1 0 1,0-1-42,0-2 0,0-2 0,0 0 1,0 1 30,0-1 0,0 0 1,0 1-4,0-1 0,0 1 0,-2-1 0,-3 0-77,-4 1 0,-4-1 1,-3 1-1,-3-1-301,-5 0 1,-3 1 359,-2-1 0,-38 1 0,-10-1 0</inkml:trace>
  <inkml:trace contextRef="#ctx0" brushRef="#br0" timeOffset="695">24644 15913 9101,'5'-9'0,"0"-1"-147,-2-1 1,-1 3 0,-1 0 0,3 0 16,0 0 1,1 3 275,-5-4-137,0 5 0,-1 0 0,-3 8 26,0 6 0,-3 3 1,4 1-1,-3 2-32,-2 3 1,3-1 0,-3 4-1,1-1-52,4-3 1,-3 2 0,1 0 0,2-3-11,1-1 0,2-1 0,0-1 0,0 0 10,0 1 1,0-6 13,0 1 1,7-7-1,2 0-19,4-6 1,1-5 0,1-6-5,-1-1 1,1 1 0,-3 0 0,0-1 22,-3 1 0,-4 4 0,5 1 4,1-3 1,-5 4 47,-1-1 1,-3 7 57,-2 2 0,0 7 0,0 7-15,0 0 0,0-4 0,0 0 13,0 1 1,0 2 0,0 1-20,0 0 0,6-6 1,4-3-66,2-3 1,3-2 0,1 0 0,1 0 9,2 0 1,1-7 0,-4-2 0,1-4-22,2-1 0,1-1 1,-6 1-1,-1-1 5,-4 1 1,3 0 0,-6-1 0,0 1-10,1 0 1,-2-1-79,-5 1 1,-2 1 0,-3 2-154,-4 1 0,1 7-715,-2-2 972,7 4 0,41-44 0,18-11 0</inkml:trace>
  <inkml:trace contextRef="#ctx0" brushRef="#br0" timeOffset="696">25177 15611 8508,'13'-29'0,"-2"2"-110,-2 3 1,-5 4 46,0 5 196,-2 7 1,-2 8-1,0 10 1,0 2-66,0 3 0,0 4 0,-2 2 0,-1 1-53,-2 4 0,1 1 0,2 2 0,-1 0-71,-2-1 0,-1 3 0,2 1 0,0 1-142,0-1 0,-4 0 0,0 0 1,-1 3-93,-1 2 1,5-3 0,-3 1-1,2-3-173,3-5 1,-4-3 462,3 0 0,0-10 0,9-9 0,22-54 0,12-15 0</inkml:trace>
  <inkml:trace contextRef="#ctx0" brushRef="#br0" timeOffset="697">25321 15885 8508,'12'-10'0,"0"2"-114,-3 2 1,-4 1 170,5 5 1,-7 6 0,3 4 5,1 3 1,-6 1-1,4 0 1,-3 1-81,-2-1 1,0 1-1,0 1 1,0 1-68,0 2 1,0 0 0,0-4 0,0-1-229,0 1 0,0-1 0,0 0 312,0 1 0,-13-7 0,-3-2 0</inkml:trace>
  <inkml:trace contextRef="#ctx0" brushRef="#br0" timeOffset="698">25508 15726 8508,'-10'0'-615,"0"0"0,7 2 0,-3 1 0,1 4 536,0 1 79,1 1 0,-9 57 0,-3 12 0</inkml:trace>
  <inkml:trace contextRef="#ctx0" brushRef="#br0" timeOffset="699">25090 16086 8508,'-6'-10'-1200,"-4"1"0,4 4 1372,1-5 0,4 1-61,1-6 1,6 1-1,2 0 1,2 1-11,-1 3 1,1-2-1,4 2 1,2-3-18,3-1 1,-3 4-1,4 2 1,-4 0-6,-2 0 0,0 3 1,1-3-1,-1 2-2,0 3 0,-4 1 0,0 2-49,1 0 0,0 2 0,0 1 1,-3 3-21,-1 2 1,-3 2-1,-4 4 26,0 1 0,0-1 1,0 1-1,0-1-13,0 0 1,0 1 0,0-1 0,0 0-15,0 1 1,-4-1-1,-1 1 1,2-1-49,1 0 0,-3 1 1,0-1-1,1 1-107,-3-1 0,6 0 0,-4 1 0,2-1-762,-2 1 910,3-1 0,-4 0 0,6 1 0</inkml:trace>
  <inkml:trace contextRef="#ctx0" brushRef="#br0" timeOffset="700">25479 15957 8423,'8'-10'-114,"-3"0"-107,-4-1 0,-1 3 261,0-1 416,0-1-309,0 2 1,0 3-1,0 10-88,0 5 1,0 7-1,0 2 1,0-1-118,0-2 1,0-2-1,0 2 1,-1 2-44,-4 1 0,3 0 1,-2-4-1,2-1-246,2 0 0,-5-4 0,0 0-541,2 1 888,2 2 0,-12-25 0,-3-5 0</inkml:trace>
  <inkml:trace contextRef="#ctx0" brushRef="#br0" timeOffset="701">25479 15769 8423,'0'-14'0,"0"0"0,0-1-936,0 1 827,0 6 1,2 3 0,1 10 0,1 5-63,0 2 1,2 3 0,-1-1 170,-2 0 0,24 39 0,5 10 0</inkml:trace>
  <inkml:trace contextRef="#ctx0" brushRef="#br0" timeOffset="702">25738 15870 8325,'0'-14'-416,"0"-1"467,0 1 1,-2 1-1,-1 5 80,-2 8 1,-6 7-1,1 9 1,-2 1-43,-3 2 0,3 7 0,0-4 0,4 2-152,2 0 1,-4-1-1,6 2 1,0-2-14,3-3 1,1 0 0,0-6 0,0 0-55,0 1 1,6-6-1,4-1 1,4-1-5,5-4 1,-3-1 0,5-4 0,-2-3-88,0-4 1,2 1 0,-3-2 0,1-3 220,-1-4 0,-2 1 0,-2-4 0,0 3 0,1-2 0,-2 1 0,-2-4 0,-3-1 0,-2 1 0,4 3 0,-6-5 0,1-2 0,2-1 0,-6 3 0,4 0 0,-3-1-115,-2-3 0,4 1 1,1 2-1,-2 1 150,-1-2 1,3 5 147,0 2 0,-1 11 0,-4 10-66,0 10 1,-1 3 0,-2 6-1,-4-1-36,-1 4 0,3 4 0,-3 0 1,2 1-27,3 0 0,-4 0 1,3-1-1,-1 0-82,-1-4 1,2 3 0,-4-3 0,0 3-7,0 2 1,4-5-1,-4-2 1,1-1 120,4-4-18,-5-7 0,6-5 1,-2-10-58,2-5 1,8-2-1,2-3 1,2 1-15,0-1 0,-2 1 1,3 0-1,-2-1-38,2 1 0,2 0 1,2-1-1,-1 2 10,0 4 0,-4-2 1,0 6 15,1 2 0,2 1 0,1 4-10,0 2 0,-6 1 0,-1 8 0,-2 3-59,-1 0 1,6 0-1,-4-2 1,1 1-139,-1-1 1,5 0 219,-1 1 0,28 12 0,9 3 0</inkml:trace>
  <inkml:trace contextRef="#ctx0" brushRef="#br0" timeOffset="703">26716 15554 8423,'0'-15'-369,"0"7"1,0 5-1,0 11 1,0 8 606,0 5 1,-1 4 0,-3 7 0,-2 4-103,-2 0 1,5-2-1,-2 4 1,2 4-160,-2 4 0,3-1 0,-4 3 0,1-3-140,0-2 0,-4 5 0,2 0 0,1-3-134,0-5 0,-4-1 1,4-5-1,-2-2-455,-4-2 752,6-7 0,-7-34 0,5-15 0</inkml:trace>
  <inkml:trace contextRef="#ctx0" brushRef="#br0" timeOffset="704">26716 15784 8207,'10'-15'-320,"-1"1"1,1 1-1,4 4 478,1 4 1,-6 3 0,1 2 0,1 0-92,2 0 1,0 7 0,-2 2 0,-2 3-73,3-3 0,-1 4 1,0-4-1,-1 4-45,1 2 0,-5-1 1,-1 0-56,-3 1 1,-2-1-1,0 1 1,-2-3-74,-3-2 0,-3 3 0,-6-4 0,-1 3-18,1-3 0,0 2 0,-1-6 0,1 0 196,-1 1 0,1-4 0,0 3 0,6-23 0,1-6 0</inkml:trace>
  <inkml:trace contextRef="#ctx0" brushRef="#br0" timeOffset="705">26990 15813 8423,'22'-13'0,"-3"2"0,-3 3-384,-2 1 1,6-2 0,-1 4 629,-2 2 0,-5 3-74,-3 4 1,-4 4-1,3 7-99,-2-1 0,-1 1 1,-5-1-1,0 0-128,0 1 0,0-1 0,0 1 1,0 1-37,0 3 0,0-8 1,0 3-1,0-1-331,0 0 1,0-3 370,0-1 0,0-7 123,0-2 1,0-7 0,0-7 0,2 0-41,3-1 1,1 1-1,5-1 1,-3-1 3,-1-3 1,4 3-1,-2-3 1,4 3-108,1 2 0,1-1 1,-2 1-1,-2-1-230,-2 1 0,1 1 0,4 2 42,1 2 0,-1 5 259,1 0 0,-7 4 0,-4 4 0,0-2 0,-1 4 8,2 1 0,-1-4 129,-4 7 0,0-6 0,0 6 229,0 1 0,0-3 1,-1 2-156,-4 1 1,3 2-1,-2 1-72,2 0 0,-3 1 1,0-1-129,2 1 0,2-1 1,2-1-14,4-4 0,-2 3 1,7-8-27,1 0 0,2-3 0,1-1-11,1 0 0,-1-6 0,0-4-61,1-3 1,-6-1-1,-1 0-43,-1-1 0,-3 1 1,-4-1-70,0 1 1,-1 0 0,-4 1-5,-5 3 1,-2 4 0,-3 6 0,1 0 215,0 0 0,-39 13 0,-10 3 0</inkml:trace>
  <inkml:trace contextRef="#ctx0" brushRef="#br0" timeOffset="706">27579 15798 8096,'-9'7'-278,"-1"2"0,7 4 0,-2 1 382,4 1 1,1-1 0,0 1-105,0-1 0,0-4 1,1-2-1,4-2 9,5-3 0,-2-1 1,1-2-1,2 0 10,2 0 0,2 0 0,-1 0 0,0-2 67,1-3 0,-1-3 0,0-6-69,1 0 0,-1-1 0,-1 1 0,-2 1-177,-1 3 1,-5-2-639,4 2 209,-6-3 589,4 5 0,-20 15 0,-3 9 0</inkml:trace>
  <inkml:trace contextRef="#ctx0" brushRef="#br0" timeOffset="707">27867 15841 9013,'0'10'-1003,"0"0"1003,0-1 0,-6 12 0,-2 1 0</inkml:trace>
  <inkml:trace contextRef="#ctx0" brushRef="#br0" timeOffset="708">27910 15626 8131,'-14'-7'-1763,"4"6"1657,1-4 1,1 10 105,-2 4 0,10 36 0,8 9 0</inkml:trace>
  <inkml:trace contextRef="#ctx0" brushRef="#br0" timeOffset="709">28112 15870 8228,'-15'0'-252,"1"0"1,0 0-1,-1 2 482,1 3 0,-1 3 0,1 6-163,0 0 0,4 1 0,2 1 0,2 1-26,2 3 0,3-1 0,1-5 6,0 0 0,1-6 0,4-3 1,5-3 79,3-2 1,1 0-1,2 0 1,2-2-101,1-3 1,2-3 0,-4-8 0,2-1-55,-1-2 1,-2-2 0,-2 3-1,1-2 9,-1-3 1,0 4-1,-1-5 1,-3-2-123,-5-1 1,-2-2-1,0-1 1,2-2 46,-2-1 1,-1-3 0,-2 4-1,-2-1 26,-3 1 1,2-3 0,-5 3 0,2 3 62,2 3 1,-2 14 0,0-1-13,-2 5 1,4 5 0,0 9 0,0 7-10,0 4 0,2 9 0,-3-2 0,4 3 22,1 2 1,0 0 0,0-1 0,1 1-43,4 0 1,-3 0 0,4 0 0,-1-1-143,0 1 1,4 5 0,-4-1-1,-2-1-107,-1-1 0,3-3 0,-1 0 294,0-4 0,10-10 0,2-8 0</inkml:trace>
  <inkml:trace contextRef="#ctx0" brushRef="#br0" timeOffset="710">28342 15856 8413,'0'-10'-388,"0"1"1,0 4 322,0-5 0,0 5 84,0-4 0,1 6 0,3-4 0,2 2 20,2 1 0,-3-1 0,3 3-119,-2-3 1,5 4 155,-1-4 255,-4 3-228,1 2 0,-9 7 0,-1 2-56,-2 4 0,-1 0 0,3-2 0,-2-1-69,2 1 0,1-3 0,2 2-53,0 1 0,2-3 0,2 0-122,6-2 1,-2 4-1,2-5 1,-1-1-280,-1 3 0,5-6 476,-3 4 0,22-16 0,6-5 0</inkml:trace>
  <inkml:trace contextRef="#ctx0" brushRef="#br0" timeOffset="711">28644 15726 7807,'-6'-8'271,"4"2"0,-4 8-108,6 2 0,0 0 1,0 5-1,0 2-67,0 2 1,0-3-1,0-1 1,0 2 2,0 2 0,0 2 1,0-1-163,0 0 1,0 1 0,-2-1-396,-3 1 1,-3-1 457,-6 0 0,-58 14 0,29-13 0,0 0 0</inkml:trace>
  <inkml:trace contextRef="#ctx0" brushRef="#br0" timeOffset="712">29191 15827 9068,'0'-14'-581,"1"1"1,3 2 0,2 3 616,2 1 1,-3-4-1,4 2 1,2-3 91,2 3 1,2-4 0,1 3 0,1-2-18,2-3 1,2 1 0,-3-1-1,1 1-13,-1 0 0,-7 1 1,-3 2-74,-2 1 0,-3 7 1,-7-2-1,-6 5-37,-3 5 0,-6 3 0,-2 6 0,0 2 18,1 3 1,-4 2-1,4 5 1,3-4 2,1-1 1,1 3 0,3-3 0,1-1-35,1 1 1,7 3 0,-2-5 0,3-1-41,2-2 0,2-2 1,3 1-145,4-1 1,4-6-1,1-3 1,2-3-22,4-2 1,-4 0 0,3 0 0,-2 0-740,3 0 969,-4-7 0,30-39 0,0-17 0</inkml:trace>
  <inkml:trace contextRef="#ctx0" brushRef="#br0" timeOffset="713">29536 15726 8511,'8'-17'-110,"-2"2"0,-1 3-282,0-1 0,0 3 0,-4 2 1345,4 2-804,-3 1 0,4 7 1,-6 2-41,0 6 0,0 3 1,0 1-1,0 1-54,0-1 0,2 2 1,1 2-1,3 1-121,2-2 0,-4 4 0,2-2 0,-1-1-42,0-2 1,1 0-1,-3 1 1,2 3-42,-2-3 0,-1-6 0,-2-1 0,-2 1-18,-3 2 1,-3 0-1,-6-2 1,0-3-183,-1-2 0,1 1 0,-2-4 349,-3 2 0,-4-45 0,-6-16 0</inkml:trace>
  <inkml:trace contextRef="#ctx0" brushRef="#br0" timeOffset="714">29853 15496 7599,'-10'7'-304,"0"2"0,7 9 0,-2 2 0,2 3 546,-2 2 1,4 3 0,-6 0 0,3 3-214,-1 2 0,0-2 0,3 2 0,-1-2-136,-2-3 0,1-4 1,4 0-1,0 0-97,0-1 0,0-7 1,1-8 203,4-2 0,-3-20 0,4-10 0</inkml:trace>
  <inkml:trace contextRef="#ctx0" brushRef="#br0" timeOffset="715">29809 15769 8434,'10'-12'0,"0"1"0,1 3-163,2 1 0,1-2 0,0 2 0,1 1 63,-1-1 0,0 3 0,1 2 0,-1-1 183,1-2 0,-1 0 1,0 7-10,1 3 0,-2-2 1,-4 6-1,-2 1-39,-1-2 1,-4 5 0,2-4 0,-2 4-112,-2 1 0,0 1 0,-2-1-25,-2 1 1,0-1 0,-4 0 0,0 1-92,0-1 1,4-4-1,-4-1 1,0 1-284,0-2 475,4 5 0,-2-37 0,6-2 0</inkml:trace>
  <inkml:trace contextRef="#ctx0" brushRef="#br0" timeOffset="716">30255 15769 7216,'-12'2'107,"2"3"1,-1-2 0,6 7-103,2 1 1,0 0-1,-1 0-77,0-1 1,-1-1-117,5 6 163,0-7 1,1-2-1,4-6 17,5 0 0,-2-1 0,1-3 1,1-2 4,-2-2 1,5-2 0,-4-2-1,3 0-48,-3 3 0,4 1 0,-5-3 0,1 3 3,1 1 1,-2 1 0,3 3 179,-1-2-26,-7 0 1,3 11-1,-6 4-64,0 3 0,-1-4 1,-2 1 0,-2 1 1,0 2-32,5 1 1,0-4 22,0 0 0,2-7-36,2 2 1,0-4 0,5-1-1,2-1 8,2-4 0,-3 2 0,-1-5 0,3 0-17,0 0 1,3 3 0,-1-3 0,1 1 1,-6 3 0,-1 2-4,-1-3 0,-1 4-14,-1-4 1,-4 10-120,4 4 1,-3 4-156,-2 1 0,1-1 0,2-2 300,2-1 0,26-7 0,1 4 0</inkml:trace>
  <inkml:trace contextRef="#ctx0" brushRef="#br0" timeOffset="717">30744 15784 8434,'8'-15'-304,"4"1"0,-8 0-147,0-1 1,2 6 638,-1-1 1,-7 7 0,-7 0-69,-4 6 1,-2 5 0,1 6 0,0 1-72,-1-1 1,3-4 0,0-1 0,4 2-32,2 2 1,-4 2-1,4-3-64,-2-2 0,5 3 41,-2-4 1,5-2-38,5-2 1,3-4 0,6-2-35,1-4 1,-1 2-1,0-5-1,1 1 1,-6 1 0,1 3 22,1-2 0,-3 0 18,2 5 0,-7 2 36,2 2 0,-4 0 0,-1 5-120,0 2 0,0 2 0,0 2-518,0-1 638,0-6 0,26-8 0,6-8 0</inkml:trace>
  <inkml:trace contextRef="#ctx0" brushRef="#br0" timeOffset="718">31032 15496 8434,'15'-24'0,"-3"2"-416,-2 1 0,3 8 296,-4 8 0,-2 10 1,-2 5-1,-2 4 188,2 5 0,-4-1 1,4 6-1,-3 1 8,-2 3 0,0 0 0,0 1 0,0 0-46,0 0 0,0 4 0,0 3 0,0-1-64,0 0 0,0 3 0,-2-3 0,-1 1-304,-2-1 0,-5-2 0,4-4 338,-2 0 0,-21-13 0,-9-3 0</inkml:trace>
  <inkml:trace contextRef="#ctx0" brushRef="#br0" timeOffset="719">30989 15798 8434,'10'-16'-26,"-1"-3"0,-4 5 1,5-2-1,-1 5-157,-1-1 0,5 4 0,-3 0 0,2 2 7,3 3 1,-1 1 0,1 2 0,-1 0-134,0 0 1,1 5 308,-1 0 0,20 19 0,4 0 0</inkml:trace>
  <inkml:trace contextRef="#ctx0" brushRef="#br0" timeOffset="720">31219 15856 8434,'-9'-2'-1720,"-1"-3"1955,7 4 1,3-7-126,9 3 1,4 3 0,2-2 0,-1 2-13,0 2 1,1-5 0,-1 0-9,1 2 1,-1-3-1,0-1-36,1-1 0,-2 4 1,-2-4 25,-2 1-75,-5-4 1,0 9-1,-8-2 1,-6 2-19,-3 2 1,-1 6-1,-1 2 1,1 2 36,0 0 0,1-1 1,2 4-1,3-2-37,1-1 1,-2-1 0,4 6-123,2-1 1,1 1 0,4-1-165,2 0 1,0-1-1,5-2 49,2-1 1,2-5 0,2 3 249,-1-2 0,32-14 0,9-8 0</inkml:trace>
  <inkml:trace contextRef="#ctx0" brushRef="#br0" timeOffset="721">31521 15784 8434,'0'-15'-74,"0"1"0,0 5 0,0-1-1184,0-1 1326,0 4 0,-4 3 17,-1 8 0,0 0 0,5 5 0,0 2-18,0 2 1,0 1-1,2 1 1,1-1-49,2 1 1,-1-1 0,-4 0-6,0 1 0,0-1 1,0 1-19,0-1 1,0-4 0,-1-1-22,-4 2 0,-8 1 0,-6-1 0,1-3-104,2-2 0,-3 1 1,-2-4-1,1 2-197,-1-2 0,2 3 326,4-1 0,27-19 0,5-10 0</inkml:trace>
  <inkml:trace contextRef="#ctx0" brushRef="#br0" timeOffset="722">32126 15712 8434,'-10'-14'-30,"0"-1"1,7 6 0,-2-1 78,4-1 1,2-2-1,4 0-48,5 4 1,3-4 0,1 5 0,-1-2 52,-4 1 0,4 4 0,-3-5 1,3-1-68,1-2 0,0 4 0,-1-1 0,-2-1-46,-1-2 1,-7-1 0,2-1 67,-4 1 1,-1 4-11,0 1 1,-6 6-1,-3-1 1,-4 8 19,-2 5 1,-4 9 0,0 3 0,1 1 39,2 3 0,-3 3 1,0 0-1,1 3-16,2 2 1,2-2-1,0 4 1,-1 0-91,1 3 1,0-1-1,1 0 1,2-2-77,1-3 1,5-1 0,-3-3-1,2 1-54,3 0 0,-4-7 0,2-3 0,1-3-178,-3-1 1,4-2-1,-5-2 355,2-2 0,-12-18 0,2-1 0</inkml:trace>
  <inkml:trace contextRef="#ctx0" brushRef="#br0" timeOffset="723">31824 15885 8434,'9'-5'-393,"1"0"0,-6-5 0,6 4 323,1-2 0,4 3 0,2-3 0,4 2 176,1 3 0,-2-1 1,4 1-1,0-2-82,-2 2 1,5 2-1,-5 1 1,2 0-54,0 0 1,-6 4-1,3 1-113,0-2 1,-5 4 0,1-1-732,-6 2 873,-4 2 0,-26 4 0,-5 1 0</inkml:trace>
  <inkml:trace contextRef="#ctx0" brushRef="#br0" timeOffset="724">32269 15913 8434,'15'0'-565,"-1"0"-45,1 0 0,-1 0 519,0 0 0,-4-1 815,0-4-479,-7 3 0,2-4 1,-10 6-127,-5 0 0,2 0 0,-1 2 1,-3 1-88,0 2 0,2 4 0,0-2 0,1 1-3,1 3 1,-3-3 0,4 1-12,-1 3 1,5-4-1,-2 1-17,4 2 1,2-3 0,4 0-1,5-1 0,2-3 0,4-4 0,2 0-38,1 0 0,0 0 0,-4-1 0,-1-2-21,1-2 1,-1-6 0,0 3 0,-1-2-116,-3 1 1,-4-1 46,-6-4 1,-1-1 0,-4 2 0,-3 2 80,0 2 0,-5 4 0,3-3 0,-2 0 80,-3 0 0,6 3 1,-1-5 137,-1-1 1,4 3-142,3-1 0,8 5 0,6 0 1,3 2 5,1 2 0,5 0 0,2 0 0,0 0 10,0 0 1,3 2 0,-4 2 0,1 6-9,0 3 0,0-4 1,-4 1-1,3 1-44,-3 2 0,-6 1 0,-3 1 0,0-1-19,0 1 0,-4-1 0,0 0 0,-2 1-153,-2-1 1,0 0 0,-2-1 251,-2-3 0,0-4 152,-5-6 0,6-6 1,-2-4-1,3-3-72,2-1 0,7-2 0,2-1 0,4-3-54,1 3 1,1 1 0,-1 1 0,2-1-258,3-3 1,-3 5 0,5-2 0,-2 5 154,0-1 0,20-26 0,-1-8 0</inkml:trace>
  <inkml:trace contextRef="#ctx0" brushRef="#br0" timeOffset="725">3208 17798 7038,'-14'-8'61,"-1"3"1,1 4-1,-1 1 131,1 0 0,-5 8 1,0 5-1,1 4 25,2 1 0,2-2 0,1 0 0,2 1-80,1 3 1,5-1-1,-3-5 1,0 0-36,0 1 1,5-1 0,-2 1 0,4-1-101,1 0 0,0-4 0,1-2 0,4 0-140,5 0 0,-2-5 0,1 4 0,3-3-149,0 1 1,3 0 0,1-5 0,1 0-177,3 0 1,-1 0 0,-3 0 462,3 0 0,22-26 0,12-6 0</inkml:trace>
  <inkml:trace contextRef="#ctx0" brushRef="#br0" timeOffset="726">3395 18086 8352,'0'-8'-714,"0"2"1195,0 6-137,0 0-261,6 0 0,2 0 0,7-2-85,-1-3 1,1 2 0,-1-7 0,0-1-48,1-2 1,1-1 0,1 0 0,1-1-22,-5 1 0,0-1 1,-9 1-1,1 0 114,1-1 0,-6 3 0,0 2 0,-7 4 41,-6-1 0,-3 6 0,-3-3 0,-5 8-34,-4 5 1,0 4 0,0 1 0,3 2-56,1 4 0,6-5 1,-1 5-1,5-4-149,4-2 0,4 5 0,6 0 0,0-1-214,0-2 0,6-6 0,5-2 0,7-2 367,6-3 0,23-15 0,10-6 0,5-2 0,0 0 0</inkml:trace>
  <inkml:trace contextRef="#ctx0" brushRef="#br0" timeOffset="727">3683 17971 8352,'0'-15'-729,"0"1"1,0 0 882,0-1 0,0 1 417,0 0 0,1-1-432,4 1 1,-2 6 0,7 3-94,1 3 0,-3 2 0,2 0 0,1 0-45,2 0 0,-4 2 0,1 1 0,1 4-37,2 1 1,0-4 0,-2 6 0,-3 1-18,-2 2 0,4-3 0,-5-1-138,-2 2 1,0 1 0,0-1-4,2-2 28,0-6 116,-5 4 1,0-14 0,0-2 0,0-4-38,0-1 1,0-1-1,1 1 1,3 0 31,0-1 0,8 1 1,-3-1-1,2 1 73,-1 0 0,3 4 1,-4 2-1,4 2 128,2 2 1,-1 3 0,0 1-9,1 0 0,-3 1 0,0 4 0,-4 5-58,-2 3 0,4 1 0,-4 0 1,0 1-66,1-1 0,-2 1 0,-5-1 1,0 0-56,0 1 0,0-1 109,0 0 1,-2-6-79,-3-3 1,4-5 0,-4-5 0,3-6-18,2-6 0,0 1 0,0-5 0,0 2-80,0 0 1,2-2 0,1 3 0,3-3-64,2-1 0,0 3 0,4-4 1,-3 3-78,2 2 0,2-3 0,2 2 0,-1 3 246,0 5 0,1-2 0,12 24 0,3-1 0</inkml:trace>
  <inkml:trace contextRef="#ctx0" brushRef="#br0" timeOffset="728">4287 17885 8352,'-8'0'-1212,"2"-2"1596,6-3 0,1 4-262,4-4 0,-2-2 1,7 1-133,1-2 1,-3 5 0,0-4 0,0 3-3,0-1 1,-3-5 0,3 4-80,-2-2 1,1 0-20,-3-2 1,-2 2 0,1 5 74,-6-2 1,0 0-1,-5 7 1,0 3 263,0 4 1,-2 4 0,-3 2-7,4-1 0,-2 0 0,6 1 0,0-1-142,-1 1 0,4-1 0,-3 0-130,4 1 0,1-1 0,1 0-287,4 1 1,1-6-1,6-1 1,-3-1-776,2-4 1111,2-1 0,40-22 0,9-4 0</inkml:trace>
  <inkml:trace contextRef="#ctx0" brushRef="#br0" timeOffset="729">4517 17798 8231,'-14'0'-432,"4"0"1,1 0 470,-3 0 1,6 2-1,0 1 1,1 3 170,0 2 0,-1 2 0,3 6 0,-2 2-179,2 1 1,1 0 0,2-5 0,0 2-70,0 4 0,2-5 0,1 5 0,2-4-114,-2-2 1,5-1 0,0-2 0,1-3-25,1-2 0,-1-1 0,6-5 0,-1 0-94,1 0 0,-1-1 0,2-4 270,3-5 0,16-47 0,-12 22 0,-1-1 0</inkml:trace>
  <inkml:trace contextRef="#ctx0" brushRef="#br0" timeOffset="730">4733 17539 8352,'-6'-8'-458,"4"-5"0,-6 12 0,5-2 437,-2 6 1,0 5-1,5 8 1,0 1 362,0 3 1,0 4 0,0-4 0,0 3-185,0 2 1,5 3-1,0 0 1,-2 3-159,-1 2 0,-2-1 0,1 7 0,2 1-222,2 1 0,0 2 0,-3 0 1,1 1-129,2-1 0,4 3 1,-2-3-1,-1-8 350,0-7 0,18-27 0,0-10 0</inkml:trace>
  <inkml:trace contextRef="#ctx0" brushRef="#br0" timeOffset="731">4762 18000 8344,'0'-15'-620,"0"1"0,0 4 757,0 1 0,0-1 0,1-3-2,4 4 0,-2 1 0,7 5-50,1-2 0,-3-5 0,2 5-6,1 2 0,2 2-42,1 1 0,1 1-46,-1 4 1,-1 3 0,-4 6-1,-2-1-15,-1-3 1,-4 3 0,2-4 0,0 4-142,0 1 0,-2 1 0,3-1 0,-4 0-340,-1 1 0,0-1 0,0 1 505,0-1 0,-12-44 0,-4-12 0</inkml:trace>
  <inkml:trace contextRef="#ctx0" brushRef="#br0" timeOffset="732">4906 17913 8343,'0'-20'-122,"0"-1"0,0-5 1,0 4 47,0 1 0,0-3 0,0 5 0,0 1 607,0 2-440,0 2-89,0 6 1,0 8 0,0 9-155,0 4 1,1 2 0,2 1 0,2 1-197,-2 2 1,1 2 0,-1-3 345,2 1 0,19 45 0,0 6 0</inkml:trace>
  <inkml:trace contextRef="#ctx0" brushRef="#br0" timeOffset="733">5035 17956 8114,'-14'0'189,"6"0"1,1 2-205,7 3 0,0 3-4,0 6 1,5 1 0,2-3 0,1-2-42,3-5 0,2 1 0,1-1 28,0-2 0,4-3 1,-2-3-1,-3-2 14,-1 2 0,1-5 0,2-2 0,-3-2-15,-2-3 0,1 1 0,-6-1 47,-2 1 0,-1 0 1,-4-1-1,-3 3 93,-4 2 0,-4-1 0,-3 4 1,-2 1-67,-1 0 1,-1 1 0,2 5 0,-1 0-169,1 0 1,-3 6 0,2 2-78,2 0 0,7 5 0,4-3-305,-1 2 0,6 3 509,-4-1 0,3 0 0,2 1 0</inkml:trace>
  <inkml:trace contextRef="#ctx0" brushRef="#br0" timeOffset="734">5323 17870 8373,'0'15'-33,"0"-1"-14,0 0 0,2 1 1,1-1-1,2 0 24,-2 1 0,3-1 1,-1 1-1,0-1-24,1 0 1,-4-4 144,2 0 0,3-9 1,-2-1-140,-2-8 0,3-5 0,1-1 0,1-2-35,3-3 1,-3 1-1,1-4 1,1 1 90,-2 4 1,5 1 0,-5 1 0,1 2 91,1 4 1,-5-2 0,4 6 137,3 2 0,0 9 0,3 7 0,-1 6-158,0 3 0,2 2 0,2 5 0,3 0-87,1 0 0,21 38 0,-16-29 0,-1 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4.862"/>
    </inkml:context>
    <inkml:brush xml:id="br0">
      <inkml:brushProperty name="height" value="0.053" units="cm"/>
      <inkml:brushProperty name="color" value="#FF0000"/>
    </inkml:brush>
  </inkml:definitions>
  <inkml:trace contextRef="#ctx0" brushRef="#br0">6258 17913 10810,'0'-8'-507,"0"-4"0,2 10 858,2-3 1,0 4 0,5 1-325,2 0 0,-3 0 1,2 0-1,1 0-15,2 0 0,-3 0 0,-1 0 0,2 0-31,2 0 0,3 0 1,3 0-1,4 0-15,-1 0 1,10 0 0,-3 0 0,3 0-28,3 0 0,-3 0 0,6-2 0,2-1 6,2-2 1,-4 0 0,1 5 0,-1 0-10,-1 0 0,-2 0 1,-6 0-1,-1 0-105,1 0 0,-6 0 0,-4 0 0,-3 2 124,-2 3 69,-6-4 0,-21 12 0,-11-5 0</inkml:trace>
  <inkml:trace contextRef="#ctx0" brushRef="#br0" timeOffset="1">7121 17769 11994,'-13'-1'-514,"2"-4"-417,2-5 194,6 4 662,-4-7 0,9 12 0,3-4 0,4 3-62,4 2 0,1 2 0,1 1 0,-1 3 29,0 2 0,2-3 0,2 3 1,1 0 52,-1 0 0,-1-5 0,1 4 0,3-2-48,1-1 0,-4 6 0,2-5 0,0-2-16,-1-1 1,0 2 0,-5 1 0,1-2 33,-1-1 0,-4 3 161,-1 0 0,-7 6 1,-2-2 5,-8 4 1,-11 2 0,-5-1 0,-3 2-161,-2 3 1,0 2 0,0 4 65,1-1 0,5 7 1,2 6-1</inkml:trace>
  <inkml:trace contextRef="#ctx0" brushRef="#br0" timeOffset="2">8128 17698 8675,'0'-15'-13,"0"1"1,-1-1 0,-2 1-43,-2 0 0,0 4 10,5 0 0,0 6 57,0-6 1,0 8 0,0 2 0,0 8 24,0 5 0,5 3 0,0 2 1,-2 3-66,-2 1 0,-1 0 0,0 4 0,0-2-24,0 1 0,0 3 1,0-1-1,0-2-101,0-1 1,0-1-1,0 2 1,0-2-67,0-3 0,0 4 0,0-4 0,0-3-500,0-1 718,0-8 0,-6-27 1,-2-13-1</inkml:trace>
  <inkml:trace contextRef="#ctx0" brushRef="#br0" timeOffset="3">7970 17510 8677,'-6'-14'-18,"-2"-2"1,0-1-454,3-3 0,-1 1 422,1 5 0,2 6 0,7 3 87,6 3 0,3 2 0,1 0 0,2 0-13,3 0 0,-3 5 0,3 2 0,-1-1-35,1 0 0,-3 4 0,5-5 0,-2 0-13,0 1 0,5-3 1,-5 5-1,1-1-4,0-4 0,-4-2 1,5-1-11,0 0 1,0 0 0,3 0-83,-5 0 1,-5-1 0,-2-4 85,-3-5 0,-6 2 0,2-1 99,-3-2 0,-2 3 9,0-2 0,0 5 1,-2-3-22,-3 2 1,4 7 0,-6 11 0,1 5 0,4 1 1,-4 6-1,1 1-36,0 2 0,1 4 0,2 1 0,-1 3-44,-2 2 0,0 1 0,5 4 1,0-2-59,0-2 1,0-8-1,0 1 1,2-7 24,3-3 0,-2-2 0,6-6-56,3-4 1,-4-3 75,1-6 1,-1-6-1,3-3 1,-1-4 1,-5-2 0,3 1-1,-2 0 6,-3-1 0,4 1 1,-1-1-1,0 1-6,1 0 0,4-1 63,-1 1 1,-2 1 157,1 3 0,1 4-109,4 6 0,-4 2 1,-2 2-71,-2 6 1,-1-2 0,-3 2 0,1 1-21,2 2 0,1-1 1,-3 0-1,2-3-230,-2 2 0,4-3 0,-1 2 245,2 1 1,14-24-1,9-4 1</inkml:trace>
  <inkml:trace contextRef="#ctx0" brushRef="#br0" timeOffset="4">8718 17755 6677,'0'10'159,"0"-1"0,0 2-115,0 2 0,0 2 0,0-1 0,0 0-88,0 1 1,0-1 0,0 1-1,0-1-104,0 0 1,5 1-1,0-1 146,-2 0 0,11-6 0,2-1 1</inkml:trace>
  <inkml:trace contextRef="#ctx0" brushRef="#br0" timeOffset="5">8790 17568 8256,'-5'-10'-756,"1"1"0,-1 7 758,5 2 0,0 8-3,0 11 0,13 42 0,3 16 0</inkml:trace>
  <inkml:trace contextRef="#ctx0" brushRef="#br0" timeOffset="6">8963 17698 8681,'-13'-2'-147,"3"-3"217,-2 4 0,8-11-197,-5 8 1,6 0 0,-2 9 9,3 5 1,2-2 0,0 1 111,0 2 0,5 2 0,1 2 1,1-1-48,-1 0 1,4 1 0,-4-1 64,2 1 0,-3-3 1,3 0 69,-2-3 1,4 1 36,-5 4 1,0-4-1,-5-1-124,0 3 0,-2-4 0,-3 0-94,-4-2 0,-4 5 0,-2-3-88,1 0 1,4 3 0,2-4-363,2 1 1,1-4 549,5 6 1,28-24-1,15-13 1,1 2-1,-1 0 1</inkml:trace>
  <inkml:trace contextRef="#ctx0" brushRef="#br0" timeOffset="7">9581 17712 8681,'0'-14'-385,"0"6"406,0-5 0,0 13 0,0 0 45,0 8 1,0 5-1,0 1-124,0 0 0,0 1 0,0 1 0,0 1-64,0 2 0,0 1 0,0-6 0,0 0-77,0 1 1,0-1 0,0 1-1,0-1-134,0 0 1,0-4 0,0 0 328,0 1 4,0-5 0,0-44 0,0-18 0</inkml:trace>
  <inkml:trace contextRef="#ctx0" brushRef="#br0" timeOffset="8">9653 17582 8681,'0'-14'-277,"0"0"-724,0-1 660,0 7 1,0 8-1,0 10 340,0 3 0,7 27 0,1 6 0</inkml:trace>
  <inkml:trace contextRef="#ctx0" brushRef="#br0" timeOffset="9">9884 17683 8582,'-15'-6'-585,"7"4"0,0-9 646,3 6 1,4 2-17,-4 8 1,3-2 0,1 5 0,-2 0 26,-2 0 0,0 2 0,5 4-17,0 0 0,0 1 0,0-1 0,0 0-63,0 1 0,0-1 0,0 1-12,0-1 0,0-4 0,2-2 13,2-2 0,-2 5 72,3-1 0,-4-2 1,-2 0-72,-4-2 0,2 1 0,-7-4-68,-1 2 1,3 4-1,-2-4-586,-1-2 660,5 5 0,57-45 0,-15 17 0,0-1 0</inkml:trace>
  <inkml:trace contextRef="#ctx0" brushRef="#br0" timeOffset="10">10301 17899 8582,'-15'0'-229,"1"0"0,1-2 176,4-2 0,4-3 0,10-4 0,4 1 142,4-1 1,3-3 0,2-4 0,2-3-85,3-1 0,-1 3 0,4-5 0,-4 0-123,-1 2 0,0-6 0,-4 4 0,2-3-3,-1-2 1,-7 1-1,-3 0 1,-1 3 68,-4 1 1,-2 0 0,-1-3 0,-1 1 39,-4 2 0,2 7 1,-7-3-1,-1 4 50,-2 2 1,-1 1 0,-1 4 0,1 4 55,0 3 0,-1 9 0,2 2 0,2 6-41,2 4 1,1 3 0,-4 9-1,5 1-29,0 1 1,-2 7 0,4-2 0,2 4-59,1 1 1,-3 0-1,0 1 1,2-3 28,2-3 0,1-2 1,0-9-1,0-2-22,0-1 0,4-6 39,1 1 1,5-11 12,-5-8 0,1-1 0,-3-9 0,2-1-14,-2-2 1,3-1 0,-1-1-1,0 1-135,1-1 0,-2 1 22,5 0 0,-4 1 90,5 3 0,-6 4 27,6 6 0,-5 0 0,3 1 0,0 4-7,0 5 0,-5-2 0,3 1 1,-1 3-70,0 0 0,5-2 1,-4 0-1,2-1-95,3-1 1,-3 5 0,2-5-1,1 2 156,2-1 0,20-25 0,6-1 0</inkml:trace>
  <inkml:trace contextRef="#ctx0" brushRef="#br0" timeOffset="11">10646 17784 8582,'-14'0'-77,"-1"0"1,1 0-253,0 0 1,1 1 0,3 4 420,5 5 0,4 3 7,1 1 0,1 0 1,4-1-90,5-3 0,3 1 0,1-6-46,0-2 0,1-1 0,-1-4 0,0-1-53,1-2 0,-6-6 0,1 3 0,0-2 21,-2 1 1,3-1 0,-6-4 0,-2-1 32,-2 1 0,-1 4 0,0 1 0,0-3 47,0 0 0,0 2 0,-1 0-57,-4-1 0,-3 5-58,-6 1 0,1 5 1,2 5-8,1 4 0,7-1 110,-2 2 0,3-7 0,2 4 0</inkml:trace>
  <inkml:trace contextRef="#ctx0" brushRef="#br0" timeOffset="12">10819 17741 8221,'-8'-7'-486,"0"6"414,3-4 1,3 10 131,-2 4 1,2 4-1,2 1-48,0 1 1,2-1 0,1 1-52,2-1 1,4-4-1,-3-2 6,2-2 0,-4 0 0,2-2-6,0 0 0,2 1-21,7-5 1,-1-5-1,1-1-20,-1-2 0,-4 3 90,-1-4 0,1 1 204,4-2-33,-6 4 0,0 6 0,-5 1-128,2 4 0,2 3 1,-4 6-58,2 1 0,6-1 0,-2-1-19,4-3 0,-3-4 1,-1-6-1,2 0-15,2 0 0,2-2 0,-1-2-14,0-6 1,1-3-1,-2-1 1,-2-1-12,-2 1 1,-5 0-1,2-1 1,-1 1-76,0-1 1,-1 1 0,-4 0 137,0-1 0,-6 1 0,-2 0 0</inkml:trace>
  <inkml:trace contextRef="#ctx0" brushRef="#br0" timeOffset="13">11711 17439 8745,'0'-28'-337,"0"4"1,0 2 0,0 4 597,0-1-289,0 6 1,0 9 0,0 8 0,0 6 55,0 3 0,1 3 0,2 3 1,2 5 7,-2 3 1,-1 2 0,-2 0 0,0 1-76,0 4 0,5 1 0,0 5 0,-2-3-37,-2-2 1,1 5 0,1-4 0,2 1-148,-2-3 1,-1 1-1,-2-1 1,0-2-159,0-2 1,0-8 380,0-3 0,0-3 0</inkml:trace>
  <inkml:trace contextRef="#ctx0" brushRef="#br0" timeOffset="14">11696 17539 8257,'0'-14'-658,"0"-1"1,2 7 502,3 4 0,-2 2 0,6 2 1,3 2 221,0 2 0,8 3 0,0 4 0,1-3 86,0-2 1,3 4 0,-3-5 0,0 0-154,-1 1 1,1-4 0,-3 2 0,1-2 5,-2-2 1,-5 0 0,-3-2 0,1-2-118,-2-6 1,0 2-1,-5-2 67,2-1 0,0-2 0,-7 1 1,-1 0 33,-2 3 1,-6 6 0,3-4 0,-2 3 8,1-1 1,-1 0 0,-4 7 26,-1 2 0,6 4 0,1 7 1,0-1 34,0 0 1,4 2 0,-2 4 0,1 2-45,1 0 0,-1 4 0,5-7 0,0 0-25,0 2 1,0-5 0,1 2 0,4-6-4,5-2 0,1-5 0,2 3 0,-1-2-2,4-3 0,2-1 1,-4-4-1,1-2-3,-1-6 1,2-3 0,2-1 0,1 0 9,-1-1 1,-2 1 0,-2-1 0,0 1 31,1 0 1,-6 4 200,1 0-143,-1 7 0,-1 3 1,-3 10-1,-3 3-34,-2 1 0,-2 0 1,-1 1-1,-2-1-46,2 1 0,1-1 0,2 0 0,0 1-127,0-1 1,5-4 0,2-1-183,1 2 0,1 1 304,6-3 0,31-22 1,8-11-1</inkml:trace>
  <inkml:trace contextRef="#ctx0" brushRef="#br0" timeOffset="15">12344 17683 8745,'-8'-6'-13,"-5"4"0,5-4-490,0-1 212,2 6 0,7-6 300,4 7 0,3 0 0,6 0-7,1 0 1,-1 0 0,0-1-59,1-4 0,-1 2 0,1-5 0,-3 0-127,-2 0 0,1 3 1,-4-5 6,1-1 0,-5 3 126,2-1 0,-5 4 1,-5-3 146,-5 1 1,-3 3 0,-1 5-1,1 4 90,4 5 1,-3-2-1,6 1 1,0 2-79,-1 2 1,2 2 0,5 1 0,0 1-104,0 2 1,2 1-1,1-6 1,4 0-45,1 1 0,3-1 0,6 0 0,3 1-135,-3-1 1,6 1 0,1-3 170,3-2 0,18-16 1,9-7-1,4-3 1,1 0-1</inkml:trace>
  <inkml:trace contextRef="#ctx0" brushRef="#br0" timeOffset="16">13106 17554 8532,'0'-15'0,"0"1"-223,0-1 0,0 1-199,0 0 0,0 4 511,0 1 0,0 7 0,0 2-14,0 8 0,0 5 0,0 3 0,0 1-42,0 2 1,0 2 0,0-3-1,0 1-61,0-1 0,0-2 0,0 0-45,0 3 0,2-3 0,1 3 41,2-3 0,1-3 1,-1-4 1,5-4 1,2-3 0,3-4-34,-1-3 0,1 2 0,-3-7 0,0-1 18,-3-1 0,1-3 0,2 1 0,0-1-3,-3 1 0,-4 4 0,3 1 22,-2-2 0,4 3 113,-5-2 58,0 7 1,-5 3-129,0 9 1,0 4 0,0 2 14,0-1 1,0-4 0,1-1-18,4 2 0,-2-4 0,5-1 1,0-1-7,0 0 1,-3 0-1,5-5-6,1 0 0,-3-2 1,1-1-1,1-4 6,-2-1 0,3 4 0,-4-6 0,-1-1 15,0-2 0,4-1 1,-4 1-1,1 2-6,-1 1 0,-1 0 0,-4-4-14,4 0 1,-3 4-879,3 0 874,-4 1 0,-14 26 0,-3 9 0</inkml:trace>
  <inkml:trace contextRef="#ctx0" brushRef="#br0" timeOffset="17">13581 17611 8523,'-14'-6'-1027,"4"4"888,0-3 0,6 4 352,-6 1-97,7 0 1,-2 0-186,10 0 0,3 0-132,6 0 1,-4-2-36,-1-3 0,-1-3 121,2-6 0,-4 4 115,-6 1 99,0-1 85,0 2 1,-1 3-80,-4 10 0,3 3 0,-2 7-83,2-1 0,2 0 1,0 1-1,0-1-1,0 1 0,0-1 0,0 0-49,0 1 0,5-6 1,1-1-1,1 0-15,-1 0 1,5-4 0,-1 0 0,3-2-15,1-2 0,-5 0 0,1 0 0,1 0 18,2 0 1,1-2-1,1-2 1,-1-6 17,1-3 0,-6 4 0,1-1 0,-1-1 21,-1-2 0,4-1 0,-6-1 26,2 1 1,-5-1-1,4 3 54,-1 2 98,-4-3 1,4 13-15,-6 0 1,0 2 0,0 7-66,0 3 0,0 0 0,0 3-90,0-1 0,-5 1 1,0-1-203,2 0 0,2 1 0,1-1-417,0 1 0,0-6 610,0 1 0,0-45 0,0-7 0</inkml:trace>
  <inkml:trace contextRef="#ctx0" brushRef="#br0" timeOffset="18">13826 17453 8466,'-10'-13'-672,"0"4"-872,7-4 1345,-3 11 0,6-3 199,0 10 0,13 29 0,3 12 0</inkml:trace>
  <inkml:trace contextRef="#ctx0" brushRef="#br0" timeOffset="19">13984 17582 8466,'0'-14'-484,"0"4"-34,0 1 293,0-1 137,0 2 194,6 2 1,-4 12-104,3 4 0,-4-2 0,-1 1 53,0 3 1,0-4 192,0 1-57,0-6-569,0 4 180,0-7 1,2 0-1,1-2 75,2-3 0,0 2 0,-4-5 1,2 0 90,2 0 1,2 3 47,-3-4 0,-2 4 74,3-5-46,-4 1 0,-1-1 101,0 1-61,0 5 1,-1-2 0,-4 6 17,-5 0 1,2 0-33,-1 0 1,4 0-61,-5 0 1,6 0 0,-4 2-27,1 2 0,1 0 7,1 5 1,3 1-1,-2 4-3,2 1 1,2-6 0,0 1 5,0 1 0,0-3-7,0 2 1,6-7-128,4 2 1,-2-4 20,2-1 1,-2-1-1,1-4 1,-2-3 98,-1 0 0,-4-5 1,4 5 10,0 0 102,-4-5 0,4 10 0,-4-5-33,3 2 0,-4 2 1,4 9-1,-3 5 33,-2 3 0,0 1 0,0 2 1,0 3-52,0 5 1,0 3 0,0 4 0,0 1-14,0 1 1,0 7 0,-2-1-1,-1 1-17,-2-2 1,-6 2 0,1-7 0,-2 1-30,-3 1 0,1-9 0,-2 1 0,-2-5 21,-1-4 1,0-8 0,4-6 0,1-2 41,0-2 0,-1-2 0,1-2 0,0-6-16,-1-3 0,7-3 0,3-1 1,4-3-34,1 3 1,0-4 0,0 0 0,0 0-126,0 1 0,0-1 0,1 3 0,4-1-88,5 2 0,-2 1 1,1 1-1,3 2 215,0 4 0,22-4 0,4 5 0</inkml:trace>
  <inkml:trace contextRef="#ctx0" brushRef="#br0" timeOffset="20">14243 17280 8466,'-10'0'-372,"1"0"322,-3 0 1,6 2 0,1 3 0,2 4-15,-2 4 0,4 6 0,-4 2 0,3 0 70,2 0 1,0 4 0,0-1-1,0 3-41,0 2 1,0 0 0,0 0 0,0-2-8,0-3 0,5-3 1,0-7-1,-2 0 121,-1 1-24,-2-7 1,0-3 0,0-10-39,0-5 1,0-3 0,0-1 0,1 0-103,4-1 1,-2 1 0,5-1-106,-1 1 0,-1 0 1,-1-1 65,4 1 0,-1 6 0,2 3 63,1 3 1,-3 2 100,2 0 0,-5 7 0,3 2 0,-2 4-3,-3 2 0,0-1 0,0 0 1,2 1-83,-2-1 0,1 1 0,-1-1 0,2 0-112,-2 1 0,3-6 1,1-1-36,1-1 192,1-2 0,6-5 0,-1 0 0</inkml:trace>
  <inkml:trace contextRef="#ctx0" brushRef="#br0" timeOffset="21">14415 17439 8427,'0'-16'0,"2"-2"-665,3-1 1,-4-2-1,4 3 598,-3-1 0,-1 6 246,4 9 0,-3 4 1,3 4-72,-4 6 1,4 8 0,0 1 0,-2 0-17,-1 2 0,-2 0 1,0 4-1,0-1-40,0 2 1,0-4-1,0 2 1,0 2-64,0 1 0,4-5 0,1-1 0,-2-2-120,-1 0 1,-2 1-1,0-6 1,0 0-250,0 1 1,0-1-227,0 0 606,0 1 0,-19-46 0,-5-10 0</inkml:trace>
  <inkml:trace contextRef="#ctx0" brushRef="#br0" timeOffset="22">14387 17554 8427,'0'-15'0,"1"2"-647,4 4 1,-2-2-1,7 6 541,1 2 1,-3 1-1,2 2 1,1 0-53,2 0 158,1 0 0,26 13 0,6 3 0</inkml:trace>
  <inkml:trace contextRef="#ctx0" brushRef="#br0" timeOffset="23">14761 17539 8186,'-2'-13'-727,"-3"4"1,4-4 838,-4 3 0,3 2 91,2-1 1,-1 6-121,-4-2 1,2 3 0,-7 4-49,-1 3 0,3 3 1,0 6 12,2 0 1,-1 1 0,4-1 0,-2 1 13,2-1 1,1 0 0,2 1-25,0-1 0,0 1 0,0-1-18,0 0 1,5-4-1,0 0-22,-2 1 1,-1-3 0,-2 1-87,0 2 0,-5-3 0,-1 2 1,-2 0-664,-4-2 751,0 4 0,-35-16 0,-7 2 0</inkml:trace>
  <inkml:trace contextRef="#ctx0" brushRef="#br0" timeOffset="24">15322 17582 8564,'0'-14'-182,"0"0"-203,0-1 1,0 6 379,0-1 1,0 5 0,0-4 96,0-3 0,5 4 0,1 0 11,2 2 0,-5 0 2,2 1-283,-3-3 80,-2 0 1,-7 2-1,-2 7 58,-4 4 1,-2 3 0,1 5 0,1-2-10,4-2 1,-3 1 0,6 4 0,0 1-10,-1-1 1,2 1-1,4-1 7,-4 0 0,3 1 1,-1-1 59,6 1 1,1-7 0,5-4-1,2-2 1,2-2-1,2 0 3,-1 0 0,-4-2 1,-1-1-1,2-3-6,2-2 1,-3 3-1,-1-5 5,3-1 0,-6 3 1,0 0 108,1 2-104,-6-5 18,6 9 1,-7-3-1,0 10-9,0 5 0,0 2 0,0 3-31,0-1 0,0 1 1,0-1-1,1 0 4,4 1 0,-3-1 0,4-1 0,-1-2-8,0-1 1,4-6 0,-2 4 5,1-1 0,-4-2 1,6-5 2,1 0 1,2-2 0,0-3 0,-2-4 0,-1-4 0,-1-1 0,4-2 1,-2-2-16,-1-1 1,-2-2 0,3 3-1,-3-1 14,-2 2 1,4-1-1,-5 0 1,-2-1 1,-1 2 0,-2 5 0,0 3 7,0-2 1,-2 0-1,-3 1-16,4 4 0,-6 7-8,7 4 1,2-3 0,3 2-1,4-2-27,4-2 0,-4 5 1,1 0-1,1-2 12,2-2 1,1-1-1,1 0 1,-1 0 14,1 0 1,-6 0-1,1 0 45,1 0 0,0 2 19,-1 3 1,-4-2 0,-6 6 51,0 3 1,0 0 0,-1 1 0,-3-2-68,0-1 1,-3 0 0,4 4-1,-2 0-43,2 1 1,0-1 0,0 1 0,-2-1-157,2 0 0,1 1 1,2-1-1,0 1-221,0-1 0,5-5 387,0 1 0,31-26 0,4-1 0</inkml:trace>
  <inkml:trace contextRef="#ctx0" brushRef="#br0" timeOffset="25">15897 17611 8079,'-9'-5'-501,"-1"1"1,5-6 580,-4 5 345,5 0-321,-2 5 1,12 0-120,4 0 0,3-1 0,1-2-49,1-2 0,-1-2 0,0 4-17,1-2 1,-6-4 0,1 2-27,1-1 1,-4 4-1,-3-6 65,-2-1 1,-2 3 82,0-2 1,-6 7 0,-4-2 180,-3 4 1,-1 7-166,-1 4 0,6 2 0,1 3 1,1-1-59,4 1 1,2-1-1,1 0 1,1 1-128,4-1 1,-2 1 0,7-3 0,3 0-72,4-3 0,1 1 0,6 4 0,1-1-186,3-3 385,7-4 0,11-13 0,8-5 0,8 0 0,-1 0 0</inkml:trace>
  <inkml:trace contextRef="#ctx0" brushRef="#br0" timeOffset="26">16832 17510 8473,'0'-14'-316,"0"0"0,2 1-115,3 3 0,-4-2 677,4 2 0,-3-3-88,-2-1 0,-2 1 0,-3 3-94,-4 6 1,-4 2 0,-1 2 0,-1 0-28,1 0 1,-1 6-1,-1 2 1,-1 4-44,-2 2 0,0-3 1,3 8-1,-2-3-22,-1-1 1,4 4 0,7 0 0,0-1 17,0-2 1,5-2 0,-2 0-1,4 1-22,1-1 1,0 1 0,1-3-45,4-2 1,3-4 0,7-6 6,-1 0 1,5-4-1,0-3 1,-1-1-24,-2-3 0,-3-2 0,-2-1 0,-2-1 59,3 1 1,0 1 0,1 2-1,-2 1 0,-1-1 1,-5-2 0,3-1 115,-2 0 52,-1-1 0,-7 7-71,-2 4 0,0 8 0,-4 6-36,2 3 0,1 1 0,5 0-26,0 1 1,0-1 0,0 1 0,0-1-142,0 0 0,5-4 0,1 0 0,1 1-191,-1 2 0,5-4 330,-1 1 0,3-7 0,1 3 0</inkml:trace>
  <inkml:trace contextRef="#ctx0" brushRef="#br0" timeOffset="27">17019 17539 8302,'0'-14'-557,"2"6"0,1 1 112,2 1 976,0 4-378,-5-4 0,0 8 0,0 2-76,0 6 0,-5 3 0,0 1 0,2 1-10,1-1 1,-2 0 0,-1 1-2,2-1 0,-4-4 21,2-1 0,1-4-88,4 5 0,1-9 0,4-1-41,5-8 1,-2-4-1,1-3 1,2 1-83,2-1 0,2-5 0,-1-4 0,0-2-53,1 2 1,-2-5 0,-4 2 0,-2-5 12,-1 0 0,-4 2 0,2 1 0,-2-1 48,-2-4 1,-2 4 0,-2-4 0,-4 2 68,0-1 1,-4 2 0,6-2 0,-2 2 42,-3 2 0,4 7 0,1 5 134,0 5 1,-1 8 0,-2 10 29,4 8 0,3 2 0,2 8 0,0 0-50,0-1 0,0 4 0,2-3 0,1 3-35,2 2 0,6 0 0,-3-1 0,2 1-88,-1 0 1,-1 0 0,3-1-1,-1 1-13,1 0 0,-3-5 0,2 0 0,-1 0-38,-1-2 1,5 4-1,-5-7 1,2-1-97,-1-2 1,-4-7 0,3 1-440,-2 1 599,6-5 0,-4-12 0,6-10 0</inkml:trace>
  <inkml:trace contextRef="#ctx0" brushRef="#br0" timeOffset="28">17336 17482 8302,'0'-15'-67,"0"6"207,0-1-132,0 7 1,0-2 0,0 10 0,0 5 33,0 2 1,2 3 0,1 1 0,2 1-37,-2 2 0,-2 7 1,-1-4-1,0 2-49,0 0 1,0-1 0,0 2 0,0-2 1,0-3 1,-1 1-1,-2-3 1,-4 1 25,-1-1 1,0-2-1,-3-2 1,1-1-42,-1-4 1,-6 3-1,-3-8 1,3 0-38,1-3 0,-3-1 1,-1 0-1,3-1-65,1-4 1,2-3-1,1-7 1,2 1-90,1 0 0,7-1 0,-2 1 247,3-1 0,9-37 0,1-11 0</inkml:trace>
  <inkml:trace contextRef="#ctx0" brushRef="#br0" timeOffset="29">17350 17208 8359,'0'-14'-1950,"-6"0"1897,4 6 0,1 3 0,6 10 0,-1 4-27,3 4 1,-4 1 79,7 1 0,18 25 0,11 6 0</inkml:trace>
  <inkml:trace contextRef="#ctx0" brushRef="#br0" timeOffset="30">17465 17467 7889,'-4'-9'-680,"-1"-1"1,0 5 511,5-4 596,0 6-169,0-4 0,5 14 1,0 2-216,-2 4 1,3-3 0,-1-1-7,-2 2 0,4 2 12,-3 1 0,8-1-59,-3-3 1,-1 1 2,2-6 0,-5 0 0,4-7-19,2-3 0,-3 4 0,0-6 1,-1 1-17,-4-4 0,3 2 0,1 0-4,1 2 16,-5-5 1,5 9 78,-3-3-143,-4 4 0,6 7-63,-7 4 1,4-2-1,3 1-67,1 2 1,-3-3-1,3 2 223,-2 1 0,24-11 0,2-1 0</inkml:trace>
  <inkml:trace contextRef="#ctx0" brushRef="#br0" timeOffset="31">17796 17424 8096,'-4'-9'-363,"-1"-1"0,-2 2 0,4-3 608,-2 1-112,1 7 1,2-3-86,-3 6 0,4 6 0,-4 4-48,3 2 1,2 3-1,0-1 1,0 1 10,0-1 1,2 0-1,1 1 1,2-1 3,-2 0 1,-1 1-1,-2-1 1,1 1-9,4-1 0,-3 0 0,2 1 0,-2-1 3,-2 1 1,0-1-1,0 0 17,0 1 1,-2-2-1,-1-2 1,-3-2-8,-2 2 0,-2-3 0,-4 0 0,-1-1-139,1-4 1,0-1-202,-1-2 1,2-2 319,4-3 0,28-28 0,13-14 0</inkml:trace>
  <inkml:trace contextRef="#ctx0" brushRef="#br0" timeOffset="32">18041 17194 8024,'-14'0'-436,"4"0"1,2 2 415,2 2 1,1 4-1,5 7 1,0-1 147,0 0 0,0 6 0,0 0 1,0 1-15,0 0 0,0 3 0,1-3 1,3 1-142,0 4 1,3-4-1,-4 0 1,3-1-64,2-3 0,-3-1 1,3 1-1,-2 1-37,-2-1 0,2-7 0,-1-1 0,-2 1-527,-1 2 654,-2 1 0,-20-12 0,-3-4 0</inkml:trace>
  <inkml:trace contextRef="#ctx0" brushRef="#br0" timeOffset="33">17940 17510 8359,'8'-14'-36,"5"0"1,-5-1 0,2 1-129,-1 0 0,6 4 1,5 0-1,3 1 89,2 1 1,-2-3 0,-1 6 0,0 2 65,1 1 0,-6 2 1,3 0-1,-4 0 9,-2 0 0,7 19 0,1 5 0</inkml:trace>
  <inkml:trace contextRef="#ctx0" brushRef="#br0" timeOffset="34">18228 17539 8136,'-8'-1'412,"3"-4"-660,4 3 1,2-4 191,4 6 0,3 0-90,6 0 1,1-5 0,-1 0 28,0 2 1,-4 1 0,0 1-5,1-4 0,-5 2 106,-1-7 0,-5 7 134,-5-2 1,2 4 0,-7 1 57,-1 0 1,-2 0 0,-1 1-104,0 4 1,1 3-1,2 5 1,3-2-54,1-1 0,3-1 0,4 6-123,0-1 1,0 0 0,0 1-152,0-1 1,0 1 0,1-1-1,4 0-15,5 1 0,-2-6 0,1-1 268,2-1 0,40-34 0,12-13 0</inkml:trace>
  <inkml:trace contextRef="#ctx0" brushRef="#br0" timeOffset="35">18530 17554 8359,'-10'0'0,"1"0"0,-1 1-380,2 4 1,-3-2 0,6 7 0,1-1 409,-3-1 1,6 5 0,-6-3 0,2 3 117,1 1 1,-1 0 0,5 1-90,0-1 0,0 1 0,1-3 33,4-2 0,-2-4 0,7-6-67,1 0 0,2-6 0,1-5 0,1-5-37,-1-3 1,2-7 0,0 4 0,0-2-12,-3 0 1,-2-5-1,3-5 1,-1 2 16,-3 2 1,1-4 0,-6-1-1,-2-2-46,-1-3 0,-2-1 0,-2-1 0,-1 2 6,-2 2 1,-11 4 0,2-1-1,-2 3 43,0 5 0,1 9 0,1 4 0,-1 8 17,1 4 1,0 5-1,1 5 1,2 10 16,1 7 0,5 1 0,-3 9 1,2-1 69,3-1 0,1 6 0,2-4 0,2 2 1,3 3 0,4-4 0,9 1 1,2 0-103,3 0 1,1-4 0,5 4-1,1-2-195,4-3 0,2-1 1,7-3-1,1 1 195,-1 0 0,4-22 0,6-5 0,5 1 0,0-1 0</inkml:trace>
  <inkml:trace contextRef="#ctx0" brushRef="#br0" timeOffset="36">19623 17510 8354,'8'-6'-189,"-1"3"-1040,-7-7 2015,0 7 1,1-3 498,4 6-996,-3 0 0,6 0-263,-3 0 0,-2-5 0,5-2-100,-2 0 0,4-3 0,-5-4 0,-1-1-10,3 1 0,-4-2 1,7-2-1,-1-3-5,-1-1 1,5-4-1,-5-6 1,2-3 52,-1-1 0,1 2 1,4-3-1,-1 2 35,-4 3 1,4 2 0,-5 2 0,2 4 56,-1 5 1,-5 8-26,0 2 1,-2 12 0,-2 2 0,0 6-10,0 3 0,-2 7 0,-2 3 1,-6 3-3,-3 2 1,-3 0 0,-1-1 0,-4 3-65,-1 2 1,-4-1 0,-6 5 0,-2 0-35,2 0 0,2-5 0,1 1 1,1-2 57,-1-3 0,2-5 1,3-4 217,4-3-172,4-8 1,10-2 0,6-7 0,8-4-70,5-5 0,6 2 1,0-1-1,0-1-154,2 2 1,2-3-1,4 4 1,-2 1-371,-1 0 1,0 1 0,5 3 566,0-2 0,24-3 0,12-1 0,5-3 0,1 0 0</inkml:trace>
  <inkml:trace contextRef="#ctx0" brushRef="#br0" timeOffset="37">20343 17510 10395,'14'0'89,"-4"-1"1,-1-4 0,3-5-115,0-2 0,4-3 1,2-1-1,3-3-118,1-5 0,2-3 0,3-2 0,-1-1-32,-2-4 1,-5 2 0,3-5-1,-1 2-77,-3 3 0,-7 2 1,-3 0-1,-2-2 105,-3-2 0,-1 0 0,-2 6 1,0-1 56,0 0 1,-5 7-1,-1 3 142,-2 3 1,-2 9-1,-4 9 35,0 11 0,4 3 1,2 8-1,0 1 4,0 2 1,5 2-1,-2 0 1,2 0-39,-2-1 1,3 6 0,-2 0 0,2-1-59,2 2 0,0-4 0,0 2 1,0-2-142,0-3 1,5 1-1,1-2 1,2-1-48,3-2 1,2-6-1,2 1 1,-1-5-212,0-4 1,2 1 403,3-6 0,17-33 0,8-11 0</inkml:trace>
  <inkml:trace contextRef="#ctx0" brushRef="#br0" timeOffset="38">20760 17338 8085,'-14'0'-554,"-1"0"0,6 0 947,-1 0 194,0 0-482,2 0 0,4 0 0,8 0-92,6 0 0,3 0 0,0-2 0,-2-1-63,-2-2 0,1-6 1,4 3-1,1-2 37,-1 1 1,-1-1 0,-2-3 0,-3 2-143,-1 2 0,2 4 100,-4-5 64,0 1 0,-7 1 0,-3 5 1,-4 6 125,-4 6 0,-1 4 0,-1 1 0,2 1-58,4-1 0,-4 1 0,5-1 0,0 2-49,3 3 0,-1-3 0,1 3 0,2-3-195,1-1 0,2-1 1,2-1-107,3-3 1,3-2-1,8-5-253,3 2 0,-3-1 526,3-4 0,23-32 0,4-8 0</inkml:trace>
  <inkml:trace contextRef="#ctx0" brushRef="#br0" timeOffset="39">21091 17323 8276,'0'-14'-954,"0"0"0,0-1 1413,0 1 1,0 4-41,0 1-346,0 5 0,-6 0 1,-2 8-19,0 6 1,-5 3 0,3 1 0,-1 1-34,1-1 1,-1 0 0,5 1 0,-1-1-51,1 1 0,1-6 1,4-1-1,-3 0-41,0 0 34,-1-5 1,6 4-56,4-7 1,3-5 0,5-1 0,-2-2-3,-1-4 0,-1 0 0,6-3 42,-1 1 0,-4 4 0,-2 1 98,-2-3 159,5 6-147,-3 0 1,0 12-1,-3 4-56,-3 2 1,-2 3-1,0-1 1,0 1-186,0-1 1,0 0 0,1 1-536,4-1 716,-3 1 0,23 5 0,-1 3 0</inkml:trace>
  <inkml:trace contextRef="#ctx0" brushRef="#br0" timeOffset="40">21235 17295 6295,'0'-15'267,"0"1"1,0-1-1,1 1 67,4 0 0,-2 6 1,5 1-158,-1 1 0,4 4 0,-1-1-146,2 6 0,-2 5 0,0 7 0,-1-1-33,-1 0 1,3 1-1,-4-1 1,-1 1-53,0-1 0,4 0 0,-5 1 1,-2-1-9,-1 1 1,-2-1 0,0 0-1,0 1-513,0-1 531,0-6 1,0-3 46,0-10 0,0-3 0,1-6 0,2-1 8,2 1 1,0-5 0,-3 0 0,1 1-18,2 2 0,1-3 0,-3 0 1,4 1-96,1 2 1,-4 2 0,4-1 0,0 1-79,0 0 0,-4 4 1,2 2-380,0 2 558,2 1 0,7 30 0,-1 7 0</inkml:trace>
  <inkml:trace contextRef="#ctx0" brushRef="#br0" timeOffset="41">21594 17251 8276,'0'-14'0,"5"4"0,0 1 0,0-1-188,1 2 1,-4 0 684,3 4-379,3 2 1,-7-3-1,4 10 1,-3 5-114,-2 2 0,0 7 0,0 1 0,0-3 6,0-1 1,-2 3 0,-1 1 0,-2-3-150,2-1 1,1-1-1,2-1 1,0 0-207,0 1 0,0-6 306,0 1 1,0-8 55,0-2 0,2-7 0,1-7 1,3-1-22,2 1 1,-3-2 0,5-2 0,1-1-54,2 2 1,0-4 0,-2 2 0,-2 1-51,3 2 0,-4 2 0,1-1 82,2 1 0,2 6 39,1 3 1,-6 5 0,-3 5-1,-3 5 10,-2 2 1,0 3-1,0-1 1,0 0-12,0 1 0,0-1 1,0 1-1,0 1-136,0 3 0,0-3 0,0 3 0,0-3 122,0-2 0,0 7 0,0 2 0</inkml:trace>
  <inkml:trace contextRef="#ctx0" brushRef="#br0" timeOffset="42">21925 17266 6785,'8'-8'1569,"-1"3"-1576,-7 10 0,0 3 0,0 6-60,0 1 1,0-1 0,0 0-1,0 1-111,0-1 1,-2 1 0,-1-1-1,-2 0-916,2 1 1094,1-7 0,2-2 0,0-6 0</inkml:trace>
  <inkml:trace contextRef="#ctx0" brushRef="#br0" timeOffset="43">21983 17165 8276,'0'-14'0,"0"-1"-1552,0 1 1176,0 0 351,0 6 1,0 8 0,-2 9 0,-1 6 24,-2 4 0,-6 48 0,7-25 0,0 1 0</inkml:trace>
  <inkml:trace contextRef="#ctx0" brushRef="#br0" timeOffset="44">22112 17280 8173,'-8'15'-119,"2"-1"1,6 0-11,0 1 0,0-1 50,0 1 1,0-1-1,2-1 69,2-4 5,-2-2 1,6-7 0,-5-2 9,2-3 0,5-3 1,-4-6-63,2 0 0,-5 4 0,4 0 2,-1-1 0,0-2 0,6 1-3,-3 2 0,-4-1 18,4 6 0,1 0 55,4 5 1,-4 0-1,-2 2 104,-2 3 0,4 3-26,-5 6 0,4 0 1,-2-1 57,1-3 1,-3 1-11,4-6 0,1 4-52,4-4 1,1 0 0,-1-5-86,0 0 0,1-5 1,-1-1-1,1-1-16,-1 1 0,0-5 0,1 1 0,-1-3-22,0-1 0,-4 4 0,0 1 0,-1-2-38,-1-2 1,3-2-1,-6 1 1,-2 0 28,-1-1 0,-2 1 0,0 0 164,0-1 1,-6 7-3,-4 3 1,-3 4-1,-1 2 4,-1 4 1,7 3 0,2 7-1,1 1-61,0 3 0,-1-2 0,3 7 1,-2 0-63,2-1 1,1 9 0,2-4 0,0 4-96,0 4 0,-5-4 0,1 6 0,0 2-51,3 1 0,-1-4 0,-1-3 0,-3-4 78,-2-1 0,3-2 1,-5-1-1,-1-4 5,-2-1 1,-3-4-1,-3-5 1,-5-4 77,-3-2 0,3-1 0,0-5 0,-2 0 6,-1 0 0,3 0 0,2-2 0,1-1-22,4-2 0,5-6 1,4 1-1,2-2-105,3-3 1,1 6-1,2-1 1,2-1-415,3-2 520,-4-1 0,31-8 0,13-3 0,-1-2 0,0 0 0</inkml:trace>
  <inkml:trace contextRef="#ctx0" brushRef="#br0" timeOffset="45">22846 17539 7876,'-1'8'-239,"-4"-3"0,5-3 476,0-2 1,1-7-1,9-2 1,1-3-189,2 3 0,1-9 0,2 4 1,2-2-56,1 0 1,2-3 0,-4-2 0,3 0-8,-3 0 1,-1-3 0,-1 4-1,-3-3-90,-2-2 0,1 2 1,-6 1-1,-2 1 31,-1 4 0,-2 1 1,0 1-1,-2 2 28,-3 4 0,-3-2 46,-6 6 0,0 2 9,-1 7 1,7 4 0,3 7-11,4-1 0,1 1-4,0-1 1,1-1 0,3-2-1,2-3-29,2-2 0,2 4 1,4-5-42,0-2 1,1-2 0,-1 1 0,0 1 2,1 2 1,-1 0 0,1-5 0,-1 0 1,0 0 1,1-5 0,-1 0-1,1 2 106,-1 1 0,0 2 182,1 0 0,-6 0-44,1 0 1,-7 2-1,2 3-127,-4 4 1,-2 4 0,-2 2 0,-2-1-80,2 0 1,-4 1 0,3-1 0,0 1-246,3-1 0,1 0 0,0 1 275,0-1 0,0 13 0,0 4 0</inkml:trace>
  <inkml:trace contextRef="#ctx0" brushRef="#br0" timeOffset="46">23537 17280 7164,'-5'-14'83,"0"-1"1,-6 7 0,1 4 246,-2 2 0,-3 2 0,1 2-267,-1 2 0,1 4 0,0 7 0,-1-1-14,1 1 1,4-1 0,2 0 0,0 1-203,0-1 1,5 1 24,-2-1 0,5-1 80,5-4 1,3-2-1,6-7 1,1 0-78,-1 0 1,1-7-1,-1-1 1,0-1 9,1-1 0,-1 1 0,1-4 1,-1 2 105,0 1 1,-4 5 0,-1-3-41,3 2 0,-4 1 195,1 5 0,-6 2 0,1 2 0,-6 6-46,-3 3 0,-4 1 0,2 1 0,1-1-199,-1 0 1,-2 1 0,4-1-325,2 1 1,1-6 43,2 1 0,2-7 321,3 2 0,-2-10 0,6-6 39,3-7 1,-4 2-1,1-5 1,1 2 77,-2 0 1,5-2 0,-5 2 0,1-3 45,1-1 1,-2-4-1,3 3 1,-1-3-41,1-2 1,2 0 0,-1 1 0,0-1-1,-3 0 1,-1 5 0,3 3-1,-3 4 435,-1 4-314,-3 8 0,-4 7 1,-1 10-1,-2 8-19,-2 2 0,-5 0 0,4 4 0,0-2-91,-1 2 0,1 1 0,3 2 0,-2-1-136,2 1 1,-4 0 0,1 1 0,-1 2-321,1 2 1,0-2-1,2-7 1,0-2-51,0-2 0,-2 2 0,1-3 430,2-3 0,8-39 0,3-12 0</inkml:trace>
  <inkml:trace contextRef="#ctx0" brushRef="#br0" timeOffset="47">23623 17309 8276,'-8'-14'-206,"2"4"0,4 2 0,-1 0 360,-2 0 26,0 5 1,12-5-1,2 5-267,4-2 0,1 0 0,1 5 0,-1 0-143,1 0 0,-1 0 0,0 0 1,1 0-576,-1 0 805,0 0 0,14 0 0,2 0 0</inkml:trace>
  <inkml:trace contextRef="#ctx0" brushRef="#br0" timeOffset="48">23839 17309 8276,'-10'0'-91,"2"2"-97,2 2 1,-1-2 572,3 3 1,4-4-307,0-1 1,6 0 0,8-1 0,1-2-71,-1-2 1,-4-2-1,-1 4 1,3-3-114,0-2 1,1 3 0,-2-3 0,-3 0-224,-1 0 1,2 3-93,-4-4 1,0 4 383,-5-5 1,-6 7-1,-6 0 1,-4 4 157,-3 4 1,-5 6 0,3-1-1,-1 4 235,-4 6 0,6-4 1,0 3-1,4-3 87,2-2 0,6 2 1,3 2-443,4 1 1,9-1 0,6-7 0,8-3-658,6-2 654,0-1 0,12-23 0,7-9 0,3-1 0,0 0 0</inkml:trace>
  <inkml:trace contextRef="#ctx0" brushRef="#br0" timeOffset="49">24573 17064 8507,'0'-14'-119,"0"4"0,1 2 1,2 0-28,2 0 1,0-1 0,-3-6 266,2 1 1,0 0-1,5-2 30,2-3 0,-3 4 1,0-1-1,0 5 223,0 0 0,-3-2-64,5-1 0,-2 9-107,1 10 1,-4 9 0,-10 16 0,-4 4-117,-4 4 1,-3 9-1,-2 2 1,-2 1-194,-3-1 1,-1 4 0,-3-3 0,1 1-211,2 3 0,-3-4 0,-3-2 0,3-4-219,0 0 0,4-6 1,1-3-1,3-3-87,6-5 0,-2-9 622,6-4 0,9-25 0,1-13 0</inkml:trace>
  <inkml:trace contextRef="#ctx0" brushRef="#br0" timeOffset="50">24529 17208 8494,'10'-14'0,"-2"0"0,0 1-581,0 3 1,-3-3 632,4 4 0,1 2 0,4 3 242,1 2 1,-6 2 0,1 2-190,1 2 1,-3 0 0,0 5 0,-2 2-91,-2 2 1,-1 0 0,0-2 0,2-1-27,-2 1 0,-1 2 0,-2 1-72,0 0 1,-2 1 0,-3-1-205,-4 1 1,-4-1 0,-2-1 63,1-4 1,0-1-1,-1-4-1,1 0 1,0 1 86,-1-5 0,6 0 0,1-1-40,1-4 0,4-3 177,8-7 0,41-44 0,-15 24 0,0 0 0</inkml:trace>
  <inkml:trace contextRef="#ctx0" brushRef="#br0" timeOffset="51">24760 17194 8489,'8'-2'-294,"-4"-2"0,3-4 380,-2-7 0,4 6 0,-2 1 52,1 1 0,-4 2-124,6 5 1,-5 0 0,3 2-104,-2 3 0,-1 3 0,-4 6 51,4 1 1,-3-6 0,3 1 0,-4 1-192,-1 2 1,0 1 0,-1 0-45,-4 1 1,2-1 191,-7 1 102,7-7 0,-4-4 0,7-8 0,2-4 1,1-7-1,4 1 3,1-1 1,-4 1 0,6 0 0,0-1-109,-2 1 0,3 0 1,-5 1-1,2 2 42,3 1 42,-4 0 0,6 2 0,-5 2 0</inkml:trace>
  <inkml:trace contextRef="#ctx0" brushRef="#br0" timeOffset="52">25019 17151 8441,'-15'14'0,"1"-4"0,-1-1 0,1 3 32,0 0 0,-1 3 0,1-1 1,-1 2-46,1 3 1,4-3 0,2 3-63,2-3 1,1-1 0,7-2 65,3-4 1,3-2-1,6-7 1,0 0-33,1 0 0,4-2 0,0-3 0,-1-4-67,-2-4 1,3-2-1,0 3 1,-1 0-56,-2 3 1,-4-1-1,0-4 1,-4-1 112,-2 1 0,4 0 0,-6-1 0,0 1-4,-3 0 1,-1-1-1,0 1-19,0-1 0,-6 6 0,-4 1 0,-3 1-79,-1 4 1,0 2 151,-1 1 0,-18 19 0,-6 5 0</inkml:trace>
  <inkml:trace contextRef="#ctx0" brushRef="#br0" timeOffset="53">25162 17122 7702,'-8'14'93,"2"1"0,6-1 0,0 1-117,0-1 0,0 5 0,0 0 0,0-1 17,0-2 1,0-2-1,2-1 15,2-3 0,4 1 0,7-6 0,-1-2-32,1-2 0,-1-1 0,0-1 0,1-2 11,-1-2 1,0-6 0,1 1 0,-1-3-6,1-1 1,-3-1-1,0 1 1,-4 0 10,-2-1 0,4 1 0,-6 0 0,0-1-29,-3 1 0,4 4 1,0 1-142,-2-3 0,-3 6-73,-5 1 0,-3 4 250,-6 1 0,-20 19 0,-4 5 0</inkml:trace>
  <inkml:trace contextRef="#ctx0" brushRef="#br0" timeOffset="54">25493 17194 8441,'-14'0'-558,"0"0"163,-1 0 1,1 6 0,-1 2 465,1 0 1,4 5-1,2-3 1,2 2 29,3 3 1,-4-1 0,3 1 0,0-1-233,3 0 0,1-4 0,0 0 1,1-1-695,4-1 825,-3-1 0,49-27 0,5-4 0</inkml:trace>
  <inkml:trace contextRef="#ctx0" brushRef="#br0" timeOffset="55">25536 17194 8441,'0'-22'-171,"0"1"1,-1 2-4,-4-1 1,3 1-1,-2 5 1,2-1-72,2 1 0,-2 1 138,-2 4 0,2 4 107,-3 10 0,-3 47 0,0 19 0</inkml:trace>
  <inkml:trace contextRef="#ctx0" brushRef="#br0" timeOffset="56">25752 17180 8441,'-9'0'0,"-1"0"11,-1 0 1,-2 0 0,-1 1 4,-1 4 0,6 3 1,1 6-1,0 1-2,0-1 1,5 0 0,-2 2 0,3 2-55,2 1 1,0 0 0,0-4 0,0-1 37,0 1 1,7-3 0,2 0 0,4-4 21,1-2 0,1-1 0,-1-5 1,0 0-13,1 0 0,4-5 1,0-1-1,-1-2-46,-2-4 0,-2 0 0,-1-3 0,-2 1-104,-1-1 0,-2-4 1,3-2-1,-3 1 53,-2-1 0,4-5 0,-5 2 1,-2-1 24,-1 1 0,-2-3 1,0 3-1,0-5-18,0-5 1,0 4-1,0-5 1,0 1 64,0 1 0,0-6 0,0 6 1,0 2-19,0 6 48,0-3 0,0 20 1,0 4-1,0 12 20,0 9 0,-2 6 0,-1 7 0,-2 2 47,2 2 1,1 4-1,2-3 1,-1 2-34,-4 3 0,3-5 1,-3 0-1,4-1-66,1-1 1,0 6 0,0-6-1,0-2-58,0-6 0,5 2 0,-1-4 0,1-1-58,2-3 0,-4-4 0,6-6-188,2-4 0,-3-3 323,2-2 0,12-45 0,9-11 0</inkml:trace>
  <inkml:trace contextRef="#ctx0" brushRef="#br0" timeOffset="57">26098 17208 8251,'0'-9'-458,"0"-1"409,0 7 1,1-8 0,4 6-4,5 2 0,2-4 0,3 3 0,-3-1 38,-2-2 1,3 6 0,-5-6 0,1 3 39,1-1 1,-5-2 28,4 3 0,-5 0-22,0-5 0,-4 7 57,-4 2 1,0 2 0,-5 6 0,-1 0-11,2 0 0,-3 1 0,5 4 0,-1-2 17,1-1 0,-4 0 1,5 4-1,1-1-58,-3-4 0,6 4 0,-4-3-58,3 2 0,2 3 1,0-1-175,0 1 1,0-6 0,2-1-32,3-1 0,-2-3 0,5-2 1,0 1 223,0 2 0,33-19 0,14-10 0</inkml:trace>
  <inkml:trace contextRef="#ctx0" brushRef="#br0" timeOffset="58">26472 17108 8407,'0'-15'0,"0"1"0,0-1-277,0 1 0,-5 0 0,-2 1 357,-1 3 1,4 4 50,-6 6 0,0 1 0,-4 4-87,0 5 1,4 3-1,2 1 1,2 0-13,2 1 0,3-1 0,1 1 0,0-1-62,0 0 0,0 1 0,0 1 1,0 1 6,0 3 1,1-6 0,3-5 0,2 3 8,2 0 0,-5-2 1,4-2-1,-3 0-23,1 0 0,0-3 0,-3 3 18,2-2 0,-2 1-17,3-3 0,-10-2 0,-6 3-104,-7-4 1,2-1 0,-3 2-1,3 1-174,2 2 0,-1 0 0,1-5 314,0 0 0,50-19 0,14-5 0</inkml:trace>
  <inkml:trace contextRef="#ctx0" brushRef="#br0" timeOffset="59">27061 16892 8403,'-6'-15'-19,"3"3"41,-7 2 0,7 5 1,-2 10-1,4 5-20,1 2 1,0 9-1,0 3 1,0 2 25,0-2 1,0 8-1,0-4 1,0 3-152,0-1 0,0-1 0,-2 1 0,-1 2-37,-2 2 0,-1 1 1,3-3-1,-4 2-103,-1-2 1,3-2 0,-3-3 0,0-3 262,0-5 0,5-3 0,-10-33 0,5-9 0</inkml:trace>
  <inkml:trace contextRef="#ctx0" brushRef="#br0" timeOffset="60">26903 17151 8393,'-5'-15'-785,"1"1"1,-1 0 877,5-1 1,1 2 63,4 4 0,-2 2 0,7 7 0,1 0-54,2 0 0,1 0 1,1 0-1,-1 0-82,1 0 1,-1 0-1,0 0 1,1 0-4,-1 0 1,0 0 0,1 0-1,-1 0-15,1 0 0,-6 0 0,1 0-19,1 0 1,-3-4 0,0-3-4,-2-1 1,-1 3 5,-5-4 0,-1 6-2,-4-2 1,-2 5 0,-4 3 0,3 3 17,2 2 1,-4 7-1,4 4 1,-1 0-25,1 2 1,-4-3 0,4 4 0,0 0-54,-1 1 1,1-1 0,3 2 0,-2-5 27,2-3 0,1-1 0,2-1 76,0 0 1,2-6 32,2-3 1,4-5 0,7-3-53,-1-2 0,1-6 1,-3 1-1,0-2-66,-3-3 0,1 6 0,4-1 36,1-1 1,-6 4 199,1 3 1,-5 2-100,4 2 0,-6 2 0,2 2-73,-3 6 1,3 3 0,-1 1-72,0 1 0,-1-1 0,0 0-198,2 1 0,-1-6 0,-2 1-258,3 1 1,-4-3 517,4 2 0,-3-13 0,-2 1 0</inkml:trace>
  <inkml:trace contextRef="#ctx0" brushRef="#br0" timeOffset="61">27349 17251 8009,'-8'-6'-855,"2"4"1,6-6 1222,0 4 0,1 2-333,4-3 0,-2 4 0,7 1-16,1 0 1,-3-2 0,2-1 46,1-2 1,-3 0 253,2 5-94,-7 0 1,2 2 0,-10 1 0,-5 3 61,-3 2 0,4 2 0,1 4 0,0 1-140,0-1 1,5 1-1,-2-1 1,3 0-170,2 1 0,0-1 1,3 1 20,7-1 0,45-25 0,21-15 0,-18 10 0,-1-1 0,1 1 0</inkml:trace>
  <inkml:trace contextRef="#ctx0" brushRef="#br0" timeOffset="62">28155 17108 8350,'1'-13'-102,"4"3"1,-3-3 0,3 4 232,-4-4 1,4 3 0,0 1-149,-2-2 1,-1 3-1,-1 0 1,2 0 313,2 0-249,0 4 0,-11-2 0,-4 6-104,-3 0 0,-1 6 0,-1 4 84,1 3 1,0 1 0,1 1-47,3-1 1,-1 0 0,6 1 0,1-1 26,-3 1 1,6-1 0,-4 0 10,3 1 1,2-1-1,2 1 1,1-1-99,2 0 1,6-1-1,-3-2 1,2-1 12,-1 1 1,1-3-1,4 0-41,0-2 1,-1 6 27,-3-3 43,-4-2 0,-7-1 0,-4-6 0,-5 0-66,-3 0 0,-1 0 1,0 0-1,-1 0-99,1 0 0,1-6 1,2-2-495,1 0 694,7-5 0,48-46 0,-13 20 0,0-1 0</inkml:trace>
  <inkml:trace contextRef="#ctx0" brushRef="#br0" timeOffset="63">28457 16849 8412,'0'-15'0,"-2"2"0,-1 2 85,-2 2 1,-1 5-64,1 0 0,-1 4 1,-5 6 58,1 8 1,7 2-1,-2 7 1,2-1-112,-2 1 1,3 1-1,-2 4 1,2 1-21,2 0 1,0-5-1,0 0 1,0 1-119,0 3 0,0-4 0,2-2 1,1 0-53,2 1 0,-1-6 0,-4 2-326,0-3 1,0-1 545,0-1 0,-25-38 0,-7-9 0</inkml:trace>
  <inkml:trace contextRef="#ctx0" brushRef="#br0" timeOffset="64">28270 17079 8412,'0'-15'-383,"6"1"200,4 0 0,3 1 0,1 3 46,0 5 1,1 4-1,-1 1 1,2 0 23,3 0 1,-6 0 0,3 1 112,-3 4 0,16 10 0,-5 7 0</inkml:trace>
  <inkml:trace contextRef="#ctx0" brushRef="#br0" timeOffset="65">28471 17180 8223,'-14'0'-550,"6"-2"0,2-1 723,-1-2 0,6-1-102,-4 1 1,10 2 0,4-5-79,4 1 1,1 1-1,1 3-92,-1-2 0,1-5 0,-1 5-173,0 2 0,-6 0-151,-3-2 484,-3 4 0,-4-6 0,-1 9 0,-3 1 241,-2 2 1,-2 6-146,-4-1 0,1 2 1,3 3-120,5-1 0,4 1 0,1-1-146,0 0 0,1 1 1,6-3-182,7-2 1,1 1 0,5-6 288,1-2 0,46-20 0,-24 5 0,-1 0 0</inkml:trace>
  <inkml:trace contextRef="#ctx0" brushRef="#br0" timeOffset="66">28845 16820 8393,'-9'-13'-408,"-1"3"1,1 4-1,-4 8 531,3 2 1,4 9-1,4 8 1,-1 1 14,-2 4 1,0 6-1,4 2 1,-2-1-143,-2 2 1,0 2 0,5 6 0,-1 0-44,-4 1 0,2-1 0,-5 0 1,0 0-189,0 0 0,0-1 1,-4-2-1,4-4-143,2 0 0,-4-9 1,4-8 377,-2-3 0,5-40 0,-4-10 0</inkml:trace>
  <inkml:trace contextRef="#ctx0" brushRef="#br0" timeOffset="67">28773 17064 8391,'10'-22'0,"0"3"0,-2 3 0,3 3-274,-2 3 0,-1 2 0,4 5 0,-3-1 289,2 0 1,-3 4 0,2 4 0,1 2 35,2 2 0,-3 0 1,-2 3-1,0-1-17,0 1 0,-4 2 0,4 1-21,-1 0 1,-2 1 0,-5-1-77,0 1 0,-7-3 0,-2 0 1,-4-3-128,-2 2 0,1 1 1,-2-1-1,-2-2-564,-1 3 754,0 0 0,11-10 0,2-4 0</inkml:trace>
  <inkml:trace contextRef="#ctx0" brushRef="#br0" timeOffset="68">29407 17180 7561,'-8'-15'-163,"3"1"0,3 4 352,2 1 1,0-1 7,0-4 1,0 4 64,0 0-225,0 7 0,0-2 0,-1 9 0,-3 2-23,0 2 0,-6 2 0,4 6 0,-1 1-35,1 2 1,-4 2 0,5-3-1,2 1-15,2-2 0,-4-1 1,0-1-36,2-1 0,3-1 0,5-3-15,4-6 1,-1-2 0,2-2 0,-1-2 6,-1-2 0,5-4 0,-3-7 0,1 1 49,-1-1 1,2-1-1,-4-1 1,2-4 16,-1-1 0,-1 3 1,4-5-1,-3-2 32,2-1 1,-3 3 0,2 1 0,1 1 14,2 0 1,-3 4 0,-1 1 0,1 4-25,-2 3 0,0 7 0,-5 0 10,2 6 0,0 7 0,-5 9 0,0 5 95,0 3 1,-5 6-1,-2 3 1,-1-1-36,-3 0 1,-2 7-1,-1-1 1,-2 7-116,-3 3 1,3-3-1,-5 5 1,2 0-68,0-2 1,0 2 0,6-10 0,3-6-10,5-5 0,4-15 0,2-4 116,4-5 0,3-5 0,7-8 1,-1-4 143,0-4 0,2-6 0,2 0 0,1-1-113,-1 0 1,-2 2 0,-2-6-1,0-2-66,1-1 1,-2 3 0,-4 0 0,-4-1-23,-3-2 0,2 3 1,1 1-1,-2 1-54,-1-1 1,-8 6-1,-2-2 1,-2 3-209,0 1 1,1 7-272,-6 3 585,1 4 0,38 7 0,10 2 0</inkml:trace>
  <inkml:trace contextRef="#ctx0" brushRef="#br0" timeOffset="69">30198 16849 8246,'0'-23'0,"0"4"-180,0 3 0,0 6 0,0 1-75,0-2 1,0 6-1,0 5 510,0 8 1,0 9 0,0 4 0,0 3-171,0 7 1,0-3-1,0 8 1,0-1-117,0 3 0,0-3 1,0 0-1,-2-1-163,-3 0 0,4 4 1,-6-4-1,3-3-93,-1 0 0,-6-2 0,3-1 0,-2 0 287,0-4 0,-18-36 0,-11-13 0</inkml:trace>
  <inkml:trace contextRef="#ctx0" brushRef="#br0" timeOffset="70">30025 17050 8351,'0'-14'0,"0"-1"-88,0 1 0,0-1 1,0 1 35,0 0 1,2 6-1,3 3 116,4 3 0,-1 2 1,2 0-1,1 0 31,2 0 1,1 5-1,0 2 1,1-1-107,-1 0 0,2 4 0,2-5 1,1-1-23,-1 3 1,2-6 0,0 4 0,-3-3-5,-1-2 0,-1 0 0,0 0 0,3-2-49,1-3 0,-1 2 0,-5-6 1,-2-3-3,0 0 0,5 2 0,-6-1 1,1-3 23,-2-4 0,3-1 0,-6 4 0,0-1 82,1-3 1,-2 8-1,-4-3-8,4 1 0,-5 2 1,0 3 31,-8 8 0,0 3 1,-2 10-1,-1 4 44,-2 4 0,-1-2 0,0 7 0,-1 3-43,1 3 0,-1 1 1,1-3-1,1 2-75,4 2 1,-3 4-1,8-4 1,0-2-16,3-2 1,1-6 0,0-1 36,0-3 0,1-2 1,4-8 23,5-6 0,1-4 0,0-4 1,-3-6-11,-1-3 0,2-1 0,-2-1 0,1 1 3,3 0 1,-3-2-1,0-2 1,0-1-32,0 1 1,-3 2 0,4 2-1,1 0-38,-2-1 0,3 6 0,-5-1 7,2-1 1,0 3 47,2-2 1,1 9 0,-5-1 46,2 5 1,-4 8-1,0-1 29,-2 3 0,3 1 1,0 1-43,-2-1 1,-2 0 0,-1 1 0,0-1-70,0 1 0,0-1 1,0 0-143,0 1 0,0-1 0,0 0-250,0 1 1,0-6 433,0 1 0,-6-20 0,-2 1 0</inkml:trace>
  <inkml:trace contextRef="#ctx0" brushRef="#br0" timeOffset="71">30673 17151 8351,'-10'1'-322,"0"3"-28,-1 0 1,3 8 0,0-3 158,2 4 0,-4 1 1,5 1 455,2-1 1,2 0 0,1 1-472,0-1 0,0 1-42,0-1 0,1-1 248,4-4 0,16-28 0,9-13 0</inkml:trace>
  <inkml:trace contextRef="#ctx0" brushRef="#br0" timeOffset="72">30673 17079 8351,'-5'-27'-87,"0"3"1,0-4-1,5 6 1,0-2-123,0 0 1,0 2-1,0-2-121,0 5 304,0 9 0,0 10 0,-1 10 0,-3 4-172,0 5 1,-1-1 197,5 6 0,-7 32 0,-1 12 0</inkml:trace>
  <inkml:trace contextRef="#ctx0" brushRef="#br0" timeOffset="73">30831 17093 8351,'9'-5'-152,"1"1"1,-7-3-1,4 4-59,-1-2 0,-3-4 0,5 2 453,-1-1 0,-1 5 17,-1-2 1,-5 4-146,0 1 0,-2 0 1,-7 0-1,-1 1 18,2 4 0,-5 3 0,5 6-128,0 1 1,0-2 0,5-2 0,-2-2 16,2 3 1,1 0 0,2 3 1,0-1 1,0 1-38,0-1 0,0 0 1,0 1-94,0-1 1,0-4-1,-1-1-129,-4 2 1,-3 2 0,-6 0 235,-1-3 0,-25-4 0,-6-6 0</inkml:trace>
  <inkml:trace contextRef="#ctx0" brushRef="#br0" timeOffset="74">31349 17208 8093,'0'-14'-733,"6"4"596,4 1 1,-2 1-1,0-3 235,-2 1 0,4 5 0,-4-3 1,0 0-15,1 0 0,2 3 0,-2-3 1,-1 0 146,1 0 1,-1 4-21,-1-6 0,-2 2-231,7-2 0,-9-1 1,-1 6 47,-8 2 1,-5 6 0,-3 4 0,-1 1 7,-2 3 0,0 2 1,4 1-1,1 1-11,-1-1 1,1 5 0,0 0 0,1-1-36,3-2 1,-1-2 0,5 1-22,-2-1 1,4 0 0,0 1-1,2-1 1,8-6-1,4-3 1,3-3-106,1-2 1,1 0-1,-1-2 43,0-3 1,1-3-1,-1-5 1,-1 2 77,-3 2 0,2-1 0,-2-4 3,3-1 0,-4 1 0,1 0 22,1-1 0,-5 6 0,1 1-15,-1 1 1,-3 2-43,7 5 1,-2 2 0,3 1-2,-1 2 0,-7 6 1,3-1-67,1 3 1,-4 1-1,5 0 1,-2 1-17,-2-1 1,2-4-1,-1-1 1,0 2-224,1 2 1,-4-3 352,2-1 0,4-5 0,0 2 0</inkml:trace>
  <inkml:trace contextRef="#ctx0" brushRef="#br0" timeOffset="75">31636 17251 8340,'8'-14'-824,"-1"0"668,-7-1 1,0 6 227,0-1 0,-2 7 0,-1 0 0,-3 6-1,-2 7 0,0-2 0,-4 1 1,5 2-45,0 2 0,-2 1 0,2 1 0,1-1 0,-1 1 1,3-1 0,2 0 71,-3 1 0,4-1-21,-4 1 0,5-7 0,5-4-71,4-2 1,4-8 0,1-4 0,1-3-118,-1-1 1,0-5 0,1-2 0,-1-2-41,1-2 0,-6-2 1,1-2-1,-1 0-24,-1 0 1,4-1-1,-8-2 1,0-3 51,-3-2 0,4 4 1,0-6-1,-2-1 53,-1-1 0,-2 2 0,0 2 0,0 1 96,0-1 1,0 5-1,0 0 1,0 6 143,0 7 0,0 11-38,0 8 0,-2 8 1,-1 11-1,-2 7-4,2 6 1,0 0 0,-1 6 0,0 1-69,0-3 0,3 6 0,1-4 1,0 4-73,0 1 0,0-5 0,0-1 0,0-2-53,0-3 0,0 4 0,0-3 0,0-1-107,0-2 0,1-7 0,3-4 0,2-1 171,2 1 0,14-35 0,9-3 0</inkml:trace>
  <inkml:trace contextRef="#ctx0" brushRef="#br0" timeOffset="76">31924 17151 8340,'0'-10'-10,"0"1"0,-1 5 1,-3 1 85,0 6 1,-1 1-1,3 5 1,-1 4 32,-2 5 0,0-1 0,4 7 0,-2 0-82,-2-2 1,0 6 0,3-4 0,-1 3-50,-2 2 1,-4-1 0,2 1 0,-1 2-27,-3 2 0,3-3 1,-1 2-1,-2-4 1,-2-4 0,-3 0 1,-2 3-1,-1-3-98,1-5 1,1-5 0,-1-3 0,-1-3-55,1-1 1,-2-2 0,0-5 0,3 0-148,1 0 1,2-2 0,-1-3 345,1-4 0,-1-36 0,1-9 0</inkml:trace>
  <inkml:trace contextRef="#ctx0" brushRef="#br0" timeOffset="77">31910 16892 8340,'0'-15'-770,"0"1"1,1 6 0,3 5 769,0 6 0,3 5 0,-4 6 0,2 2 0,-2 4 0,11 28 0,2 12 0</inkml:trace>
  <inkml:trace contextRef="#ctx0" brushRef="#br0" timeOffset="78">32039 17180 7420,'8'0'68,"-1"1"1,-7 4-7,0 5 0,0 2 0,-2 3 0,-1-1-58,-2 0 1,0 1 0,5-1 36,0 1 1,0-6 0,0 1 87,0 1-107,0-5 0,2 1-128,3-7 0,1-2 0,5-3-75,-1-4 1,-1-4-1,6-1 89,-1-1 0,-1 1 0,-2-1 38,-1 1 26,-1 0 0,1 1 29,0 3 0,-7 6 0,2 8 0,-5 4 0,-5 0 1,3 5 0,-3-3 0,2 1-61,-2-2 0,4 4 0,-4-3-134,3 3 0,2 1-253,0 0 446,0 1 0,7-20 0,1-5 0</inkml:trace>
  <inkml:trace contextRef="#ctx0" brushRef="#br0" timeOffset="79">32284 17136 8340,'9'-4'-144,"1"-1"1,-7-2-1,4 4-239,-1-2 0,-3 1 442,7 4 1,-5 1 0,3 4 62,-2 5 1,-1 2 0,-5 4-38,0 4 0,0-4 1,1 3-1,3-3 10,0-2 1,1 0 0,-5 1 0,0-1-50,0 1 0,0-6 0,0 1-19,0 1 0,0 2 1,-1 0-2,-4-4 1,2 2 0,-7-6 0,-1-2-51,-2-1 0,-1 3 0,-1 0-106,1-2 1,0-2 0,-1-1-655,1 0 0,4 0 784,1 0 0,44-44 0,6-12 0</inkml:trace>
  <inkml:trace contextRef="#ctx0" brushRef="#br0" timeOffset="80">32543 16906 8340,'0'-14'-1286,"0"-1"1282,0 7 0,0 4 1,0 8-1,0 6 99,0 3 1,0 6-1,0 2 1,0 1-57,0 4 1,0-4 0,-2 2 0,-1 2-12,-2 1 1,0 2-1,5-2 1,0-2-33,0-1 1,-4-1 0,-1 1 0,2-4-98,1 1 1,2-5 0,0 3-524,0-3-64,0-1 688,0-1 0,0-31 0,0-9 0</inkml:trace>
  <inkml:trace contextRef="#ctx0" brushRef="#br0" timeOffset="81">32413 17122 8340,'15'-14'-255,"-6"4"0,1 2 0,1 2-125,2 2 0,-2 3 1,2 1-1,3 0 452,0 0 1,1 0-1,1 0 1,1 0-286,-1 0 1,3 1 212,-2 4 0,6 3 0,-2 7 0</inkml:trace>
  <inkml:trace contextRef="#ctx0" brushRef="#br0" timeOffset="82">32730 17180 8098,'-8'-7'-140,"0"6"166,3-4 1,2 3 0,-5 4-168,2 3 1,1-2 0,3 5 0,-1 0 80,-2 0 0,0 1-229,5 6 309,0-1-1,0 0 0,2-6 0,1-4 1,2-8 1,5 1 0,-4-5 0,2 0-23,3 0 1,-3 0-1,2-3-41,1 2 1,2-1-1,1-3-51,0 4 1,1-3-31,-1 8 111,1-1 0,-3 11 40,-2 4 1,-4 3-1,-6 1 51,0 0 1,0-4 308,0-1-83,0 1-263,0-2 1,2-2-49,3-6 0,-4-1 0,6-2 0,-2-4-52,-1-1 0,8 3 13,-3-4 1,2 4 0,1-3-17,-3 2 1,-4 1 42,4 5 1,-4 0-5,5 0 1,-7 6-96,2 4 0,-2 3-185,2 1 1,-4 0 69,4 1 0,-2-2 233,2-4 0,10-2 0,7-7 0</inkml:trace>
  <inkml:trace contextRef="#ctx0" brushRef="#br0" timeOffset="83">33061 17223 8340,'-5'-10'-408,"0"1"1,0 4 337,5-5 105,0 7 0,0-5 0,2 5-112,3-2 0,-2 0-9,7 5 0,-6-1-25,6-4 231,-7 3-46,4-4 0,-9 7-56,-3 4 1,2 2 0,-5 4 0,0-2-90,0 3 1,5 0 0,-4 3-70,1-1 1,4 0 0,-2 1 0,2-1-183,2 1 1,0-1 321,0 0 0,19 1 0,5-1 0</inkml:trace>
  <inkml:trace contextRef="#ctx0" brushRef="#br0" timeOffset="84">33147 17251 8340,'0'-14'-1491,"0"0"1146,0-1 0,0 6 586,0-1 1,0 9-176,0 1 0,0 6 0,0 8-26,0 1 0,-2-1 0,-1 0-7,-1 1 0,-1-1 1,3-1 26,-3-3 1,4 2 265,-4-2-314,3-4 1,2-1-20,0-10 1,7-3 0,1-6-5,0 0 0,4-1 0,-2 2 0,3 2-68,1 2 1,1-1 0,-1-4-3,0-1 0,1 7 0,-1 4 60,1 2 1,-1 2 37,0 0 0,-6 6 0,-3 4 0,-3 3 23,-2 1 0,0 0 1,0 1-1,0-1-10,0 1 1,-2-1 0,-1 0-103,-2 1 1,-1-1-1,3 1-214,-2-1 1,-5-4 285,5-1 0,1-25 0,4-1 0</inkml:trace>
  <inkml:trace contextRef="#ctx0" brushRef="#br0" timeOffset="85">33435 16906 8226,'-8'15'-134,"0"-1"1,5 0-1,-2 2 127,2 3 0,-4-1 1,2 6-1,2 2 72,2 1 1,1 2 0,-2-1 0,-1 3-56,-2 2 0,0-2 0,5 1 1,0-5-109,0-3 0,-5-5 0,1 3 0,-1-1-236,-1-3 1,2-2 0,-5-2 333,-2 1 0,-15-27 0,-4-5 0</inkml:trace>
  <inkml:trace contextRef="#ctx0" brushRef="#br0" timeOffset="86">33377 17108 8340,'5'-10'-434,"0"0"0,6 1 135,-1-6 0,2 7 0,3 4 299,-1 2 0,7 15 0,1 3 0</inkml:trace>
  <inkml:trace contextRef="#ctx0" brushRef="#br0" timeOffset="87">33564 17280 8340,'0'-14'0,"0"-1"-161,0 1 1,0 0 70,0-1 0,5 1 513,0 0-449,0 6 1,-5 3 74,0 10 1,-2 1 0,-1 5 0,-3-1-29,-2 1 0,4-3 0,0 1 1,0 3 20,0 0 1,2 3-1,-3-1 17,4 1 0,1-1 0,0 0-26,0 1 1,1-6 0,2 1 0,4 0-17,1-2 1,-3 3 0,3-5 0,0 1 7,-1-1 0,-2 5 64,5-1 1,-7 3 46,2 1 0,-5-1 0,-7-4 0,-7-2-239,-8-1 0,-12-3 1,-4 7-1,-5-1 103,-5-1 0,-14-11 0,-11-6 0,20 1 0,-1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0:08:44.950"/>
    </inkml:context>
    <inkml:brush xml:id="br0">
      <inkml:brushProperty name="width" value="0.05292" units="cm"/>
      <inkml:brushProperty name="height" value="0.05292" units="cm"/>
      <inkml:brushProperty name="color" value="#FF0000"/>
    </inkml:brush>
  </inkml:definitions>
  <inkml:trace contextRef="#ctx0" brushRef="#br0">9898 3770 16329,'-14'-15'-2706,"-1"1"2171,1 0 0,4 1-269,1 3 733,5 4 1,0 6 230,8 0 0,0 0 0,5 0 0,4 0-78,5 0 1,-1 0 0,6 0 0,-1 0-75,0 0 0,2 0 1,3 0-1,-1 0-67,-2 0 0,0 0 1,5 0-1,1 0 40,4 0 0,-4 0 0,4 0 0,-4 0 26,-1 0 0,0 0 0,-2 0 0,-2 0 345,-1 0-152,-6 0 0,15-7 0,-2-1 1</inkml:trace>
  <inkml:trace contextRef="#ctx0" brushRef="#br0" timeOffset="1">10473 3583 16362,'-14'-12'-2260,"0"-2"71,-1-2 1451,7 7 553,2 2 1,7 9 0,4 1-1,3 3 219,0 2 0,10-3 0,-4 3 0,4 0 32,3 0 0,-4-5 0,7 4 0,2-3-34,1 1 1,-3 0 0,0-3 0,1 1-86,3 2 0,-4 1 0,-2-3 0,-1 2 136,-4-2 0,4 0 0,-2 1 142,-1 0 1,-4 3-232,-4-2 1,-10 1-1,-11 5 1,-7-1 356,-6 1 0,-9 3 1,-4 4-1,-2 3-196,1 1 0,6-3 0,-2 4 0,4-1 270,1 0-583,7 2 0,46 12 1,18 0-1</inkml:trace>
  <inkml:trace contextRef="#ctx0" brushRef="#br0" timeOffset="2">11783 3453 15787,'-15'-6'-634,"6"4"0,1-4-1184,1-1 1606,2 6 1,5-7 114,0 3 1,2 3 316,3-2 1,3 2-1,6 0-118,1-2 1,-1 0-1,0-4 1,-1 0-39,-3 0 1,3 4 0,-4-6-146,4-1 0,-3 0 0,-2-1 1,0 3 18,0-2 0,-5-2 1,1-1 23,-2-1 1,-2-4 0,0 0 22,0 1 0,0 2 0,-2 3 1,-2 2 105,-6 2 1,2 5 0,-1 0-103,-3 2 1,4 4 0,-1 4-1,-1 7-95,2 4 1,-5 9-1,5-2 1,-1 5-50,-1 4 0,5 1 1,-4 7-1,-1 4 33,2 0 0,-3 1 0,6 1 0,0 2-29,-1 2 0,4-4 1,-2 1-1,2-5 42,2-5 0,0-3 0,0-7 0,0-4-94,0-5 1,0-3 0,0-2-222,0 1 224,0-7 0,-6-28 0,-2-12 0</inkml:trace>
  <inkml:trace contextRef="#ctx0" brushRef="#br0" timeOffset="3">11581 3727 12072,'-8'-21'-1088,"0"5"0,5-3 256,-2 3 0,2 3 891,8 3 1,-2 4 0,7 6 0,1 0 24,2 0 1,1 0 0,0 0 0,1 0-22,-1 0 0,2 0 1,2 1-1,1 3-51,-2 0 0,1 1 0,0-5 0,1 2-81,-2 3 1,-1-4 0,-1 6 0,-1-3-87,1 1 1,-1 2 0,0-4 0,1 2 181,-1-2 1,-4-2 0,-1-1 362,2 0-245,2 0 1,-5-1 93,-3-4 0,-3 2-215,-2-7 0,-2 7 1,-1-3-1,-4 1 28,-1 0 0,4 0 0,-6 5 0,0 2 24,2 3 1,-4-2 0,4 6 0,-2 3-82,1 0 1,4 1 0,-3-2-1,1-1-62,4 1 0,-3 2 0,1 1-38,2 1 1,1-1-1,4-1 15,3-4 1,-2-2 0,6-7-1,3 0 30,0 0 1,3 0-1,-1 0 1,0 0 79,1 0 1,-6-5 0,1-1 0,0-2-73,-2-3 1,3-2 0,-6-2-15,-2 1 1,-2 0 0,-1-1 0,0 1 69,0-1 1,0 1-1,0 0 142,0-1 0,-4 6-121,-1-1 1,2 2 25,7-2 1,4 4-1,7 6-82,-1 0 1,1 2 0,-1 2-1,0 6-68,1 3 1,-6 0 0,1-1-1,1 1 31,2 3 1,0 2-1,-4-4 1,-2 1 13,-1-1 0,-4 0 0,2 1 0,-2-1 24,-2 0 1,0 1 179,0-1 1,-2-6-37,-2-3 1,2-5 0,-3-5-1,4-4-136,1-4 0,0-2 1,0 1-1,0 0-43,0-1 1,0 1-1,0 0 1,1-1 18,4 1 0,-2-1 0,7 1-19,1 0 1,-3 6-1,2 1 9,1 1-1,2 4 1,-1-1 85,-2 6 0,22 24 0,0 12 0</inkml:trace>
  <inkml:trace contextRef="#ctx0" brushRef="#br0" timeOffset="4">12372 3655 12078,'-6'-15'-2059,"4"1"616,-2-1 1314,-4 7 1,6 4-1,-3 8 1,4 6 137,1 3 0,0-4 0,0 1 1,0 1-21,0 2 0,0 1 0,0 1 0,0-1-34,0 1 0,0-1 1,1 0 66,4 1 0,-2-7 0,5-2 0,0-1-84,0 0 0,-3-1 0,5-4 162,1 0 1,2 0-1,-1-1 1,0-4-20,-3-4 0,1-3 0,3 1 0,-2 2-25,-2-3 1,-1 0-1,4-3-17,-3 1 0,-6 4 0,4 2 0,-2 0 139,-1 0-113,1 5 1,-5-2-1,0 10-29,0 5 1,0-2 0,0 1 0,0 2-68,0 2 0,0 2 0,0-1-44,0 0 0,2-4 1,3-2 39,4-2 0,-1-1 1,2-5-1,1 0 52,2 0 0,1 0 1,0 0-1,1-1 31,-1-4 1,1-2 0,-3-4 0,0 2-40,-3-3 1,-1 0 0,3-3-17,-1 1 1,-7-1 0,4 3 0,-3 0-232,1 3-153,0 6 275,-5-4 1,0 14 81,0 2 0,0 23 1,0 7-1</inkml:trace>
  <inkml:trace contextRef="#ctx0" brushRef="#br0" timeOffset="5">12919 3683 10178,'0'-14'-532,"-1"1"1,-3 2 166,0 1 0,-8 7 0,3-2 397,-4 4 1,0 2 0,2 3-1,1 2 61,-1 2 0,0-3 1,0 4-1,3 3-86,1 0 1,1 1 0,3-2-1,-2-1-44,2 1 1,1-3-1,2 2-9,0 1 1,7-3 0,2 0 11,4-2 1,-3-1 0,-1-5 0,2 0 43,2 0 1,2-1 0,-1-3-8,0 0 0,1-6 0,-2 4 1,-2-1-33,-2 1 1,-4-4 0,3 4 7,-1-2 72,4 5 0,-8-9-12,7 8 0,-7 5-61,2 9 0,-4-2 0,1 0 1,1 0-250,2 0 1,6 1-29,-2 6 1,3-6 278,-3 1 1,23-7 0,0 3-1</inkml:trace>
  <inkml:trace contextRef="#ctx0" brushRef="#br0" timeOffset="6">13092 3712 8581,'-5'-14'0,"0"-1"-1078,2 1 1,0 0 867,-2-1 289,3 7 1,-4 3-34,6 10 1,5-2 0,0 7-1,-1 0-15,3-2 1,-4 4 0,5-2 0,-2 3-23,-2 1 0,2 1 0,-1-1 0,0 0-18,1 1 0,-4-6 0,2 1 1,0-1 76,0-1 1,-2 0 54,3-3-81,3-3 1,-5-2 0,5-10 0,-2-3-35,-2-1 0,2 0 0,-1-1 1,0 1-34,1 0 0,-3-1 1,7 1-122,1-1 1,-3 3 0,1 0-38,3 3 1,-4 6 0,1-2 42,2 3 0,2 2 140,2 0 0,5 19 0,3 5 0</inkml:trace>
  <inkml:trace contextRef="#ctx0" brushRef="#br0" timeOffset="7">13380 3698 7101,'14'0'-574,"-8"0"662,-6 0 1,-4 1 0,-8 3 0,3 2-2,-2 2 0,3 0 0,0 3 0,0-1-48,0 1 1,3-3 0,-3 2 69,1 1 0,3-3-13,4 1 0,1-6-104,4 2 1,1-5 0,6-3 0,-3-3-102,2-2 1,-3-3 0,2-7 0,1-1-19,2 1 0,-3-4 1,-1-1-1,1-1-2,-2 0 1,3 0-1,-6-4 1,-2-1 59,-2 0 0,4-4 0,0-1 0,-2 2 73,-1 2 1,-2 1 0,0 0-1,0 2 32,0 3 1,0-2 0,-2 9-1,-1 2 36,-2 4 1,-1 10 0,3 1 0,-2 9-37,2 9 1,-4-1-1,3 7 1,0 3-2,3 5 1,1-1 0,0 4 0,0 0-11,0 4 1,0-3-1,1 3 1,4-1-58,5-1 1,-1 4 0,4-4 0,3 0-64,0-3 0,5-6 1,1-2-1,4-4 95,4-1 0,14-28 0,8-12 0,2-1 0,1-1 0</inkml:trace>
  <inkml:trace contextRef="#ctx0" brushRef="#br0" timeOffset="8">14056 3237 8240,'-2'-12'0,"-1"0"-690,-2 3 0,0 7 0,5 4 786,0 11 0,0 7 0,0 9 0,0 2-59,0 2 0,0-1 0,0 6 0,0 2 49,0 2 0,0 6 1,0 1-1,0 3-56,0 2 1,0 0 0,0-1 0,2-5-107,3-3 0,-4-2 0,6-1 1,-2-4-17,-1-5 0,6-7 0,-5-4 0,0-1-112,1-3 0,-3-4 204,7-4 0,-1-23 0,6-11 0</inkml:trace>
  <inkml:trace contextRef="#ctx0" brushRef="#br0" timeOffset="9">14156 3626 8581,'2'-23'0,"1"4"-572,2 3 0,1 3 0,-2 2 405,0 2 0,8 6 194,-3-2 0,2 10 0,-1 4 0,-4 4 48,1 1 1,-6 1-1,4-1 1,-2 0-60,2 1 1,-3-1 0,4 1-1,-1 1-19,0 3 0,0-8 0,-5 3 0,0-1 9,0 0 1,0 1 0,-2-1-30,-3-3 0,-3 1-23,-6-6 0,-1-1-32,1-4 1,1-6-195,4-3 1,2-4 271,7-2 0,32-12 0,8-3 0</inkml:trace>
  <inkml:trace contextRef="#ctx0" brushRef="#br0" timeOffset="10">14430 3655 8581,'0'-10'0,"0"0"-1033,0-1 344,0-2 688,0 5 0,1 4 26,4 8 1,2 4-1,4 5 1,-3-2-32,-2-1 1,1-2 0,-4 3-13,2-1 1,1-2 0,-3 3 76,2-1-22,6-7 1,-8 3-23,7-6 0,-7-1 0,2-4-16,-3-5 1,2 2-1,1-1-116,-2-3 0,-1 0-181,-2-3 0,5 6 298,-1-1 0,27 13 0,1-1 0</inkml:trace>
  <inkml:trace contextRef="#ctx0" brushRef="#br0" timeOffset="11">14703 3655 8581,'-9'0'0,"-1"0"0,-1 0 0,-2 0 0,3 0 0,1 0-329,-2 0 0,-1 1 0,1 2 0,3 4 372,2 1 1,-4-3 41,5 4 1,2 1-95,8 4 1,3-6 0,6-3 2,1-3 0,-1-2 1,1 0-1,-1 0-12,0 0 1,1-5 0,-1 0-1,1 0 1,-1-1 1,-1 3-1,-2-5 1,-3 0-20,-2 0 1,4-2-128,-5-4 0,-1-1 62,-4 1 0,-6 6 1,-4 3-192,-2 3 1,2 2 291,1 0 0,-1 7 0,-4 1 0</inkml:trace>
  <inkml:trace contextRef="#ctx0" brushRef="#br0" timeOffset="12">14962 3295 8581,'-5'-14'-264,"1"-1"-422,0 1 1,-2 4 755,1 1 0,0 17 0,5 1 0,0 7 13,0 5 0,0 1 0,0 9 0,0 1 8,0 1 1,0 7 0,-1 0 0,-2 7-95,-2 5 0,-2 1 0,4 3 0,-3 5-92,-2 3 0,-2-2 0,-3 4 0,2-2-54,2-4 0,1-7 1,-4-5-1,4-5-6,2-4 1,1-6 0,5-9-77,0-5 1,7-9 230,2-5 0,10-68 0,-7 23 0,-1 0 0</inkml:trace>
  <inkml:trace contextRef="#ctx0" brushRef="#br0" timeOffset="13">14861 3741 8281,'5'-14'0,"2"-1"-449,1 1 1,-5-1 0,3 3 0,1 2 476,2 5 0,-1 4 1,2 1-1,1 0-23,2 0 0,0 1 0,-2 2 0,-2 4 53,2 1 0,2 0 1,2 3-1,-3-1 25,-2 1 1,1-3-1,-4 1 1,-1 3-12,0 0 1,-1 3-1,-5-1-112,0 0 0,-6 2 1,-5 2-1,-7 1 40,-6-1 0,-33 0 0,-15-1 0,-7 2 0,1 0 0</inkml:trace>
  <inkml:trace contextRef="#ctx0" brushRef="#br0" timeOffset="14">15523 3899 16981,'-6'-8'-3388,"3"-3"964,-7 6 2108,7-6 1,3 9 0,11-2 0,5 4 461,3 4 0,8-2 1,1 3-1,3-4 27,1-1 1,5 0-1,3 0 1,5 0-91,3 0 1,1 0 0,-1 0 0,4 0-20,-1 0 1,3 0 0,-4 0 0,-1 0-108,1 0 0,-4-4 0,-8-1 0,-4 2 152,-4 1 1,-2 2 0,-3 0 0,-2 0 123,-3 0 1,0 0 0,-8-2 537,-2-2-991,3 2 58,-12-4 0,4 6 0,-10 0-290,-4 0 430,2 0 1,-6 0-1,6 0 1</inkml:trace>
  <inkml:trace contextRef="#ctx0" brushRef="#br0" timeOffset="15">16545 3770 10825,'-7'-15'-910,"-1"1"465,0 0 0,-3 4 0,5 2 348,-2 2 1,5-1 144,-2 2 0,3 5-139,2 0 1,2 7 0,3 6 58,4-4 0,4 2 0,1-4 1,2 1-47,3 3 0,-1-3 0,4 0 1,1 0 5,-1 0 0,-3-3 0,4 3 1,-2-2 75,-4-3 1,4 4-1,-2-1 1,-1 0 11,-2 1 1,-7 2 0,-1-2-4,-1 1 1,-4 0 0,-10 3 0,-5-1 69,-6 1 0,-8 2 1,2 1-1,-3 0-21,-1 1 1,4-1 0,1 1 0,2-1-192,4 0 1,2 1-1,6-1 143,4 0 1,42-15-1,20-9 1,3 1-1,0 1 1</inkml:trace>
  <inkml:trace contextRef="#ctx0" brushRef="#br0" timeOffset="16">17696 3755 8681,'0'-14'-1702,"0"4"1621,0 1 0,0-1 0,0-4 214,0-1 1,0 6 123,0-1 1,0 1-215,0-6 0,-2 7 0,-3 3-6,-4 4 1,1 1 0,-2 1 0,-1 3-27,-2 0 1,3 8-1,1-3 1,-1 6-50,2 4 1,-3-3 0,6 3 0,2-3-4,2-2 1,1 1-1,0-1-29,0 0 1,6-1 0,4-3-1,2-5 6,3-4 1,-1-1 0,0 0 0,1 0 33,-1 0 1,1-5 0,-1-1 0,0-2 12,1-3 1,-2-3 0,-4-4 0,-4-1 30,-3 1 0,-2-3 1,0 2-1,-2 2 30,-3 1 0,-3 1 1,-6 1-1,-2-1-25,-3 1 0,3 6 0,-5 2 1,2 1-10,-1 0 1,1 0 0,5 5 0,1 2-95,4 3 1,-3-2 0,8 6 0,0 3-267,3 0 0,7 1 348,4-3 0,41 22 1,11 0-1</inkml:trace>
  <inkml:trace contextRef="#ctx0" brushRef="#br0" timeOffset="17">17868 3640 8681,'-5'-14'-595,"-1"-1"-22,-2 1 0,3 4 588,-4 1 32,5 6 0,-2-2 0,6 10-4,0 4 0,0-1 1,0 2-1,0 1 17,0 2 0,0 1 0,0 1 1,0-1-14,0 0 1,5 1-1,0-1 2,-2 1 0,3-1 1,1 0-1,1 1 1,-5-6 0,3-1 13,1-1 1,1-3 0,6-4 2,0 0 1,-4-1 0,0-4 0,-1-4-15,-1-4 1,5-2-1,-5 1 1,2-2 18,-1-3 0,-4 3 1,3-3-1,0 3 15,0 1 0,-5 1-78,2-1 0,-2 3-62,2 2 0,-3 5 87,2 10 1,-4 3-1,-3 6 1,-2 1-8,2-1 1,2 1 0,1-1-1,0 0-10,0 1 1,1-1-1,2 1 1,4-3-32,1-2 1,-4 1 0,6-4-1,1-1-72,2 0 0,1 4 0,1-5 23,-1-2 1,1-2 109,-1-1 0,0-6 1,1-2-1</inkml:trace>
  <inkml:trace contextRef="#ctx0" brushRef="#br0" timeOffset="18">18257 3583 8509,'0'-23'-251,"0"3"0,0 5 0,0-1-114,0-3 1,0-2 0,0-3-1,1 5 401,4 3 1,-3 2-1,2-1 327,-2 1-332,-2 6 0,0 3 1,0 10-1,0 4 12,0 4 0,0 3 0,0 3 0,0 4-19,0-1 0,-5 5 0,0-3 1,2 4-44,2 0 0,1 4 0,0-1 0,0-4 19,0 0 0,1 0 1,2 2-1,2-2-48,-2-3 0,1 2 1,-1-6-1,3 1-201,2 0 0,-3-2 0,5-4 249,1-1 0,-11-38 0,-2-10 0</inkml:trace>
  <inkml:trace contextRef="#ctx0" brushRef="#br0" timeOffset="19">18055 3655 8509,'0'-15'-674,"0"1"263,0-1 1,2 3 0,3 2 438,4 5 0,9 4 0,3 1 0,-1 0-47,1 0 1,3 0 0,-3 0-1,1 0 30,4 0 0,-1 0 0,1 1 0,-4 2-118,-1 2 1,0 2-1,-3-4 107,1 2 0,-6-1 0,-7-4 0</inkml:trace>
  <inkml:trace contextRef="#ctx0" brushRef="#br0" timeOffset="20">18544 3367 8550,'-14'-15'-225,"4"7"0,2 5 1,2 6 125,3 7 0,-4 4 0,3 4 1,0 3 103,3 1 0,1 2 0,0 5 1,0 1 16,0 4 0,-2-4 0,-1 5 1,-2 1-35,2 2 1,2 4-1,1 1 1,0 0-105,0 0 0,0-1 1,0-2-1,0-5-59,0-5 0,1 2 0,2-10 0,2 1-120,-2-4 1,-1-8 294,-2-1 0,-13-39 0,-3-5 0</inkml:trace>
  <inkml:trace contextRef="#ctx0" brushRef="#br0" timeOffset="21">18401 3741 8550,'4'-22'0,"3"1"-493,1 0 1,0 5-1,3-2 1,-1 6 394,1 2 0,2 7 1,1-4-1,0 3 105,1-1 0,-1 0 0,0 5 1,2 2 32,4 2 0,-9 0 0,3 5-14,-1 2 1,-2 2 0,0 2-18,-1-1 1,-7 0 0,2 1-2,-3-1 0,-2-4 0,-2-2 0,-1 0-6,-2 0 1,-6-3 0,1 3 0,-1 0-24,1 0 0,-2-5 0,4 3 0,-2-1-100,0 0 1,6-1 120,-6-4 0,20-6 0,-1-2 0</inkml:trace>
  <inkml:trace contextRef="#ctx0" brushRef="#br0" timeOffset="22">18789 3669 8550,'-6'-8'-360,"4"0"0,-4 5 72,-1-2 1,4 0 202,-7 5 0,6 2 1,-4 3 92,1 4 0,2 4 0,5 1-13,0 1 0,0-1 0,0 1-23,0-1 1,2-4-1,3-1 56,4 2 0,-1-4 0,2-1-28,1 0 0,-3-4 1,2 3-10,1-4 0,2-2 3,1-4 1,1-3 0,-1-6-5,0-1 0,-4 1 1,-2 0-5,-2-1 0,1 6 1,-4-1 7,2-1-53,6-2 0,-8 5 55,7 3 1,-7 5 5,2 5 0,-4 3 1,-1 6-1,2-1-2,3-3 1,-4 3 0,6-4-5,-1 4 1,-3 0-1,5-2-80,-1-1 1,4-1-449,-2 5 532,4-6 0,8-20 0,1-12 0</inkml:trace>
  <inkml:trace contextRef="#ctx0" brushRef="#br0" timeOffset="23">19163 3424 7771,'5'-14'0,"0"0"-749,-2-1 0,3 1 816,-1-1 1,0 9-33,-5 6 0,0 6 0,0 9 0,0-1 59,0 1 0,0 1 0,0 1 0,0 2 2,0-1 1,0 3-1,0 0 1,0-1-48,0 1 1,0 0 0,0-4-1,1 3-35,4-3 0,-3 1 0,4-1 0,-1 3-52,0-3 0,4-1 0,-2-1 0,-1-1-10,1 0 1,2-4-1,-2-2 1,1 0-115,3 0 0,-3-5 0,1 2-118,3-4 0,-4-1 280,1 0 0,-6-12 0,4-4 0</inkml:trace>
  <inkml:trace contextRef="#ctx0" brushRef="#br0" timeOffset="24">19077 3540 8550,'13'-12'0,"-1"-2"-223,3-2 0,-2 2 1,10 2-1,5 3-130,4-2 0,3 4 1,5 2-1,-2 4 365,2 1 0,2 0-12,1 0 0,13-7 0,3-1 0</inkml:trace>
  <inkml:trace contextRef="#ctx0" brushRef="#br0" timeOffset="25">19926 3813 21186,'-5'-15'-7666,"0"1"5537,0 0 1961,5 6 1,2-3 0,3 6 0,4 2 437,4 1 1,1 2 0,2 0 0,4 0-125,3 0 0,5 0 1,2 0-1,4 0-49,4 0 0,8 0 0,4 0 0,1 0-31,3 0 0,2 0 0,3 0 0,2 0-200,2 0 0,-3-5 1,-5 0-1,-4 1 336,-2-3 1,4 6-1,-7-4 1,-4 2 11,-7-2 1,-4 3-1,-3-3 1,0 4 60,-4 1 1,-4-5-1,-5 0-518,-1 2 116,0 1 1,-6 9 56,-3 2 0,-22-2 0,-7-1 1</inkml:trace>
  <inkml:trace contextRef="#ctx0" brushRef="#br0" timeOffset="26">21134 3583 15192,'0'-15'-4524,"-2"1"3682,-2 0 1,2-1 787,-3 1-183,4 6 412,1 1 0,4 14 1,3 1-1,1 1-171,3 1 0,2 0 1,1 4-1,1 0-25,-1 1 1,0-1 0,1 0 0,-1 1-124,1-1 1,-1-4 0,0-1 0,1 3 222,-1 0 0,0-2 0,-1 0 19,-3 1 0,1 2 0,-8-1 16,-4-2 1,-11 1 0,-8-4-1,-3 1 90,-2 3 0,-7 0 0,-2 0 0,2-1-206,2 1 1,1 2-1,2 1 1,3 0 149,5 1 1,8-1-136,1 1 1,7-1-1,-4 0 1</inkml:trace>
  <inkml:trace contextRef="#ctx0" brushRef="#br0" timeOffset="27">22012 3957 13993,'-15'0'-747,"1"0"497,0 0 287,6 0-123,1 0 0,9-5 1,3 0-1,4 0 37,4-1 1,1-2-1,1-5 1,-1 0-52,0-1 1,1 3-1,-1-8 1,2 1-48,3-1 0,-4 1 0,1-4 1,-5 0-97,0-1 0,-3-1 0,0-5 1,-1-1 68,-4-4 1,3 4-1,-1-4 1,-2 3 25,-1-3 0,-7 4 1,0-4-1,0 4 13,-1 1 0,3 6 0,-5 4 1,1 3 151,4 2 1,-5 6 0,0 5 11,0 6 1,0 5-1,5 6 1,-2 2-81,2 3 0,-3-1 0,1 4 0,2 1-4,1-1 1,2 2 0,0 3-1,2-1 7,2-2 1,0 0-1,5 5 1,1-2 34,-2-3 0,5 3 1,-4-5-1,6 1 27,4-4 0,-3 2 0,4-2 0,0-1-82,-1-3 0,5 0 0,-5-2 0,-1-2 184,-2-2 1,24-12-1,6 2 1</inkml:trace>
  <inkml:trace contextRef="#ctx0" brushRef="#br0" timeOffset="28">22429 3784 13993,'-7'-8'-1748,"4"-3"1,-6 5 1351,-2-2 1,3 4 0,-2 0 582,-1 2 0,3 2 0,0 2 0,1 2-108,4 6 0,-3-2 0,1 2 0,2 1-141,1 1 0,2-2 0,0 0 0,0 1-42,0 2 1,2-4 0,3-1 124,4-1 1,4 2 0,1-4-50,1-2 1,-1-1-1,1-2 1,-1 0 199,0 0 0,1-7 1,-1-2-190,0-4 1,-4 3 0,-2 1 0,-2-2-135,-2-2 1,-3-2 0,-1 1 65,0 0 0,-5-1 0,-1 1 0,-2 1 111,-3 4 0,-2 2 0,-1 6 0,-1-3-41,1 0 1,0 0-10,-1 9 0,14 29 0,2 12 1</inkml:trace>
  <inkml:trace contextRef="#ctx0" brushRef="#br0" timeOffset="29">22789 3698 12951,'0'-15'-1380,"0"1"0,-2 0 555,-3-1 0,2 2 1,-7 4 992,-1 4 0,3 3 0,-1 2 76,-3 0 0,4 2 1,0 3-220,2 4 1,0 4 0,2 2 0,0-1-61,0 0 0,3 1 0,1-1 0,1 1 0,4-1 0,-2-1 0,7-2 0,1-1-50,2 1 1,-3 1-1,-1 1 1,2-2 139,2-1 0,2-2 0,-1 3 0,0-3 46,1-1 0,-6-1 0,1-3-39,1 2-151,-5 0 0,-6-5 0,-9 0 1,-4 0 156,-1 0 1,-5 0-1,-1 0 1,1 0 48,-2 0 0,5 0 0,-3 0 94,3 0 1,7 0-153,-1 0 1,77-19 0,-26 7 0,0 0 0</inkml:trace>
  <inkml:trace contextRef="#ctx0" brushRef="#br0" timeOffset="30">23177 3698 12951,'0'-15'-1908,"0"1"1,0 0 1479,0-1 0,0 6 397,0-1 1,-2 0 67,-2-4 1,0 6 0,-5 3 128,-2 4 0,-2 2 1,-2 2-104,1 2 0,4 6 1,2-1-1,0 3-74,1 1 0,3-4 0,0-1 1,2 3-131,2 0 1,0 3-1,0-1 1,2 1 142,2-1 0,0 0 0,5 1 1,2-1 53,2 0 1,-3-4-1,-1 0 1,2 1 89,2 2 1,2-4 0,-1 1-16,0 1 1,-6 2-1,-4 1-165,-8 1 0,-5-6 0,-10 1 0,-5 1 31,-4 2 1,-2-2-1,-2 2 49,-1 3 0,-7-1 0,-5 0 0,-2 0 1,1 0-1</inkml:trace>
  <inkml:trace contextRef="#ctx0" brushRef="#br0" timeOffset="31">22458 4345 17107,'8'-8'-3822,"4"-5"3673,-4 5 1,0-1 0,-1 1-245,-1 1 391,-4 3 0,4 2 0,-4-1-350,3-2 377,-4 0 0,6 4 1,-6-2-255,4-2-87,-3 0 107,4-1 255,-6 4-331,0-4 0,0 7 147,0 4 1,-2 1 0,-1 6-1,-2-3 115,2 2 0,0 2 0,0 1 0,-2 1-70,2-1 1,-4 5 0,3 2 0,-1 2 69,-2 2 1,4-1 0,-5 3 0,0 4-69,0-1 1,3 5 0,-3 0 0,0 2 67,0 3 1,4 2 0,-4 1 0,0-2-104,0-2 1,5 2-1,-4-4 1,2 2 141,1-1 0,-1-6 0,3 1 1,-1-4-38,-2-5 0,0 3 1,5-4-1,-1-1 0,-4-3 1,3-3 0,-4-1-1,1-1 44,0 0 1,-4 1-1,4-1 1,0 1 1,-1-1 1,4-4 0,-4-1 105,-1 2 0,6-3-146,-4 2 0,3-5-263,2 4-320,0-5 810,0 8 1,-12-23 0,-4 2 0</inkml:trace>
  <inkml:trace contextRef="#ctx0" brushRef="#br0" timeOffset="32">22069 5352 18057,'-1'-14'-3112,"-4"0"0,3-1 2592,-3 1 1,4 4-1,2 2 572,4 2 0,-2 1 0,7 5 255,1 0 1,2 0 0,1 2 0,1 2-237,-1 6 0,-4-2 0,-1 2 0,3 1-89,0 2 1,3 3-1,-1 1 1,-1 4-68,-4 1 1,4-2 0,-5 2 0,2 0-161,-1 1 1,-4-4-1,3 3 1,-1-1 246,-4-3 1,3 2-1,1 0 55,1-3 0,-4-2 22,6-6 0,-5-4 1,3-10-222,-2-4 0,-1-4 0,-3-2 0,1 1 33,2 0 1,-1-6 0,-4 1 0,0 0 21,0-2 0,2 4 0,1-6 0,2 3 8,-2 2 1,-1 0 0,-1 1 0,3-2-24,0 1 0,3 4 1,-4 2-136,2 3 0,6 6 257,-2-2 1,11 61 0,2 16 0</inkml:trace>
  <inkml:trace contextRef="#ctx0" brushRef="#br0" timeOffset="33">21825 6446 17742,'12'-14'-1301,"0"-1"0,-4 1 617,-2-1 1,5 1 0,-3 0 0,2-1 546,-1 1 0,-4-1 1,5-1-1,-1-1 117,-1-2 0,0-1 1,-4 6-1,0 0-2,0-1 0,-3 1 1,-1 0-1,0-1-64,0 1 0,-1 4 0,-4 2 0,-5 2 201,-3 3 1,-1 1 0,0 2 0,-1 2-113,1 2 1,-5 0 0,-1 5 0,3 2 3,1 2 1,0 2 0,-2 1 0,1 1-15,4 2 1,0 0 0,7-4 0,-1-1-37,1 1 1,1-1 0,5 0-33,0 1 0,7-2 0,2-2 0,4-3 227,1-2 1,1-1-1,-1-5 1,0 0 97,1 0 0,4-2 1,0-2-1,-1-6-293,-2-3 0,-2 4 0,-1-1 1,-2-1-66,-1-2 0,-2 3 0,1 1 1,-2-1-133,-1 2 154,-4-5 1,4 13 12,-6 0 1,0 8-1,0 10 1,-1 3 115,-4 1 1,3 4 0,-4 6 0,1 3-181,0 2 0,-6 1 0,3 5 1,-2-1-53,1-4 0,1 2 1,-3-5-1,1 0 96,-1 1 0,-2-3 0,-1-6 0,-1-1 143,1-2 0,-2-6 0,-2 1 1,-1-5 91,2-4 1,-4-4 0,2-6-1,-1 0 44,0 0 0,4 0 0,-4-1 1,6-4-18,4-5 0,-2-3 1,4-1-221,0 0 0,1-1 0,7 1 1,0-1-65,0 1 1,7 0-1,2-1 1,4 1-17,1-1 1,2 1-1,4 0 1,2-1 634,0 1-445,6 0 0,6-5 0,5-2 0,7-3 0,1 1 0</inkml:trace>
  <inkml:trace contextRef="#ctx0" brushRef="#br0" timeOffset="34">22012 6460 9757,'0'-14'0,"0"0"-743,0-1 1,0 1 250,0-1 1,1 3 700,4 2 0,-2 4 0,7 6 173,1 0 0,-3 6 1,2 4-380,1 2 1,-3 3 0,0-1 0,-2 1-56,-3-1 1,4 0-1,-2 1 1,-2-1-44,-2 0 1,-1 1 0,2-2 98,3-4 88,-4 4 1,6-13 19,-7 0 0,0-2 0,0-7 0,0-2-139,0-2 1,0-3 0,0-2-1,1-1-120,4 2 1,-2 1 0,5 1 0,-1 1 122,-4-1 0,5 6 0,2-1 10,2-1 0,-2 5 0,-1 1 0,3 3 90,0 2 1,-2 0 0,-2 2-15,-2 3 1,12 22-1,-2 11 1</inkml:trace>
  <inkml:trace contextRef="#ctx0" brushRef="#br0" timeOffset="35">22343 6432 15514,'-7'-8'-4802,"6"0"3619,-4 3 1072,3-3 0,7-2 334,0 1-128,0 5-77,-5-2 0,0 8 1,-2 1-1,-1 3-17,-2 2 0,-5 2 1,4 3-1,0-2-128,-1-2 1,1-1-1,3 4 1,-2-3 121,2 2 0,1-3 265,2 2-293,0-7 0,6 3 173,4-6 1,3-6-1,0-4-91,-4-2 1,2 2 0,-4 1-84,1-3 1,-3 0 0,3-3 2,-2 1 1,0 1-1,-2 2-11,0 1 1,1 5 107,-5-4-136,0 6 1,0 7 67,0 11 0,0-2 0,0-4-339,0 2 0,0 2 163,0 2 0,7-3 0,1 0 99,-1-3 1,1-4-1,-3 3-38,5-2 0,-2 1 0,1-4 434,3 2-234,-6-1 0,7-10 0,-5-2 0</inkml:trace>
  <inkml:trace contextRef="#ctx0" brushRef="#br0" timeOffset="36">22616 6460 14975,'5'-14'-2722,"0"0"2020,-2-1 0,-2 6 0,1 1 631,3 1 1,-4-4 61,4 1 1,-5 4 29,-5 1 0,-3 5 0,-6 5 80,0 5 1,-1-2 0,1 1-1,-1 4-96,1 5 0,4-2 0,1 3 0,-1-3-120,2-2 1,0-1 0,5-2 0,-2-1 108,2 1 0,1-3 0,4 0 13,3-2 1,-2 4 0,7-5 0,2-2 79,6-2 1,-2-7 0,5-4 0,-2-2-90,0-3 0,0 1 1,-3-2-1,2-2-57,1-1 1,0-6 0,-6 1 0,-2-4-100,-1 0 1,-2-6 0,1-1-1,-4 0 43,-3 0 0,-2-5 1,0 1-1,0-1 33,0 2 0,-2-4 0,-1 5 0,-2-1 41,2 0 1,-3 1-1,1 0 1,0 8 9,-1 9 0,2 10 103,-5 5 1,1 12-1,-2 7 1,4 7-137,-1 1 1,6 5 0,-4-3-1,3 5 26,2 5 1,0-4 0,-1 5 0,-2 0 35,-2 4 0,0-2 1,5-1-1,0 1-6,0 0 0,0 0 0,0 1 0,0-4-4,0-4 1,2-1-1,1 0 1,3-2-33,2-3 0,-3-4 0,5-5-68,1-1 1,2-1-184,1-3 1,-4-4 0,-2-8 554,-2-2 0,4-4-223,-6-7 1,8-25 0,-4-6-1</inkml:trace>
  <inkml:trace contextRef="#ctx0" brushRef="#br0" timeOffset="37">22875 6388 13004,'0'10'-998,"0"0"1,-2-6-1,-1 6 912,-2 1 0,0-3 1,5 2-190,0 1 1,-4-3 262,-1 1 1,0-4-152,5 5 0,2-7 126,2 2 0,0-10 1,4-5 5,-2-2 0,0 2 0,-2 1 1,2-3-104,2 0 1,-5-8 0,4 1 0,-3 2 190,1 1 1,5 1-1,-5 1 1,-1-1-52,3 1 1,-6 0-70,4-1 60,-3 7 0,-15 34 0,-3 14 1</inkml:trace>
  <inkml:trace contextRef="#ctx0" brushRef="#br0" timeOffset="38">23076 6417 14441,'-9'0'-109,"-1"-1"-789,-1-4 483,-2 3 0,4-4 254,-1 6 1,8 1-37,2 4 1,2-3-1,8 3 208,1-4 0,-3-1 0,1 0-7,3 0 0,-4 0 0,-1-1 7,0-4-297,-2 3 74,-5-11 1,-2 12 77,-3-4 0,-3 3 188,-6 2 1,4 2-1,2 3 67,2 4 1,1-1 0,5 2-367,0 1 1,0-3 0,2 2 23,3 1 1,1 2-1,5-1 1,-1 0-675,1-3 920,2-6 1,39 4 0,11-7-1</inkml:trace>
  <inkml:trace contextRef="#ctx0" brushRef="#br0" timeOffset="39">23249 6446 13762,'0'-14'-2241,"0"6"1,-2-4 2139,-2 8 0,2 5 1,-4 9 99,-1 3 0,6 1 0,-4 0 0,2 1-41,-2-1 0,2 0 0,-5 1 59,1-1 0,2-4 1,5-1 116,0 3-226,0-6 1,0-1-34,0-10 0,2-3 0,1-6 1,4 1 196,1 3 1,-4-3-1,6 4 1,1-4-62,2-1 1,-3-1 0,-1 3 0,2 0 14,2 3 0,-3 1 1,-1-2-1,2 4 105,2-1 0,-3 6 0,-1-4-12,3 3 0,-4 9 0,0 2-98,-2 4 1,-1 2 0,-4-1-65,4 0 1,-3 1 0,3-1 0,-4 0-121,-1 1 1,0-1 0,2 1-408,3-1 640,-4-6 1,18-21 0,-3-11 0</inkml:trace>
  <inkml:trace contextRef="#ctx0" brushRef="#br0" timeOffset="40">23637 6086 13484,'-6'15'-1881,"4"-1"1,-4 0 1785,0 1 0,4-1 1,-3 1-1,2-1 109,-2 0 1,4 6 0,-4 0-1,3 1-45,2 0 1,0 4 0,0-2 0,0 1-14,0 0 1,0-5 0,0 3 0,2-1-24,3-3 1,-2-2 0,5-2 0,0-1 33,0-4 1,1 3-1,6-6-125,-1 2 1,1-5-1,-1 2 150,0-3 1,1-2 47,-1 0 0,-6-26 0,-2-6 1</inkml:trace>
  <inkml:trace contextRef="#ctx0" brushRef="#br0" timeOffset="41">23565 6331 14342,'0'-15'-664,"0"1"0,5 4 1,2 2-1,2 2 767,7 3 1,0 1-1,8 2 1,2 0 73,1 0 1,7 0-160,-1 0 1,39 13-1,5 3 1</inkml:trace>
  <inkml:trace contextRef="#ctx0" brushRef="#br0" timeOffset="42">18214 4273 13915,'9'0'-1174,"1"0"1,-7-1 714,2-4 1,-2 3 393,2-2 0,-2 2 150,6 2-31,-5 0-17,2 0-11,-6 0-20,0 0 42,6 0 141,-4 0-27,4 0-91,-6 0-36,0 0-28,7 0 0,-6-2-142,4-2 21,-3 2 36,-2-4-158,0 6 0,0-2-228,0-3 232,0 4 1,0-7-23,0 3 1,-2 3 39,-3-3 0,4 2-243,-4-2 60,3 4 461,2-6 1,-12 14 0,-4 1 0</inkml:trace>
  <inkml:trace contextRef="#ctx0" brushRef="#br0" timeOffset="43">21134 6489 16179,'0'-14'-4343,"0"-1"2923,0 1 1,0 4 1395,0 1 1,-2 1-23,-2-2 120,2-3 0,-4 10 0,7-5 91,4 2 1,-3-1 16,2 3 1,0 2 54,0-3 15,-2-3 0,4 5 0,-4-5-38,3 2 1,-2 1 0,5 3 321,-2-3 0,1 4 502,-2-4-858,-4-3-519,12 6 331,-11-4 0,-2 6 0,-10 0 0,-4 0 47,-6 0 0,-2 6 0,-8 2 0,-5 2 64,-9 0 1,-12-1 0,-12 6 0,-7 1-44,34-7 1,0 1-1,-3-2 1,-1 0 0,-1 1-1,0 1 1,2-2 0,0 0-59,2-1 0,1 0 1,-31 3-1,12-2 0,7-2 4,10-3 1,12-1 0,12-2-22,3 0 15,8 0 0,5 0 0,11 0 0,8 0-224,5 0 0,3 0 0,5-2 203,-1-2 0,10-11 1,4-4-1,5-4 1,-1 0-1</inkml:trace>
  <inkml:trace contextRef="#ctx0" brushRef="#br0" timeOffset="44">20256 6244 16179,'0'-16'-2089,"0"-1"1,-1-1 850,-4 6 1,3-3 1358,-2 6 0,2 4 142,2 5 1,-6 6 0,-4 9-160,-3-1 1,-1 0-1,-2 2 1,-2 2 3,-1 1 1,-5 5-1,3-3 1,-1 0-39,-4-1 0,4 6 1,-2-4-1,0 1-152,2-4 0,-4 2 0,5-2 1,1-2 222,-1-1 1,6-1-1,7-1-19,2 1 1,4-7 21,12-4 1,0-2 0,10-2 0,1 2-178,3 2 0,-1-2 0,1 3 0,1-4 51,2-1 1,2 0-1,0 2 1,0 1-411,-1 2 465,1 0 1,32-5-1,8 0 1</inkml:trace>
  <inkml:trace contextRef="#ctx0" brushRef="#br0" timeOffset="45">17206 6216 9520,'0'-15'0,"2"1"55,3 0 0,-4-1-348,4 1 0,-2 4-197,2 1 795,-3 5-146,4-2 0,-6 8 0,0 2-176,0 6 0,0-2 0,0 2 0,0 1 44,0 2 0,-5 1 0,-1 0 1,0 2 25,-1 3 1,1-3 0,3 4 0,-2-4-35,2-2 1,-4 0 0,2 1-1,2-1-41,2 1 0,1-1 1,0 0-1,0 1-86,0-1 1,0-4 20,0-1 1,1-5-1,4 0 125,5-2 1,-2-2 0,1 0 0,1-2 92,-2-2 0,5 0 0,-4-5 1,2-2-94,-1-2 1,3-2-1,-5 1 1,1 0-8,1-1 0,-7 6 0,4-1 36,-1-1 1,-3-2 13,7-1 1,-7 4 8,2 0 0,-4 9 164,-1 1 0,0 6-431,0 9 0,0-1 0,0 0-3,0 1 0,2-1 0,3 1 151,4-1 0,-1-4 0,2-2 0,1-2 102,2-3 0,1-1 0,1-2 1,-1 0 22,0 0 1,1 0-1,-1-2 1,2-1-4,3-2 0,-7-6 1,2 1-1,-1-2-39,0-3 0,-1 1 0,-2-1 0,-4 3-102,1 2 0,-6-3 1,4 4 147,-3-4 0,-2 3-347,0 1 1,-2 5-695,-3 0 891,4 2 0,-18 28 1,3 6-1</inkml:trace>
  <inkml:trace contextRef="#ctx0" brushRef="#br0" timeOffset="46">17667 6316 9037,'0'-8'-1695,"1"2"1685,4 6 0,-2 0 0,7 0 1,0-2-13,-2-2 1,4 2 0,-2-3-24,3 4 0,1-4 1,-1-2 20,-3-1 1,1 4 10,-6-6 0,-1 5-8,-4-4 58,0 5 0,-6-2 30,-4 6 1,-1 6 0,0 2 0,3 2-34,2 0 1,-1-1 0,4 6-26,-2-1 0,0 0 1,5 1-28,0-1 0,0 1 1,2-1-1,1 0-35,2 1 1,6-6 0,-3 1-1,2 1-64,-1 2 0,1 0 0,4-2 0,1-3 122,-1-2 0,32-14 0,9-8 1</inkml:trace>
  <inkml:trace contextRef="#ctx0" brushRef="#br0" timeOffset="47">18027 6360 9037,'0'-15'-493,"1"7"1,2 2-353,2-1 1,0 7 954,-5 0 1,0 7-1,0 7-69,0 1 1,0-6 0,0 1-24,0 1 1,0 2 0,0 1-46,0 1 0,-2-1 0,-1 0 37,-2 1 1,1-6 0,4 1-567,0 1 559,0-5 1,12-38 0,4-15-1</inkml:trace>
  <inkml:trace contextRef="#ctx0" brushRef="#br0" timeOffset="48">18070 6360 9037,'0'-23'-532,"0"4"1,0 1 119,0-1 0,4 3 0,1-3 0,-2 3 586,-1 2 1,-2-1-143,0 1 1,2 1-25,2 4 1,-2 4 0,3 10-207,-4 4 194,-1 4 0,13 33 0,3 9 0</inkml:trace>
  <inkml:trace contextRef="#ctx0" brushRef="#br0" timeOffset="49">18285 6316 8826,'0'-14'-585,"0"0"1,2 1 333,3 3 197,-4-3 78,6 5 0,-9 0 0,-1 5-37,-2 6 0,-4 1 1,2 4-1,-1 0 12,-3 0 0,3 1 0,0 6-15,2-1 1,-4-4 0,5-1-20,2 2 1,2-3-22,1 2 0,1-7-58,4 2 1,-2-3 0,7-2 0,1 0 11,2 0 1,-4 0 0,1-2 0,1-1 60,2-2 1,-4-5 81,1 6 64,0-8 0,-2 12 0,-4 0 21,-2 8 0,-4 5 0,-1 3 0,-3 3-36,-2 5 1,0 4-1,-3 0 1,3 3-59,1 2 1,-2 2 0,2 5 0,1-3 4,-1-2 1,-2-1 0,3-5-1,-1-2 20,1-3 0,-4-3 0,4-7 0,-2-1-2,-3-4 0,-2 3 1,-2-8-48,1 0 0,0-9 0,-1-5-31,1-3 0,1-1 0,3-2 0,6-2-103,2-1 0,2-2 0,0 4 1,2-4-105,2-1 1,4-1-1,7-4 1,1 2-447,3-1 677,-3-4 1,27-16-1,11-7 1,-17 11-1,0 0 1,0 1-1</inkml:trace>
  <inkml:trace contextRef="#ctx0" brushRef="#br0" timeOffset="50">18602 6115 8691,'0'-14'-393,"0"-1"1,5 1 207,0-1 0,-1 9 169,-4 6 1,0 6 0,0 10 0,-1 2-14,-4 1 0,2 5 0,-5-3 1,0 1 23,0 4 1,3 1 0,-3 2 0,0-2-29,0-3 1,3 3-1,-3-4 1,0 1 25,0 0 0,5-7 0,-2 2-24,4-3 22,1-8 1,1-3-1,4-10-33,5-4 1,-2-4 0,0-3 0,0-2-6,0-1 0,0 0 0,3 5 0,-3-1 13,-2 1 0,5-5 0,-3-1 20,0 3 1,4 6 0,-6 3 63,2 1 0,-3 2 52,4 5 0,-5 7 0,0 2-74,-2 4 0,0 3 1,1 2-1,2 1-36,-2-1 1,-2-1 0,1 1-1,1 1-40,2-1 0,1-2 0,-3-2-179,2 0 0,6-1 0,-3-2 231,0-1 1,18-26-1,-2-2 1</inkml:trace>
  <inkml:trace contextRef="#ctx0" brushRef="#br0" timeOffset="51">18890 6072 8826,'0'-23'-1061,"0"4"0,5 8 1122,-1 1 0,1 9 1,-5 1-14,0 8 1,0 5-1,0 3 1,0 1-12,0 2 0,0 2 1,0-2-1,0 4-34,0-1 1,0 5-1,0-4 1,0 1-41,0 0 1,0-5 0,0 5 0,-1 0-122,-4-2 1,3 4 0,-3-5 0,4-1 150,1 1 1,0-8 0,0-7 0</inkml:trace>
  <inkml:trace contextRef="#ctx0" brushRef="#br0" timeOffset="52">18875 6273 8640,'2'-14'0,"1"-1"-144,2 1 1,0 5 0,-4-1-266,4-1 1,-2 4 0,7 3 228,1 2 0,-3 2 0,2 2-98,1 2 276,2 4 1,14 26-1,3 4 1</inkml:trace>
  <inkml:trace contextRef="#ctx0" brushRef="#br0" timeOffset="53">19221 6259 8826,'-2'-15'-111,"-1"1"-461,-2 0 1,-1 4 371,1 1 1,2 5 86,-7 0 0,7 4 180,-2 4 1,3 4-61,2 7 1,0-1-1,2 0 11,3 1 0,-2-1 10,7 1 0,-2-1 0,3-1 0,-3-2 60,-2-1 1,1-1-48,-3 6 0,-2-1 0,3 0-46,-4 1 0,-2-6 0,-4 1-173,-5 1 0,-1-3 0,0 0 175,1-1 0,-6-35 1,-6-12-1</inkml:trace>
  <inkml:trace contextRef="#ctx0" brushRef="#br0" timeOffset="54">17293 7021 10191,'0'-20'-784,"0"4"0,0-4 0,0 5 781,0 0 1,0 6-1,1 1-282,4 1 342,-3 2 1,4 7 0,-6 3 0,0 4-22,0 4 1,0 2-1,-1-1 1,-3 0-15,0 1 1,-1-1 0,3 0 0,-1 1-42,-2-1 1,0 1 0,5-1-32,0 0 0,0 1 1,0-1-7,0 1 1,0-6 48,0 1 1,2-7 24,3 2 0,-4-5 0,6-3 0,-2-4-80,-1-1 0,8-1 0,-3-6 46,4 1 1,-3-1 0,-2 1 0,0 0 9,0-1 0,-4 6 1,4-1 22,-1-1 1,-1 4 51,-1 3 0,-2 2-33,7 2 0,-7 2 1,2 2-1,-2 4-35,2 0 0,-4 5 0,6-3-86,-1 3 0,-3 1 1,5 0-1,0-1-27,0-3 0,-5 3 1,4-5-1,-2 1-135,-1 1 0,6-5 257,-5 4 0,12-38 0,-1-4 1</inkml:trace>
  <inkml:trace contextRef="#ctx0" brushRef="#br0" timeOffset="55">17595 6863 9800,'0'-14'-841,"0"-1"-312,0 1 0,2 6 1297,2 3 1,-2 5 0,3 7 0,-4 5-45,-1 6 1,0 8 0,0-2-1,0 3-28,0 2 0,0-1 0,0 1 0,0 1-41,0 4 1,0-4 0,-1 6 0,-3-3-68,0 1 1,-3 6-1,4-4 1,-2 1-72,2-3 0,-3-4 1,1-3-1,0-1-194,-1-2 0,4-7-171,-3 3 444,4-11 1,7-66 0,2-23 0</inkml:trace>
  <inkml:trace contextRef="#ctx0" brushRef="#br0" timeOffset="56">17638 7108 9800,'5'-18'-705,"0"4"1,1 3 0,-3-4 619,2 1 1,6 1 0,-1 3 75,3 6 0,-4-3 0,1 2 74,1 2 0,2 2-3,1 1 0,-1 1 0,-2 2-68,-1 2 1,-7 6-33,2-1 1,-5 1 0,-5 0 0,-3-1-87,0 1 0,-5 2 0,5 1-38,0 1 1,0-6 0,5 1 159,-2 1 0,0-4 1,5-1-1</inkml:trace>
  <inkml:trace contextRef="#ctx0" brushRef="#br0" timeOffset="57">17955 7108 9800,'-10'-5'-1458,"2"-1"1244,2-2 1,-4 3 0,4-3 98,-2 1 102,4 3 1,-7 5 0,6 4 20,2 5 1,2-2-1,1 1-21,0 2 1,0 2 0,0 2 35,0-1 0,0-4 1,0-1-23,0 2 0,0-3-7,0 2 0,1-7 0,4 2 17,5-4 1,-2-1 0,1 0-19,2 0 0,1-1 1,-1-2-1,-2-4-75,3-1 0,0-1 0,3-6 71,-1 1 0,-4 1 0,-2 2 0,-2 1 15,-3-1 0,4-2 14,-3-1 0,1 4-103,-5 1 0,-6 6 1,-4-2 1,2 8-1,0 3-280,2 2 333,1-4 1,5 21 0,0-1 0</inkml:trace>
  <inkml:trace contextRef="#ctx0" brushRef="#br0" timeOffset="58">18012 7093 9800,'8'-9'-1126,"-3"-1"1,-3 5 1101,-2-4 1,1-1 98,4-4 0,-3-1 0,2 1-39,-2 0 0,-2-1 1,0-1-1,0-1-36,0-2 0,0-1 0,0 4 0,0-1 3,0-2 0,0-5 1,0 4-1,0 1 21,0-2 0,0 5 0,0-3-83,0 3-6,0 2 0,0 8 1,-2 6 81,-2 8 0,0 6 0,-4 5 0,0 5 16,0 3 0,5-1 0,-2 1 1,4 3-22,1 1 1,0-1 0,0-1 0,0 0-8,0-1 0,0 1 0,1 0 0,3 0-68,0 0 1,8-5 0,-3-2 0,4-1-62,1-4 1,-1-1 0,-2-1 0,-1-3-244,1-2 1,2 3 394,1-4 1,7-34 0,1-9 0</inkml:trace>
  <inkml:trace contextRef="#ctx0" brushRef="#br0" timeOffset="59">18199 7151 9800,'0'-14'-650,"0"-1"1,0 6 0,0-1 104,0-1 1,0-2 788,0-1 0,-1 6-168,-4 3 1,2 3-1,-7 4-12,-1 3 1,3-2 0,0 6-1,0 3-28,0 0 0,3 3 0,-3-1-53,2 1 1,1-1 0,3-1-1,-1-2-56,-2-1 1,0-6 64,5 6 0,7-7 0,2 2 1,-1-4 0,2-1-25,1 0 1,2-6-1,1-3-25,1-4 0,-6 3 0,1 1 40,1-3 0,-3 6 1,0 0 124,-1-1-48,-3 6 0,-4-4-74,0 10 0,5-2 0,0 6-97,-2 3 1,-1-4 0,-1 0-225,4-2 329,-3 5 1,17-28-1,-3-1 1</inkml:trace>
  <inkml:trace contextRef="#ctx0" brushRef="#br0" timeOffset="60">18372 6892 9029,'0'-22'-857,"0"2"0,0 4 740,0 2 1,0 8 0,0 6 166,0 8 0,0 1 1,0 4-1,0 3-44,0 0 0,0 5 1,0 0-1,0-1-8,0 1 1,0 5 0,0-2 0,0 1-82,0-1 1,1 2 0,3-5 0,0-1-1,0 1 1,-3 3 0,-1-3 0,0 0 50,0-1 0,0-13 0,0-9 0</inkml:trace>
  <inkml:trace contextRef="#ctx0" brushRef="#br0" timeOffset="61">18329 7093 8775,'0'-14'0,"0"0"-450,0-1 0,0 6 0,1-1 377,4-1 0,3 4 0,6 3 0,1 2 120,-1 2 0,1 0 0,-1 0 0,0 0-84,1 0 0,-1 0 0,2 2 42,3 2 1,10 11 0,8 7 0</inkml:trace>
  <inkml:trace contextRef="#ctx0" brushRef="#br0" timeOffset="62">18544 7108 9471,'-8'-7'-1613,"2"6"1589,6-6 1,2 7-1,2 0 117,6 0 1,-2-4 0,2-1-131,1 2 1,-3 1-1,0 0 1,0-1-57,0-2 0,-5-1 1,3 3 45,1-2 1,-6-1 38,4 1 1,-5 3 163,-5-3 1,2 4 0,-6 2-17,-3 4 0,6-2 1,0 5-1,1 0 61,0 0 1,0-3-1,5 5-211,0 1 0,0 2 0,2 0 1,3-2-318,4-2 0,9 1 0,3 4 331,1 1 0,23-15 0,11-5 0,6 0 0,0 0 0</inkml:trace>
  <inkml:trace contextRef="#ctx0" brushRef="#br0" timeOffset="63">19034 6993 9800,'1'-15'-474,"4"1"0,-3 4 1,2 1-6,-2-2 84,4-2 485,2 5 1,0 3 0,-3 10-48,-3 4 1,-2 6-1,0 2 1,0 2-32,0-1 0,0 3 1,0-2-1,0-1-15,0-2 1,0-2 0,0 0 0,0 1-31,0-1 1,0-4 0,1-1-1,4 3 1,-2-6-2,7-1 0,0-4 38,4-1 1,-1-6 0,-2-4-1,-2-2-70,3-3 1,-4 1 0,0-1 0,0 1 26,0 0 0,-4-1 0,4 1-9,-1-1 0,2 1 53,-4 0 78,6 6 1,-9 3-31,3 10 0,-4 3 0,-1 6 1,0 0-56,0 1 0,0-1 0,0 1 0,0-1-43,0 0 1,0-4 0,0 0 0,0 1-82,0 2 0,0 1 1,0 0-135,0 1 1,2-7 0,1-2 221,2 1 39,6-6 0,4-33 0,7-16 1</inkml:trace>
  <inkml:trace contextRef="#ctx0" brushRef="#br0" timeOffset="64">19321 7036 8775,'0'-15'0,"0"1"-428,0 0 0,0-1 0,0 1 1,0 0 165,0-1 0,5 1 443,0-1 0,1 7-92,-1 4 0,-2 2 0,5 4 1,-1 2-5,-4 6 0,3 3 1,1 1-1,-1 1-45,0-1 0,1 0 0,-4 1 0,3-1-36,2 0 0,-4 1 0,0-1 0,0-1-1,0-3 1,-2 2 0,3-2 0,-4 3 1,-1 1 0,0-4 0,0-1-31,0 3 0,0-4 0,-1 1-18,-4 2 1,2-4 0,-7-2 0,1-2-321,1 2 1,-5-4 490,3 4-125,4-4 0,12-39 0,10-10 0</inkml:trace>
  <inkml:trace contextRef="#ctx0" brushRef="#br0" timeOffset="65">19494 7065 8587,'0'14'-584,"0"0"436,0 1 1,0-6 0,0 1-280,0 1 429,0 2 1,-6-5-1,-2-2 1</inkml:trace>
  <inkml:trace contextRef="#ctx0" brushRef="#br0" timeOffset="66">19667 7079 8099,'0'-8'-667,"0"3"1,0 10 702,0 5 1,0-2-1,-2 1-7,-3 2 1,4 2-81,-4 2 355,3-7-282,2 4 0,2-12-53,3 0 0,-2 0 0,5-6 0,0 1-13,0 0 1,-3-4-1,3 2 1,0 1-35,0 0 0,1-6 74,6 3 1,-1 2 0,-1 1 29,-4 0 0,4 4-2,-3-3 1,-4 5 0,0 3 98,1 2 1,-6 2 83,4-3-149,3 4 0,0 0-81,7-3 0,-6-3 1,1-2-52,1 0 1,2-2 0,0-3-46,-4-4 0,2 1 1,-6-2-1,0 1 74,1 1 1,-4-5 0,3 3 427,-4-3-263,-1-1 1,-1 1-1,-2 5-36,-2 8 1,-5 7 0,4 9 0,-1 1-5,1 2 1,0 9-1,2-1 1,0 6-48,0 4 0,-2 1 1,0 7-1,-2 2-53,-4 1 1,0 6 0,-3-3-1,-1 0 10,-3-3 1,3-3 0,-5-3-1,1-4-3,-4-5 0,3-9 0,2-6 0,1-7 18,-1-6 0,3-5 0,-3-3 0,3-5 32,1-5 0,3 2 1,0-10-1,4 2-78,2 0 0,1-5 0,5 3 0,0-1-133,0-4 1,2-1-1,3-2 1,4 2 10,4 3 1,6-3 0,2 4-1,0-1 163,-1 0 0,25 13 0,2-2 0</inkml:trace>
  <inkml:trace contextRef="#ctx0" brushRef="#br0" timeOffset="67">16991 8129 7770,'14'0'-1336,"-4"-1"1423,-1-4 0,-4 2 1,5-7-6,1-1 0,-5 3 1,1-2-1,-3-1 1,1-2 0,6 4 0,-3-1 0,2-1-33,0-2 0,-6-1 0,4-1 0,0 1-9,0 0 0,-4-1 0,2 1 0,-1 0-40,0-1 0,-2 7-7,-8 3 1,0 4 0,-8 1 0,-3 1 28,0 4 0,-1 5 1,-2 7-1,-4 4 22,1 1 1,-4-2 0,7 2 0,1-1-33,2-4 1,2 4 0,0-2 0,1-1-25,3-2 1,4-2-1,6 1 3,0-1 0,2-6 0,2-3 1,6-3-45,3-2 1,1-2 0,2-1-1,2-4-29,1-1 1,0-1-1,-5-6 1,2 1-7,4 0 1,-4-1 0,3 1 6,-3-1 1,-2 1-1,1 0-12,-1-1 81,-6 7 0,-2 3 10,-6 10 0,-4 3 0,-1 7-37,2-1 0,1 0 1,2 1-1,0-1-90,0 1 1,0-1 0,0 0-17,0 1 0,0-6 0,0 1 144,0 1 0,6-4 0,2-1 0,13-32 0,1-6 0</inkml:trace>
  <inkml:trace contextRef="#ctx0" brushRef="#br0" timeOffset="68">17235 8086 8515,'0'-14'0,"0"-1"-303,0 1 1,5 4-610,0 1 702,0 6 1,-5 3 256,0 9 1,0 4 0,0 1-55,0 1 1,0-1 34,0 1 27,0-7 1,1-2 0,4-6-54,5 0 0,-2-2 1,1-2-1,1-6-8,-2-3 1,5 4 0,-4-1-1,4-1-1,1-2 0,1-1 0,-1 1 0,0 3 14,1 5 0,-1-1-4,1 1 0,-7 2 1,-4 8-1,0 4 0,0 4 0,-2 2 0,3-1 0,-4 0-22,-1 1 0,0 1 0,0 1 1,0 3-106,0-3 0,2 4 1,1-2-1,4-1 124,1-2 0,-5 4 0,35-16 0,2 0 0</inkml:trace>
  <inkml:trace contextRef="#ctx0" brushRef="#br0" timeOffset="69">17782 8057 8263,'-14'-9'-492,"-1"-1"0,1 7 1,-1 0 606,1 6 1,4 0 0,2 7 0,2 1-111,3 2 0,1 1 0,2 1 0,0-1 135,0 0 1,0 1-114,0-1 0,7-1 1,2-3-1,4-6-48,1-2 0,1-2 0,-1 0 0,2 0-98,3 0 0,-3-2 1,3-2-1,-3-4 60,-1 0 0,-1-5 0,-1 3 0,-2-3-13,-1-1 1,-7 0 0,3 1 0,-1 2 53,0 1 0,-2 0 0,-8-4 53,-4 0 1,-6 6 0,-2 3-1,-2 3-28,1 2 1,2 0-1,2 0 1,-1 2-65,1 3 0,0 1 0,1 5 0,2-1-124,1 1 0,7 2 181,-2 1 0,42-12 0,11-4 0</inkml:trace>
  <inkml:trace contextRef="#ctx0" brushRef="#br0" timeOffset="70">17940 7899 8515,'7'-14'-235,"-6"-2"0,4-2 0,-2 1-795,2 4 1337,-3-2 0,6 14 0,-5-2-343,2 6 0,-1 6 0,-4 9 0,2 3 116,3 1 1,-4 2 0,4 5-1,-3 1-65,-2 4 0,0 1 1,0 5-1,0-2-12,0 2 1,-2 3-1,-1 4 1,-3 1-97,-2-2 0,3-1 0,-3-3 1,1-3-163,4 0 0,-3-9 0,1-1-255,2-8 419,1-5 1,2-15 0,2-7 0,1-8 90,2-6 0,0-4 0,-5 5 0,6 0 0,2 5 0</inkml:trace>
  <inkml:trace contextRef="#ctx0" brushRef="#br0" timeOffset="71">18012 8173 8332,'5'-23'-268,"0"4"1,6-2-1,-3 2 1,0 1 138,-3 2 1,3 8 161,1 4 1,4 2-31,1 2 0,-1 2 1,-2 1 65,-1 2 1,-7 6-60,2-2 1,-3 4-9,-2 2 1,0-1-1,-2 0-6,-3 1 1,-3-2 0,-6-2 0,-1-2-104,1 2 0,0 1 0,-1-1-231,1-2 1,0 1 337,-1 4 0,7-6 0,27-33 0,13-15 0</inkml:trace>
  <inkml:trace contextRef="#ctx0" brushRef="#br0" timeOffset="72">18271 7827 8332,'13'-9'-510,"-4"-1"1,3 0-333,-8-4 910,8 6 0,-11 3 0,4 12 59,-3 7 0,-2 0 0,0 6 1,0-3-57,0 2 1,0-1 0,0 4 0,0 1-63,0-1 0,0 0 1,1 4-1,2-2-14,2 2 0,0-4 0,-3 0 1,1-1-94,2-3 0,1 3 1,-3-2-1,2-2-157,-2-1 1,-1-6-1,-1-1 255,4 3 0,-3 0 0,-2-4 0,-27-33 0,-12-15 0</inkml:trace>
  <inkml:trace contextRef="#ctx0" brushRef="#br0" timeOffset="73">18285 8101 7665,'0'-15'0,"0"1"-401,0-1 0,2 1 1,1 0 522,2-1 1,6 1 0,-1 1-109,3 3 0,1 2 0,0 5 0,1-2 24,-1 2 1,1 2 0,-1 1 0,0 0 111,1 0 0,-1 0 0,0 1-154,1 4 0,-6 1 1,-1 6-1,-1-3 36,-4 2 0,0 2 0,0 2 0,2-1-52,-2 0 0,-1 1 0,-2-1 0,0 1-281,0-1 1,-5 0 0,0 1-54,2-1 0,-3-4 354,1-1 0,-13-31 0,3-4 0</inkml:trace>
  <inkml:trace contextRef="#ctx0" brushRef="#br0" timeOffset="74">18516 7870 7079,'0'10'-234,"0"0"0,-2-1 0,-1 6 0,-4-1 123,-1 0 1,4 5 110,-6 1 0,-6 44 0,-6 6 0</inkml:trace>
  <inkml:trace contextRef="#ctx0" brushRef="#br0" timeOffset="75">18616 8043 8208,'0'-14'-203,"0"-1"0,0 1-144,0-1 326,0 7 0,0 8 0,0 10 1,0 3 1,0-4-1,0 1 1,2 1-11,3 2 1,-4-3 0,4-1 0,-2 1-23,2-2 1,-2 3 45,7-6 0,0 0 0,4-5-8,0 0 0,-4 0 0,-1 0 0,3-2 5,0-3 1,-2 2-1,0-7 1,1 1-18,2 1 0,-4-5 0,1 3 3,1-2 0,0-3 11,-1 1 1,-2 6 26,-3 3 0,-4 5 0,2 3 0,-4 4 27,-4 1 0,0 1 0,4 6 4,-4-1 0,3 0 98,-3 1-108,4-1 1,2-6-37,4-3 1,3-3 0,7-2-21,-1 0 1,0-7 0,1-1-14,-1 0 0,-4-3 0,-1 5 0,2-1-25,2 1 0,-3-1-87,-1 3 85,1 2 0,3-3-13,-4 10 1,-2 3 0,-7 6-97,0 1 1,0-1 0,0 1 168,0-1 0,13 0 0,3 1 0</inkml:trace>
  <inkml:trace contextRef="#ctx0" brushRef="#br0" timeOffset="76">19091 8043 8332,'0'-14'-138,"0"-1"1,0 6-417,0-1 482,0 0 0,0 4 1,0 6 145,0 8 1,0 5-1,0 1 1,0 1-84,0-1 1,0 0 0,0 1 0,0-1-158,0 1 1,0-1 0,0 0-304,0 1 0,2-1 469,3 1 0,9-20 0,8-5 0</inkml:trace>
  <inkml:trace contextRef="#ctx0" brushRef="#br0" timeOffset="77">19206 7899 7909,'-5'10'-450,"1"-1"1,-8 20-1,4 9 1</inkml:trace>
  <inkml:trace contextRef="#ctx0" brushRef="#br0" timeOffset="78">19221 8043 8332,'4'-14'-199,"1"-1"-307,-2 1 1,1-1 600,0 1 0,0 6 0,5 2 39,2-1 0,-3 6-115,2-4 1,-7 10-1,4 3-30,-1 0 0,-4 4 1,2-2-25,-2 3 1,-7 1 0,-1 1 0,-1-1 2,1 0 1,-5 1 0,3-1 0,-2 1-57,1-1 0,4-1 0,-3-2 1,1-1 1,-2-1-8,4 6 96,0-7 1,7-2 0,3-5 44,4 4 1,-1-3-1,0 4 16,-1 1 1,-1-1 0,-3 5-1,2-1 13,-2 1 1,-1 7 0,-2 1 0,-2 0-16,-3 2 0,-3 1 1,-6 7-1,-2 0-39,-3-1 1,1-4 0,-4 0 0,-1 0 68,1-1 0,0-2 1,-4-9-1,4-2-21,1-5 0,2 1 0,4-1 0,3-3-31,2-6 1,4 1 0,4-6-1,-1-3-68,-2 0 1,0-3 0,7 2 0,1 2-167,2 2 1,6-1-1,-1-4 1,2-1-251,3 1 1,-1 1 0,2 2 444,3 1 0,15-16 0,6-8 0,6-6 0,1 1 0</inkml:trace>
  <inkml:trace contextRef="#ctx0" brushRef="#br0" timeOffset="79">19422 8129 8332,'-5'-14'-1049,"0"0"921,2-1 1,2 6-1,2 1 102,4 1 1,-2 2 0,7 4 0,1-2 31,2-2 1,-4 0 0,1 3 0,1-1 5,2-2 1,1-4 0,1 4-24,-1 2 1,-4-4 0,-1 1-5,3-2 67,-6 5 0,-1-4 0,-10 7 34,-5 0 1,-2 7 0,-3 2 3,1 4 1,-1 2-1,3-1 1,0 0-31,3 1 1,4-6-1,-3 1 1,0 1-53,0 2 1,5 1-1,-2 1-1,3-1 1,2-4 0,0-1 8,0 2 0,2-4 1,3-2-1,4-4-27,4-1 1,2 0 0,-1 0-1,0-1-36,1-4 1,-1-2-1,1-4 1,-1 2 0,0-2 1,1-2 0,-3-2 0,0 3 15,-3 2 0,-4-3 0,3 4 0,-2-4 7,-2-2 0,2 1 56,-1 0 31,0-1-42,-5 1-37,0 6 1,1 1-10,4 7 1,3 0-1,6 0 10,1 0 0,-6 0 0,1 0 12,1 0 1,-3 0 0,0 2 11,-1 3 1,2-2-1,-4 7 6,-2 1 0,-1-3 0,-2 1 0,0 3-20,0 0 0,0-2 1,0 0-1,0 2-144,0 6 1,0-2 0,0 3 0,0-3-368,0-1 515,0-1 0,32 7 0,8 1 0</inkml:trace>
  <inkml:trace contextRef="#ctx0" brushRef="#br0" timeOffset="80">20300 7827 8332,'8'-6'0,"-2"-2"0,-1-2-380,0 1 1,1 4-1,-3-5-32,2-1 0,6-2 552,-1-1 1,-4-1 0,1 3-1,-3 0 169,1 3 1,0-1-143,-5-4 0,-2 6 0,-2 5-55,-6 6 1,-8 10 0,-2 7-1,-3 3 31,-2 2 1,-3 7 0,0 4 0,-1 0-107,0 4 1,7 2 0,3 1-1,3 0-127,1 0 1,6 2 0,1 0 0,1 0-208,4-4 0,9-2 1,7-1-1,5-4 297,-1-4 0,24-27 0,11-9 0,3 0 0,0 1 0</inkml:trace>
  <inkml:trace contextRef="#ctx0" brushRef="#br0" timeOffset="81">20328 8201 8388,'-8'-6'-28,"-3"3"0,5-5 74,-2 1 1,5 1-98,-2 1 0,3 2 1,4-5 32,3 2 0,-2-4 0,6 4 0,3-2 62,0-4 1,3 4-1,-1-1 1,1-2-102,-1-2 0,2-6 1,2-1-1,1 1 16,-2-2 1,-6 5 0,-1-4 0,1-1-6,2-3 0,0-2 0,-2 1 1,-3 2 8,-2 3 1,4-4-1,-5 4 1,-2 3-146,-1 1 1,-2 1 135,0 1 1,-2 6 0,-1 5-1,-4 6 25,-1 7 1,-1-1-1,-4 4 1,2 3 72,1 0 1,5 2 0,-4-1 0,-1 4 23,2 1 0,-3-2 0,6 4 1,1 0-56,-3-2 0,6 3 1,-4-4-1,3 0-11,2 0 0,0 3 1,0-5-1,0 0-44,0 2 0,2-5 0,1 3 0,3-3-269,2-1 0,-3-1 1,3 0 302,-2 1 0,12-14 0,-2-2 0</inkml:trace>
  <inkml:trace contextRef="#ctx0" brushRef="#br0" timeOffset="82">20631 8086 8388,'-10'-6'0,"0"-4"123,-1-3 1,3 5-19,-1 4 1,5 4-1,0 4-284,2 6 1,2 3 0,0 1 122,0 1 0,0-1 0,0 0-56,0 1 1,0-6-1,0 1-456,0 1 0,2-3 568,2 2 0,17-45 0,10-7 0</inkml:trace>
  <inkml:trace contextRef="#ctx0" brushRef="#br0" timeOffset="83">20674 7856 8388,'-10'-5'-1210,"1"0"1,4 1 1190,-5 4 0,7 6 1,-2 4-17,4 2 1,1 3 0,0 1 34,0 3 0,25 3 0,7 7 0</inkml:trace>
  <inkml:trace contextRef="#ctx0" brushRef="#br0" timeOffset="84">20803 7870 7719,'0'-8'-203,"0"4"1,0 8-1,0 6 258,0 3 0,0 3 0,0 1 1,0 2-24,0-1 0,0 3 1,0 0-1,0 1-49,0 4 1,-5-4 0,1 0 0,-1 1-66,-2-1 0,6-3 0,-6 4 0,3-3-168,-1-2 0,-5-2 0,5-2-32,2 1 282,2-1 0,13-38 0,4-9 0</inkml:trace>
  <inkml:trace contextRef="#ctx0" brushRef="#br0" timeOffset="85">21019 7928 7828,'-6'-13'-344,"-4"4"0,2 2 0,-2 7 424,-1 0 0,-2 7 0,-1 2 0,0 4-78,-1 1 0,1-1 0,-1-2 1,1-1 14,0 1 1,4 2 0,1 1 0,-1 1-18,2-1 0,-3 0-21,6 1 0,2-2 18,8-4 0,-2-2 0,6-7 1,3 0-4,0 0 1,3 0 0,-1 0 3,0 0 1,1 0-8,-1 0 1,1 0-1,-3 1-86,-2 4 0,3-2-70,-4 7 1,3-5-1,-1 3-53,-2-2 0,-1 0 218,2-1 0,16-3 0,-2 4 0</inkml:trace>
  <inkml:trace contextRef="#ctx0" brushRef="#br0" timeOffset="86">21105 8129 8388,'-4'-9'-167,"-1"-1"1,-2 5-149,3-4 1,2 4 131,-3-5 246,4 7 1,1-5-137,0 3-66,6 4 1,0-7-47,4 3 299,-4 3 64,-6-10 0,-6 12-74,-4 0 1,-1 1 0,0 7 0,3 0 58,2 0 1,1 2 0,5 4-131,0 1 1,0-1 0,1 0-212,4 1 1,3-2-1,7-2 1,-1-2-424,0 2 0,5-3 601,1 2 0,20-7 0,9-3 0,2 3 0,0 1 0</inkml:trace>
  <inkml:trace contextRef="#ctx0" brushRef="#br0" timeOffset="87">21695 8057 8388,'-14'0'338,"-1"0"-166,1 0 0,4 7 0,2 2 0,2 4-315,3 2 1,0-1-1,-1 0 1,0 1 148,0-1 0,3 1 1,1-1-53,0 0 0,0-4 51,0-1 0,1-5 1,3-1-31,0-6 0,6-5 1,-5-7-1,0 1-77,1 0 0,-4-2 1,4-2-1,-1-3 5,0-1 0,-1 3 0,-4-5 0,2-2-26,3-1 0,-4-2 1,4 0-1,-2 1 32,2-1 0,-3 5 0,4 0 0,-1 0 52,0 1 0,0 3 0,-4 7 51,4 3 1,-3 1 34,2 9 1,-2 4 0,0 14-1,1 1 113,2-1 0,-1 3 0,-4-1 0,2 3-56,3 2 1,-2-2 0,5-1 0,0 0-71,0 1 1,-3-4 0,3 3-1,0-1-45,0-3 1,0 3 0,3-2 0,-2-3-82,3-5 0,-1 2 0,0-5 1,-3 1-215,-2 1 0,4-5 0,-4 3-552,2-2 858,-4 5 0,-17-16 0,-11 4 0</inkml:trace>
  <inkml:trace contextRef="#ctx0" brushRef="#br0" timeOffset="88">21753 8115 8388,'0'-14'0,"0"-1"0,0 1-39,0-1 0,6 7 0,4 4 1,2 0-215,3 0 0,-6 2 0,1-3 0,1 5 105,2 5 1,1-3-1,1 4 1,-1-1 22,1 0 125,-1 6 0,20 10 0,4 9 0</inkml:trace>
  <inkml:trace contextRef="#ctx0" brushRef="#br0" timeOffset="89">22184 8086 8388,'-14'-5'-498,"0"1"220,-1 0 1,1 3 0,-1 1 314,1 0 0,0 6 0,1 4 1,2 1 39,1-1 1,7 2 0,-4-4-1,3 2 152,-1 0 1,0-1-174,5 6 0,2-6 1,2-1-40,6-2 1,3-1 0,1-5 0,1-1-25,-1-4 0,0 2 0,1-5 0,-1 0-127,1 0 0,-1-2 1,-1-4-1,-2-1-35,-2 1 0,-5 0 0,0-1 0,-2 1-46,-2-1 0,0-1 0,-2-3 1,-1-3 214,-2-1 0,-6-4 0,2 3 0,-4-3 0,-1-2 0,-1 1 0,1 0 0,-1 3 0,1 1 0,6 6 0,2-1 0,1 3-101,0 2 1,-1 6-1,2 5 178,0 6 0,-1 1 1,5 9-1,1 3 49,4 0 1,-2 5 0,7 0 0,0 0-29,-2-1 1,4 4 0,-2-3 0,1 2-19,-1 2 1,3-2 0,-4-1 0,2 0-47,-1 1 0,3-4 1,-4 3-1,4 1-142,1-1 1,-4-4 0,0 1-1,-1-3-32,-1-2 1,5 1 0,-5-1 0,2 0 139,-1 1 0,14-14 0,7-2 0</inkml:trace>
  <inkml:trace contextRef="#ctx0" brushRef="#br0" timeOffset="90">22573 8072 8388,'0'-23'0,"-2"4"-300,-3 3 0,2 7 0,-6 1 236,-3 1 0,0 2 0,-1 7 0,0 3 97,-1 4 1,2 3 0,-7-1-1,3-2 68,2 3 1,1 0 0,2 3 0,1-1-81,-1 1 0,5-1 0,-1-1 0,3-2-42,-1-1 1,0-1 5,5 6 0,2-7-44,2-4 1,4-2 0,7-2-51,-1 0 1,1-2 0,-1-1 0,0-3 2,1-2 0,-3 3 0,0-5 0,-3 1 96,2 1 0,2-3 0,0 4 93,-3-1-7,2 5-7,-4-3 0,0 7 0,-3 4-93,-3 5 1,-2 2 0,0 3-86,0-1 1,0 1 0,0-1-90,0 0 0,0 1 0,1-3 198,4-2 0,22-10 0,12-8 0</inkml:trace>
  <inkml:trace contextRef="#ctx0" brushRef="#br0" timeOffset="91">22717 8101 8388,'1'-15'-142,"4"1"0,-3 4 0,4 1-251,0-3 0,-2 6 390,5 1 0,-6 5 71,2 5 1,-3-2 0,-2 7 5,0 1 0,0-3 0,0 2-62,0 1 1,0 2 0,-2-1-1,-1 0 10,-2-3 0,-1-4-1,1 5 1,3-6 0,-4 4 54,0-1-89,4-2 1,-4-7-85,6-3 1,6 2-18,4-7 1,2 2 0,3-1 0,-2 2 2,-4 1 1,4 4 0,-5-4 0,2 1 97,-1 0 0,1 1-47,4 4 120,0 0 0,-4 0 150,0 0-31,-7 0-62,3 6-102,-6-4 0,2 4-46,3-6 0,-2 0-38,6 0 0,1 0 52,4 0 1,-4 0 159,0 0-95,-7 0 1,8 2-53,-6 2 1,0 0 0,-5 5-224,0 2 0,1-3-268,4 2 495,-3 0 0,4 4 0,-6 0 0</inkml:trace>
  <inkml:trace contextRef="#ctx0" brushRef="#br0" timeOffset="92">23091 7798 8386,'4'-14'0,"1"0"-23,-2-1 0,-1 1 0,0 1-18,2 3 0,4 4 1,7 8-42,-1 2 1,1 4-1,-1 7 1,0-1 182,1 1 0,-1 4 1,1 2-1,-1-1 91,0 1 0,1 5 0,-1-2 0,0 3-70,1 2 1,-2 4 0,-2 2 0,-3 1-21,-2-1 1,-1 5 0,-7-2-1,-4 5-252,-8 5 0,-15-1 0,-16 5 150,-11 3 0,2-26 0,-14 0 0,-2 1 0,12-6 0,0 0 0,1 1 0,-1-1 0</inkml:trace>
  <inkml:trace contextRef="#ctx0" brushRef="#br0" timeOffset="93">15883 6964 12933,'0'-10'-2032,"0"1"1,1 1 1851,4-2 1,-3-3-131,3 4 490,3 2 0,-2-1-82,4 4 1,2 2 72,-2-3 0,-2 4-34,2 1 0,-6 0 108,6 0 418,-7 0-437,4 0 0,-9 0-62,-3 0 0,-3 0 0,-6 0-117,-1 0 0,1 0 0,0 0 0,-1 1-15,1 4 0,-2-3 0,-2 2 0,-2-2-29,-3-2 0,-1 5 0,-6 0 1,-4-1-8,-4 3 1,-12-6 0,-6 6 0,-8-2 6,-6-1 1,-7 6 0,32-7 0,-1 0 0,-1 1 0,0 0-1,0 2 1,0-1-1,-3 0 1,0-2 0,3 1-1,0 0 1,-1 0 0,0 0-48,0 1 1,0-2-1,7-1 1,1 0-1,-37 2 67,12-2-17,12-2 0,8 0 1,10 0-1,5 0-4,7 0 1,7-2 0,5-1-81,1-2 1,9 1-126,1 4 1,6 0 0,10-2 187,3-3 1,55-28 0,-28 10 0,1-1-1</inkml:trace>
  <inkml:trace contextRef="#ctx0" brushRef="#br0" timeOffset="94">14300 6849 15230,'-8'-10'-1051,"2"1"0,0-1 647,-4 2 1,2-3-1,0 4 427,2-1 1,-6 5-1,3-2 3,-4 4 0,3 1 0,1 1 0,-1 4-159,2 5 1,-5-2 0,2 1-1,-5 3 135,-3 0 1,-2 4-1,4 2 1,-2 1-10,1-1 0,-4 3 0,-1-1 0,-1 1-47,0 0 1,5-2 0,-3-5 0,1 1 119,3-1 1,2 1-1,4-1 1,0-1 11,3-4 1,6 4-167,-2-3 1,5-4 0,5-1 79,4-3 1,6-2 0,2 0 0,4 0 46,1 0 0,2 0 0,5 0 1,0 0-12,0 0 0,1 0 0,2 0 0,1 0-61,-1 0 0,-1 4 30,-2 1 1,19 26-1,4 0 1</inkml:trace>
  <inkml:trace contextRef="#ctx0" brushRef="#br0" timeOffset="95">9740 7208 21829,'-20'-1'-756,"1"-2"-753,2-2 1,1 0 1614,1 5 1,6 0 189,-1 0 0,7 2-287,-2 3 1,5-4 0,5 4-49,5-4 1,-2-1 0,1-1 0,2-2 43,2-2 0,2-6 0,-1 1 0,0-3-276,1-1 1,-6 0-1,1-2 1,1-2-33,2-1 1,1-5-1,1 3 1,-3-1 16,-2-4 1,1-6 0,-6-3-1,-2-2-24,-1-3 1,3-3 0,-1-5-1,0-3-35,-3 0 1,-1-4 0,-1 6-1,-3-1 57,0 1 0,-6-4 0,4 7 1,-2 4 32,-4 7 1,0 11 0,-3 5 0,1 4 203,-1 6 0,1 4 0,0 10 1,-1 6 136,1 6 0,-4 6 0,2 6 0,4 1 31,-1 4 0,2 1 0,-1 6 0,4 1-80,2 3 0,-4 3 0,6-2 0,-1 4-56,-2 1 1,6 0 0,-4 2-1,5-5-11,5-4 0,-2 3 1,7-3-1,1-4-47,2-3 1,1-3 0,2-7 0,2-1 37,1-2 1,0-5 0,-5 3 66,1-1 0,25-21 0,6-10 1</inkml:trace>
  <inkml:trace contextRef="#ctx0" brushRef="#br0" timeOffset="96">9941 7137 19184,'0'-10'-3342,"0"0"0,2 6 3419,2-6 0,4 5 1,7-4 149,-1-3 1,1 4 0,-1 0 0,-1 0-112,-4 0 1,4 4-1,-3-4 1,1 0-52,-1 0 1,1 3-1,-5-5-214,2-1 1,-5-2-22,2-1 1,-5 6 0,-5 3 139,-4 4 1,1 1-1,-2 0 1,-1 1 278,-2 4 0,4 3 1,1 6-1,0 1-300,0-1 1,3 0 0,-3 1 0,1-1-165,4 1 0,2-1 1,1 0-1,0 1-61,0-1 0,0 1 0,1-1 1,4 0-14,5 1 0,-2-6 0,1 1 0,2 1 61,2 2 0,2-4 1,-1-1 403,0-1 1,20-15 0,4-8-1</inkml:trace>
  <inkml:trace contextRef="#ctx0" brushRef="#br0" timeOffset="97">10344 7079 17112,'0'-14'-2676,"0"4"1,0 0 2136,0-1 1,0-2 0,0-1 331,0 0 0,0 4 95,0 0 12,0 1 1,-2 1 0,-1 5 265,-2 6 0,-6 5 0,2 6 0,-4 2-54,-2 3 1,1-3 0,0 5 0,-1 0-237,1 3 0,4-3 0,2-2 1,0-1 169,0 1 0,5-8 1,-2 3-1,4-1-70,1 0 1,0-4-38,0 1 1,6-7 0,4 0 227,2-6 1,-2 0 0,0-7-1,1-1-115,2-2 1,-4 4 0,1-1-1,-1-1-231,-1-2 1,4-1-1,-6 0 73,2-1 1,-3 2 0,3 2 67,-2 2 1,-1 4 34,-5-5 0,0 9 10,0 1 0,0 6 18,0 8 1,0 1-1,2-1-380,2 1 1,-2-6 0,4-1 303,1-1 1,7 4 0,8-3 0</inkml:trace>
  <inkml:trace contextRef="#ctx0" brushRef="#br0" timeOffset="98">10416 6978 15403,'0'-14'-1603,"0"4"0,1 2 926,4 2 0,-2-4 693,7 6 1,-7 0-1,4 9-108,-1 5 0,-4-2 0,4 1 0,-1 2-18,0 2 0,4 2 1,-2-1-1,-1 0 19,0 1 0,1-1 0,-4 1 0,2-1-141,-2 0 1,3 1-803,-1-1 1007,6 1 1,-9-9 126,3-6 1,-4-2 0,-1-7-1,0-2-211,0-2 1,0-2 0,0 1-1,0 0 112,0-1 0,0 1 0,0-1 0,0 1 40,0 0 1,0-1 0,-1 1-21,-4 0 1,3 4-112,-2 0 1,2 9-139,2 1 208,0 6 1,19 40-1,5 9 1</inkml:trace>
  <inkml:trace contextRef="#ctx0" brushRef="#br0" timeOffset="99">10689 6978 15403,'0'-14'-2296,"0"4"0,2 2 2147,3 2 1,-4 3-1,4 8 24,-3 4 1,2-1 0,1 2 0,-2 1 12,-1 2 1,-2 1-1,2-1 1,1-2-14,2-1 0,-1-1 0,-4 6 40,0-1 1,0 0 62,0 1 1,0-6-619,0 1 567,0-7 1,5-3 0,0-9-14,-2-4 1,4-2 0,-1 1 119,2 0 1,-3-1 0,3 1 0,0-1 54,0 1 0,1 0 1,6 1 121,-1 3 0,-4 2 1,-1 5 205,2-2 1,-3 1-170,2 4 0,-5 6 0,3 3-233,-2 4 0,4 2 0,-4-1 0,1 0-21,-1 1 0,-1-1 0,-4 1 0,3-1-338,0 0 1,3 1 297,-2-1 0,3-6 1,6-1-1</inkml:trace>
  <inkml:trace contextRef="#ctx0" brushRef="#br0" timeOffset="100">11106 6978 13908,'-8'7'-1018,"2"-4"287,6 6 0,0 1 1,0 4 437,0 1 0,0-6 1,0 1-1,0 1 217,0 2 1,19 1 0,5 1 0</inkml:trace>
  <inkml:trace contextRef="#ctx0" brushRef="#br0" timeOffset="101">11164 6849 13908,'-10'0'-735,"1"0"0,4 5 1,-3 1 465,2 2 0,1 2 1,3 6 57,-3 3 0,17 48 1,-8-25-1,1 1 0</inkml:trace>
  <inkml:trace contextRef="#ctx0" brushRef="#br0" timeOffset="102">11293 7021 13908,'-1'-8'-2242,"-4"4"0,3 4 2318,-2 4 0,2 4 0,2 7-169,0-1 1,0 1 0,0-1-30,0 0 0,0 1 77,0-1 1,0-4 212,0-1-272,0-5 0,0 0-89,0-8 1,0 0 0,2-5 0,1-2 153,2-2 0,6 0 0,-3 2 0,1 1 2,1-1 0,-5 3 0,3-2 152,-2-1 0,5 5 488,-1 1-351,-4 3 0,6 4 0,-8 3-264,0 4 0,-3-1 0,-1 2 0,0 1-25,0 2 1,0-3 0,0-1 0,0 2-125,0 2 1,5-3 106,0-1 0,6 1 0,-3 4 1</inkml:trace>
  <inkml:trace contextRef="#ctx0" brushRef="#br0" timeOffset="103">11567 6950 13908,'0'-16'-1178,"0"-2"1,0-1 29,0 1 1,0 2 1034,0 2 1,0 4 0,-2 2 195,-3 2 1,2 3 0,-6 6-1,-1 3 72,2 2 0,-3 2 0,4 4 0,1 1-127,0-1 1,-4 0 0,5 1-90,2-1 1,1 1-206,2-1 1,2-1 188,3-4 1,3-2-1,6-7 92,1 0 0,-6 0 0,1-2 0,1-1-3,2-2 1,-4-5 0,1 4 43,1-2 0,2 5 93,1-2 0,-6 5-121,-3 5 0,-3 3 0,-2 8 0,0 3 17,0 5 1,0 10-1,0 6 1,-2 4-24,-3 4 1,-3 11 0,-6-1-1,-2 3 24,-3 3 0,3-5 1,-3 2-1,1-9-77,-1-8 1,3-3 0,-3-9 0,3-5 40,1-6 1,1-11 0,0-6 91,-1-2 0,6-2 0,-1-2 1,0-2-203,2-6 0,0-4 1,5-4-1,-3-1 82,-2 1 1,5 1-1,-2-1 1,3-1-76,2 1 0,0-2 0,0 0 0,0 1-89,0-2 0,2 4 0,3-6 0,4 3 249,4 2 0,40-23 0,9-6 1</inkml:trace>
  <inkml:trace contextRef="#ctx0" brushRef="#br0" timeOffset="104">12070 6978 13908,'0'-14'-666,"0"0"0,0-1 0,0 1 0,0-1-248,0 1 0,2 4 936,3 1 0,-2 6 1,5-1-1,-2 8-85,-2 5 0,2 4 1,-1 3-1,0 2-4,1 1 0,-4 6 0,4-1 1,-1 2-24,-1-2 0,1 3 1,-3-5-1,1 2 40,2 0 0,0-1 0,-5 1 1,0-5-141,0-3 1,0-2 0,0 1 196,0-1 0,0-8 11,0-6 0,-5-6 0,0-8 0,2-1-80,1 1 0,-3-5 1,1-2-1,0 0 101,3 0 1,1-3-1,0 4 1,0-1-9,0 0 1,1 2 0,3 4 0,2 1-45,2 0 1,-3-1 0,4 2-114,3 4 0,0 3 172,3 6 1,12 31 0,3 9 0</inkml:trace>
  <inkml:trace contextRef="#ctx0" brushRef="#br0" timeOffset="105">12387 7065 12930,'-5'-10'-2996,"-1"0"2251,-2-1 0,3 3 661,-5-1 1,5 5 186,-4 0 1,-1 4 0,-4 4-11,0 6 1,4 3 0,2 1 0,0 1-84,0-1 0,3 0 0,-3 1 1,0-1 0,0 1 1,5-1 0,-2 0-149,4 1 0,1-1 193,0 0 0,1-6-42,4-3 0,-2-5 1,7-5 17,1-4 0,2-4 1,1-1-78,1-1 1,-3 1 0,0 1 0,-3 2 1,2 1 0,-3 2 1,0-3-1,0 3 105,0 2 0,-3 1 84,5 5 1,-7 2 0,2 2-151,-4 6 1,-1 3 0,0 3 0,0 1 11,0 3 0,0-1 1,0-3-1,0 1-67,0 2 1,2 1-1,1-6 1,3 0-167,2 1 0,-3-2 0,3-2 213,-1-2 0,17-57 0,0-9 0</inkml:trace>
  <inkml:trace contextRef="#ctx0" brushRef="#br0" timeOffset="106">12617 6676 12930,'0'15'-940,"0"-1"0,0 0 1,-2 1-1,-1 1 777,-2 3 0,1 2 1,4 6-1,0-2 197,0 1 1,0 4 0,0-6-1,0 4-61,0 0 0,0 1 0,0 0 0,0 0-38,0-1 1,0-4-1,0-1 1,0-2-77,0-4 0,-2-1 1,-1-2 228,-2 1 0,-6-26 0,3-7 0</inkml:trace>
  <inkml:trace contextRef="#ctx0" brushRef="#br0" timeOffset="107">12502 7036 12930,'0'-15'-783,"0"1"0,0 4 0,0 1-172,0-2 0,2 4 1106,2 2 0,4 4 0,7 1 0,-1 0-74,1 0 1,-1 0-1,2 1 1,1 3-160,3 0 0,-1 6 0,-3-4 0,1 1 70,3-1 0,5 12 0,-2-2 0</inkml:trace>
  <inkml:trace contextRef="#ctx0" brushRef="#br0" timeOffset="108">12862 7079 11464,'-7'-8'-1048,"6"2"1,-4 6 1287,10 0 0,3 0 0,6 0-179,0 0 1,1 0 0,-1-2 0,1-1-21,-1-2 1,5 0 0,0 4 0,-1-3-58,-2 0 1,-2-6 0,1 4-20,-1-2 1,-1-2-29,-4-4 1,-4 1 0,-10 3-1,-4 5 35,-4 4 1,-3 1 0,-2 0 0,-2 0 240,-3 0 0,4 6 0,-3 4 0,1 1-59,3-1 0,-1 2 1,3-2-1,5 3-107,3 1 1,-2 1 0,6-1 0,0 0-122,3 1 0,7-1 0,5 1 0,9-1-28,8 0 1,8-1-1,7-3 1,1-4 99,4 1 1,-5-12 0,4-2 0,6 3 0,-1-1 0</inkml:trace>
  <inkml:trace contextRef="#ctx0" brushRef="#br0" timeOffset="109">8675 7093 15199,'-8'-1'-1534,"3"-4"0,-1 2 980,1-7 0,0 5 238,5-4 0,-1 6 239,-4-2 33,3-3 1,-11 5 198,4-7 1,1 7-1,-2-4-66,-1 1 1,-2 4-1,-1-2 1,1 0-103,4 0 1,-9 2 0,4-3 0,-4 2 67,-3-2 1,-1 4 0,-7-4-1,-1 3 55,-4 2 1,-3 0 0,-6 0 0,0 2 44,0 3 0,5-2 1,-1 5-1,1 0-56,1 0 1,3-5-1,10 3 1,5-1 77,3 0 1,2 0 0,1-4-129,4 4-346,2-3-48,7 4 1,5-4 249,0 3 1,0-4-1,-5 6 1</inkml:trace>
  <inkml:trace contextRef="#ctx0" brushRef="#br0" timeOffset="110">7941 6849 11875,'-14'-7'-1028,"0"-1"310,-1-6 0,6 6 644,-1 3 1,5 4 233,-4 1 1,4 0-68,-5 0 1,1 1-1,-6 4-78,1 5 0,-1 2 0,-1 3 0,-1-1-33,-2 1 1,-2 4 0,3 2-1,-2-1-13,-3 1 1,6 3 0,-4-3 0,2 0 30,-1-1 0,1 0 0,5-6 1,-1 0-18,1 1 1,5-1 0,1 1-222,1-1 84,2-6 1,12-2 93,2-6 1,4 2-1,1 1 62,1 2 1,-6 0-1,1-5 1,1 0 50,2 0 1,1 1 0,1 3 0,-1 0-9,1 0 0,1-3 1,1 1-1,4 1-111,1 2 1,-3 4-1,5-2 1,0 1 48,-1 3 1,23 21 0,1 6 0</inkml:trace>
  <inkml:trace contextRef="#ctx0" brushRef="#br0" timeOffset="111">4100 7093 18004,'-8'0'-3089,"0"0"3026,3 0 1,2 0 45,-7 0-129,7 0 1,-10-6 0,5-2 0</inkml:trace>
  <inkml:trace contextRef="#ctx0" brushRef="#br0" timeOffset="112">3927 7050 17865,'-14'0'-240,"4"-6"-1305,1-4 0,4 2 1097,-5-1 0,7 4 0,-3-3 50,-1 1 153,6-4 0,-6 8 313,7-7-213,0 7 0,0-2 1,0 10-92,0 5 0,0-2 1,0 1-1,0 3 6,0 0 1,0 3 0,0-1 0,0 1 163,0-1 1,0 0-1,0 1 1,-1-1 104,-4 1 0,3-6 0,-2 1 40,2 1 0,-3 2 299,0 1-436,-6-6 1,10-3 0,-4-10 38,3-4 1,7-4 0,1-2 0,1 1 84,-1 0 1,5-1 0,-3 1-1,2-1 14,0 1 0,-2 0 1,3-1-1,-3 1 61,-2-1 1,4 6 0,-4 1 0,1 0 143,-1 0 0,5 5 77,-1-2 1,-4 5 0,1 3-357,-1 2 0,-4 6 1,4-1-1,-1 2-121,0 3 1,1-1-1,-3 1 1,4-1 68,1 0 0,-5 1 0,3-1 0,-1 1-131,0-1 0,4 0 0,-2 1 0,-1-1-171,0 0 0,4 1 0,-4-1 0,2 1 239,4-1 0,0 0 1,3 1-1</inkml:trace>
  <inkml:trace contextRef="#ctx0" brushRef="#br0" timeOffset="113">4215 7122 16025,'-9'-5'-3318,"-1"1"2561,0-8 697,2 11 0,8-6 0,10 7 349,3 0 0,1 0 0,1 0-227,-1 0 1,0 0-1,1 0 1,-1 0-151,0 0 0,-4 0 1,0-1 69,1-4 0,-3 3 0,0-4-276,-2 0 1,-1 2 243,-5-5 1,-2 4-137,-2-5 1,-4 7 437,-7-2 1,1 4 0,-1 2-131,1 4 0,6-2 1,2 5-1,1 0-143,0 0 0,0-3 0,5 5-181,0 1 0,0 2 0,2 1-72,3 1 1,1-6-1,5-1 1,-1 0 53,1 0 1,2-3 0,1 3 0,1-2 358,-1-2 0,20-16 1,4-4-1</inkml:trace>
  <inkml:trace contextRef="#ctx0" brushRef="#br0" timeOffset="114">4474 7065 15336,'0'-8'-1889,"0"3"0,0 10 1660,0 4 0,0-1 0,0 2 22,0 1 0,0 2 32,0 1 1,5 1 0,1-3 73,2-2 0,-3-4 0,5-6 219,1 0 0,-3 0 0,1 0 0,3 0-86,0 0 0,-2-1 0,0-2 1,1-4-99,2-1 1,-4 3 0,1-4 252,1-2 1,0 3 0,-1-2 408,-5-1-427,-4 4 1,-1 3-44,0 8 0,0 0 0,-1 5 44,-4 2 1,3 2-343,-3 2 1,5-3 0,5-2 37,5-5 0,-2 1 0,1-1 0,2-2 83,2-1 1,-3-2-1,-1 0 1,1-2 76,-2-3 1,3 2-1,-4-5 1,-1 0-52,0 0 0,4-1 0,-5-6-3,-2 1 0,-1 4 0,-2 1 42,0-3-195,0 0 1,-2-1-346,-3 3 662,4 4 1,7 12 0,10 2 0</inkml:trace>
  <inkml:trace contextRef="#ctx0" brushRef="#br0" timeOffset="115">5136 7021 10435,'1'-12'0,"3"0"-549,0 3 1,1 4 1215,-5-5-968,0 1 0,2 1 264,3 3 0,3 23 0,6 6 0</inkml:trace>
  <inkml:trace contextRef="#ctx0" brushRef="#br0" timeOffset="116">5193 6978 14413,'8'-1'159,"-1"-3"-1701,-1 0 1234,-4-7 181,4 3 1,-6 1 0,-1 6 0,-3 5 129,0 4 1,-6 2 0,5 4 0,0-1-96,-1-3 0,4 7 1,-2-2-10,2 1 0,2 0 1,0-2-1,0 0-127,0 1 1,0-6 0,0 1-59,0 1 0,6-3 0,4 0 188,3-1 0,-4-3 1,1-5-1,1-2 78,2-2 0,1-5 0,1 4 0,-2-2 34,-4-3 0,2-2 0,-4-2-51,1 1 1,-5 0-1,3 1 1,-1 2 95,0 1 1,0 5 88,-5-4 0,0 4-108,0-5 1,0 9 265,0 1-374,0 6 0,0 8 0,1-1-195,4-3 0,-2 1 0,7-6 237,1-2 1,0 0-1,0 0 1,-1 2 68,1-2 0,2-1 1,1-4 67,1-2 0,-6 2 0,-1-4 0,0 1-58,0 0 0,-4-6 0,2 3 0,-1-2 32,0 1 0,-1-1 1,-2-4-53,3-1 1,-4 1 0,4 0 45,-3-1 0,-2 6 0,0-1 84,0-1-681,-7 4 0,4 1 497,-6 6 0,5 19 1,-2 5-1</inkml:trace>
  <inkml:trace contextRef="#ctx0" brushRef="#br0" timeOffset="117">5611 7021 14230,'-7'-8'-1206,"6"2"1,-4 6 0,10 0 1344,4 0 1,-1 0-1,2 0 1,1-2 38,2-2 0,1 2 1,1-3-135,-1 4 1,-4-4 0,-1-2-95,2-1 0,-4 4 1,-1-4-1,-1 0-111,0 0 0,0 3 30,-5-5 1,-2 2 0,-3-1 85,-4 4 0,-4-1 0,-2 1 233,1 2 0,0 6 1,1 3-109,3 2 1,-1 2-1,6 4-212,2 1 0,1-1 0,2 0-62,0 1 0,5-1 1,2 0-1,1-1 15,3-3 1,2 3 0,1-4 102,0 4 1,1 0 0,1-4-1,1-2 28,2-1 1,1-4-1,-6 3 1,0-4 140,1-1 1,12-25-1,3-7 1</inkml:trace>
  <inkml:trace contextRef="#ctx0" brushRef="#br0" timeOffset="118">5913 6993 14296,'0'-10'-3218,"0"0"1666,0-1 1544,0 5 0,1 1 105,4 10 0,-3-2 0,3 7 1,-4 1-162,-1 2 1,5 1 0,0 0-1,0 1-50,1-1 1,-4 1 0,4-1 0,-1 0-136,0 1 1,1-1 0,-3 1-1,2-1 249,-2 0 0,24-25 0,5-6 0</inkml:trace>
  <inkml:trace contextRef="#ctx0" brushRef="#br0" timeOffset="119">6244 6964 11544,'8'-6'-2172,"-2"2"1736,-6-5 1,2 6 447,2-2 301,-2-3-334,4 0 206,-6-7-178,0 1 0,-1 1-75,-4 4 0,2 2 1,-7 7 102,-1 0 0,0 2 0,0 1 0,3 3 24,1 2 0,-4 2-48,2 4 1,2 1-1,2-1-118,4 1 0,1-6 8,0 1 0,6-7 14,4 2 1,3-4-1,1-1 141,0 0 0,-4-5 102,-1 1 1,-4-6-174,5 5 0,-5 2 0,3 8-5,-2 4 0,-1 4 0,-5 3 0,0 2 36,0 1 0,0 13 1,0 2-1,0 7 11,0 7 1,-5-2 0,-1 7 0,-1 2-7,1 1 0,-5 4 0,3-2 0,-2-7-40,0-5 0,2-9 0,-3-3 0,3-6-22,2-4 1,-5-9 134,1-10 1,-3-5-1,-1-4 1,0-2-96,-1-2 0,2-2 1,2-4-1,2 0 12,-3-1 0,1-4 0,0 0 0,3 1-78,2 2 1,-1-3 0,4 0 0,-2 0-188,2-2 0,1 5 1,2-5-1,2 0 294,3-3 0,28-3 0,14-1 1</inkml:trace>
  <inkml:trace contextRef="#ctx0" brushRef="#br0" timeOffset="120">6445 6748 9472,'0'14'-279,"0"1"0,0-1 0,0 2 0,0 2-134,0 1 0,0 5 0,0-3 1,0 1 429,0 4 1,0 1-1,0 2 1,0-2 14,0-3 0,-2 1 0,-1-5 95,-2-3 252,1-1-361,4-8 1,0-8 0,0-9-70,0-4 0,0-2 0,1 1 0,2 0 4,2-1 0,2 1 0,-4-1 1,3 1-52,2 0 1,-3-1 0,3 1-1,0 0 54,0-1 1,-3 2 0,3 2 0,0 3 27,0 2 1,-3 1 127,4 5 1,-4 2 0,3 2-36,-2 6 0,-1 8 1,-5 1-1,0 0-57,0 2 1,5-4 0,0 6 0,-2-3-51,-1-2 0,-1 3 0,2-2 1,2-1-101,-2-2 0,5-2 141,2 0 0,9-25 1,4-6-1</inkml:trace>
  <inkml:trace contextRef="#ctx0" brushRef="#br0" timeOffset="121">6747 6748 9472,'-9'0'-236,"-1"0"0,7 6 1,-2 4 15,3 3 0,2 1 0,0 2 0,0 2 187,0 1 0,2 7 0,1-4 1,2 2 12,-2 0 1,4-2 0,-1 4 0,0-2-27,1 1 0,-2-2 0,-4-1 0,2 1-108,2-1 1,0-3 0,-5 4-64,0-3 1,0-1 194,0-4 0,-6-39 1,-2-10-1</inkml:trace>
  <inkml:trace contextRef="#ctx0" brushRef="#br0" timeOffset="122">6647 7036 9472,'-10'-7'-325,"0"-2"1,7-4-830,-2-1 1066,4 6 1,2 1 0,4 7 0,5 0 46,3 0 1,1 0-1,0 0 1,2 0-141,3 0 1,-3 5 189,4 0 0,28 0 0,6-5 0</inkml:trace>
  <inkml:trace contextRef="#ctx0" brushRef="#br0" timeOffset="123">7078 6935 9162,'0'-14'-2071,"-5"4"2033,1 1 1,-6 7 123,5 2 1,-4 2 0,4 7-47,2 2 0,1 2 0,2 2 0,0-1-61,0 0 1,0 1 0,2-1 25,2 0 0,0-4 1,4 0-1,0-1 40,0-1 1,-4 5 0,6-3-29,1 2 0,0-2 0,-1 0 1,-4-1 93,1-1 1,-6 5-67,4-3 1,-5 2 0,-6 1-158,-9-3 1,-6 3 0,-7-4 0,-1 2 123,0-1 1,-24-3 0,-12-1 0,-5-2 0,-1 0 0</inkml:trace>
  <inkml:trace contextRef="#ctx0" brushRef="#br0" timeOffset="124">5942 6777 10951,'-5'-19'-3330,"0"-1"2964,0 1 471,5 11 1,19 15-1,5 9 1</inkml:trace>
  <inkml:trace contextRef="#ctx0" brushRef="#br0" timeOffset="125">3553 7093 22805,'-14'0'-205,"0"0"0,-1 0-350,1 0 275,-1 0 1,6 7 339,-1 2 1,7-1-283,-2 2 0,-3-5 386,-1 4 1,1-5 0,-2 0 0,-1-2-67,-2-2 0,3 0 0,1 0 0,-2 0-93,-2 0 1,-6 0 0,-2 0 0,-1-2-69,-4-2 1,4 2 0,-2-4 0,-4 1-57,-4 0 0,1-5 0,-6 4 0,0 0-35,0-1 1,-3-4 0,-6 1 0,-4-2 29,-1-3 0,3 1 0,-3-2 0,2-2 134,2-1 0,-4-8 0,0 0 0,0-5-245,3 0 1,3-3-1,2-1 1,-2-2-41,-3-7 1,3 2 0,-1-6 0,4-1-37,4-3 0,5 1 0,-4-4 1,3-4-21,7 1 1,-2-6-1,5-1 1,-3-1-6,-2 0 0,7 6 1,1-1-1,2 3-10,0 1 1,0-1-1,4 0 1,1 0 50,-1 3 1,1 1 0,1-2 0,2-1 95,1 1 0,7 4 0,-2 2 0,4 0 97,1-1 0,0 4 1,0-3-1,1 0 116,4 0 0,8 5 0,6-4 1,-1 2 100,-2 0 0,0 0 0,1 7 0,3 1 95,-3 1 1,4 6 0,-2-6 0,-1 1 25,-2 1 0,3 2 0,2 6 0,1 0 97,4 1 0,1 1 0,2 1 0,1 4 20,3 1 0,-1-3 1,5 5-1,-2 1-12,-3 2 0,4 2 1,-1 1-1,0 2-22,0 1 1,-1 2-1,-6-2 1,1 4-92,0 0 0,0 2 1,-1-3-1,1-1-40,0 0 0,-5 3 0,0-3 0,2 0-36,1 0 1,0 3 0,-2-5 0,-1 1-21,2 1 1,-4-3 0,1 4-190,-2-1 0,-9-27 0,-5-11 0</inkml:trace>
  <inkml:trace contextRef="#ctx0" brushRef="#br0" timeOffset="126">2820 3640 22935,'-15'-6'-1445,"6"3"0,1-7 0,0 0-310,0 2 0,3-3-315,-5 6 2190,7-6 0,-3 11 0,7-1-150,4 4 0,-2 8 0,7-3 1,1 2 77,2-1 1,3 1 0,1 4 0,3 1 7,-3-1 1,6-4-1,-1-1 1,2 2-206,0 2 0,0 0 0,5-2 0,-1-1 224,1 1 0,0-5 0,0 1 1,-1-2 128,1-1 0,0 1 1,-2-5-1,-3 0 315,-5 0 0,2 0 0,-2 0 439,-1 0-643,-8 0 1,-4 6 0,-8 4-149,-2 3 1,-6 1 0,-9 2 0,-4 2 35,1 1 0,-5 7 0,4-1 0,-1 6-293,0 2 0,2 7 0,-2 0 70,5 6 1,-8-1 0,-8 8-1,-2 3 1,-3 6 0,1 0 0,0-1-1</inkml:trace>
  <inkml:trace contextRef="#ctx0" brushRef="#br0" timeOffset="127">5193 3396 12359,'8'0'-1731,"0"0"1652,-3 0 0,-2-5 0,5-2-12,-1-1 1,-2 4-1,-4-4 1,2 0 66,2 0 0,0 3 0,-5-5-45,0-1 0,5 3 1,0-2 105,-2-1 1,0 3-27,2-1 0,-4 4-222,4-5 1,-2 2 87,2-1 0,-2 2 84,7 7 0,-5 2-12,4 3 1,-4 1-1,3 5 1,0-1-20,0 1 0,-5 7 0,4 2 0,-3 1 42,1 0 1,2 5-1,-4-2 1,2 3-6,-2 2 1,-2-1 0,-1 3-1,0 1 9,0 1 1,0 1-1,-1-7 1,-4-1 46,-5-2 0,2-7 1,-1 2-1,-4-3 99,-4-1 0,1-6 0,-4-1 0,3-1-89,-2-4 1,3-2-1,-4-1 1,4 0 33,2 0 1,0 0 0,-1-1 15,1-4 0,4-3 1,2-6-196,2-1 0,3 3 1,6 0-1,3 3-541,2-2 710,2 4 1,55-38-1,-25 21 1,-1 0 0</inkml:trace>
  <inkml:trace contextRef="#ctx0" brushRef="#br0" timeOffset="128">5438 3568 10856,'-8'0'-1170,"2"2"1139,6 3 1,0-2 0,0 6-169,0 3 0,0 0 75,0 3 1,0-1 128,0 1 0,0-6-44,0 1-23,0-7 0,4-3-17,1-10 1,5-2 0,-4-3-1,1 1-15,-1-1 0,4 6 1,-4-1 81,2-1 0,-3 0 0,3 0 0,0 3 69,0 1 1,-3 3 0,3 2 0,0-1 64,0-2 0,-4 0 1,4 7-101,-1 3 0,2-2 1,-4 6-1,0 2-82,1 2 1,-4-3 0,4-1 0,-1 3-32,0 0 0,0 3 0,-4-1 0,2 1-215,2-1 0,0-3 242,-5 4 0,6-4 1,2 10-1</inkml:trace>
  <inkml:trace contextRef="#ctx0" brushRef="#br0" timeOffset="129">5726 3611 9366,'0'-9'-2395,"0"-1"2441,0 7 1,0-2-20,0 10 0,0 3 0,0 6 1,0 1-35,0-1 1,0-4-1,0-1 1,1 3-79,4 0 1,-3 3 0,3-1 0,-4 1-58,-1-1 0,2-4 134,3-1 0,-4 1 0,6 4 1</inkml:trace>
  <inkml:trace contextRef="#ctx0" brushRef="#br0" timeOffset="130">5783 3381 8177,'0'-8'-1137,"0"3"1,0 10 1136,0 5 0,19 15 0,5 6 0</inkml:trace>
  <inkml:trace contextRef="#ctx0" brushRef="#br0" timeOffset="131">5999 3295 8470,'-2'-13'-623,"-1"2"-648,-1 1 1336,-1 7 1,5 3-1,0 10 1,0 3 40,0 1 1,0 0 0,0 2-1,0 2-43,0 1 0,0 7 0,0-2 0,0 1-26,0-1 1,0 3 0,0-3 0,0 4-90,0 0 1,5-1 0,-1-1-1,1-4-12,1-1 0,-4 3 0,4-5 1,-1-1-86,0-2 1,5-2 0,-4-1 0,2-2-16,3-1 0,-3-7 0,2 2 164,1-4 0,2-20 0,1-5 0</inkml:trace>
  <inkml:trace contextRef="#ctx0" brushRef="#br0" timeOffset="132">5956 3640 8470,'-10'-13'-371,"2"2"1,2 2-393,3-3 1,-4 4 851,3-1 1,0 4-12,9-5 1,-2 7 0,7-2-1,1 4-50,2 1 1,1-5 0,1 0 0,-1 2-19,0 2 0,-2 1 0,0 0-12,4 0 1,2 0-1,-4 0 1,1 0-10,-1 0 1,1 0-1,-1 1 1,0 4 0,-1-2 0,-2 7 9,-1 1 0,-7 2 1,4-1-1,-3 0-13,1-3 0,0 1 1,-5 4-1,0 1-78,0-1 0,0 0 0,0 1 0,0-1-23,0 1 1,0-1 114,0 0 0,-6-6 0,-2-1 0</inkml:trace>
  <inkml:trace contextRef="#ctx0" brushRef="#br0" timeOffset="133">6201 3424 8372,'-2'-12'-1443,"-3"2"1443,4 4 0,-6 7 0,7 4-281,0 5 0,2 2 1,1 3-1,2-1 281,-2 1 0,5-1 0,6 45 0,9 11 0</inkml:trace>
  <inkml:trace contextRef="#ctx0" brushRef="#br0" timeOffset="134">6359 3712 8372,'0'-14'-1115,"-2"4"680,-3 1 684,4-1-92,-6-4-182,7-1 0,0 6-37,0-1 1,0 8 22,0 2 0,-4 7 17,-1 7 0,-5 1 0,5-1 21,2 0 0,2 1 0,1-1 7,0 1 1,0-6-8,0 1 1,0-5-49,0 4 0,6-6 1,2 1-1,2-6-15,-1-3 0,1-1 1,4 1-1,1-3 0,-1 0 0,-1-5 1,-2 4-1,-2-3 33,3 3 0,-4 1 1,0 3 120,-2-5 57,5 4 1,-9 1 0,1 10-91,-6 5 1,1-2 0,-4 1 0,1 2-43,0 2 1,0-3 0,5-1 2,0 3 1,0 0-63,0 3 0,7-7 0,2-3-42,4-4 1,2-1-1,-1 0-209,0 0 1,1-5 294,-1 1 0,20-46 0,4-6 0</inkml:trace>
  <inkml:trace contextRef="#ctx0" brushRef="#br0" timeOffset="135">6805 3065 8444,'-15'-5'-436,"1"0"0,6 11 0,2 10 1,1 5 508,0 5 0,0 1 1,5 3-1,0 2-46,0 2 1,0 11 0,0-2 0,-1 2-43,-4-1 0,3 1 0,-3 2 0,4 0-126,1 0 1,-5-2-1,0-2 141,2 0 0,8 0 0,3 0 0</inkml:trace>
  <inkml:trace contextRef="#ctx0" brushRef="#br0" timeOffset="136">7265 3511 8444,'-6'8'-371,"4"0"0,-3-3 5,4 4 1,-1 4 0,-1 1-1,-2 1 410,2-1 1,1 5-1,2 0 1,-1 1 11,-4 0 0,3-4 0,-2 4 1,2-4-41,2-2 0,2 0 0,1 1 0,3-2-18,2-4 0,-3-3 1,5-6-1,1 0-13,2 0 1,1 0 0,0-1-4,1-4 1,-3-3 0,0-6-1,-3-1-7,2 1 1,-3 0 0,2-1 0,0 1 0,-2-1 0,-2 1 1,-6 0 19,0-1 1,5 1 0,0-1 10,-2 1 14,-2 6 65,-1 2 0,0 17 64,0 3 1,0 4-52,0-4 0,0 1 0,2-3-38,3-2 1,-2 1 0,7-6-45,1-2 1,-3-1-1,1-2 1,3 0-48,0 0 0,-2 0 1,0 0-1,-1-2 1,-1-3 0,5 2 0,-5-6 0,1-1-39,1 2 1,-5-5 0,3 4-61,-2-4 0,4-2 1,-5 1-97,-2 0 0,-2 4 224,-1 0 0,0 7 0,-19 10 0,-5 9 0</inkml:trace>
  <inkml:trace contextRef="#ctx0" brushRef="#br0" timeOffset="137">7610 3640 8444,'-1'-13'-812,"-4"4"1,3 1 941,-2 3 0,4 3-92,4-2 1,0-3-78,5 2 1,-1-6 7,2 2 1,-2 1-43,-3-2 76,-4 1 1,6-1 0,-9 2 35,-3 2 1,2 1 0,-7 6 42,-1 4 0,3-2 0,0 7 0,2 1 1,1 2 0,5 1-71,0 1 1,0-1 0,0 0-22,0 1 0,2-2 0,2-2 0,4-2-72,0 3 1,5-1 0,-5 0-1,2-3-109,-1-2 1,1 4-1,4-5 1,1-2-372,-1-1 561,1-2 0,12-20 0,3-4 0</inkml:trace>
  <inkml:trace contextRef="#ctx0" brushRef="#br0" timeOffset="138">7812 3583 7160,'-5'14'43,"0"0"1,0 1 0,5-1 0,0 1-55,0-1 1,0 0 0,0 1 0,0-1-96,0 1 0,-1 4 0,-2 0 1,-2-1 105,2-3 0,1 0 0,2-1 0</inkml:trace>
  <inkml:trace contextRef="#ctx0" brushRef="#br0" timeOffset="139">7869 3424 7994,'-9'-6'-613,"-1"-4"1,5-1 387,-4 2 1,6 4 240,-2 10 1,3 3-1,2 6 1,2 0-298,3 1 281,-4-1 0,25 39 0,-2 9 0</inkml:trace>
  <inkml:trace contextRef="#ctx0" brushRef="#br0" timeOffset="140">8100 3640 8444,'0'-14'0,"0"-1"0,0 1-189,0 0 1,0 4 0,1 0-115,4-1 1,-2-1 246,7-3 0,-5 6 240,4-1-210,-6 7 1,2-4-1,-10 9 1,-4 1 39,-4 2 1,-1 6-1,-1-1 1,1 3 16,-1 1 1,1 0 0,0-1 0,-1-2-22,1-1 0,4-1 0,2 6-8,2-1 0,-1-6 1,4-1-26,-1-1 1,0-4 0,9 2-24,5-2 0,2-2 1,3 0-1,-1-2-73,1-2 1,-1 0 0,0-4 0,1 2 42,-1 3 1,-4 1 0,-2 1 0,0-3 64,0 0 1,-3-1 0,3 6 57,-2 4 1,-1-2-1,-5 7 1,0 3 88,0 4 0,-5 1 0,-1 8 0,-2 2-57,-4 4 1,0 8 0,-3-3-1,1 1-29,-1 1 0,1-1 0,0 4 0,-1-4-25,1-4 0,-1-4 1,1-3-1,1-3 92,4-5 0,-4-9-9,3-5 0,-1-5 1,0-5-1,3-5-157,2-2 1,-1-3 0,4 1 0,-2-2-55,2-3 0,1 3 1,2-4-1,0 4-40,0 2 0,0 0 1,2-1-1,1-1-278,2-3 1,6 3 420,-1-3 0,15-9 0,7-5 0,3-2 0,1 0 0</inkml:trace>
  <inkml:trace contextRef="#ctx0" brushRef="#br0" timeOffset="141">8387 3281 7812,'-1'-8'-313,"-4"3"0,3 5 0,-2 6 0,2 7 417,2 4 1,0 4 0,0-2-1,0 5-38,0 4 0,0-3 1,0 2-1,0 4-51,0-1 0,-2 5 0,-1 0 0,-3 2-16,-2 3 1,-2 0 0,-4-1-1,-1-6-36,1-3 0,4-2 0,2-4-86,2-5 112,1-10 1,5-4 0,0-10 19,0-4 1,2-4-1,1-1 1,2-2-15,-2-4 0,5 4 0,0-4 1,2 1-30,-1-1 0,1 0 0,4 2 1,-1-1-26,-3 1 0,2-3 0,-2 2 1,1 0 46,-1-2 0,2 10 0,-4-3 0,2 3 19,0 3 1,-6 1 94,6 7 1,-7 8-1,2 5 1,-3 4-23,-2 1 1,0 4-1,-2 1 1,-1 1-42,-2 0 1,0-2-1,5 4 1,0-4-82,0-1 1,0-2 0,0-3-108,0 3 0,5-3 0,1 3 0,2-4 149,4-6 0,20-34 0,6-15 0</inkml:trace>
  <inkml:trace contextRef="#ctx0" brushRef="#br0" timeOffset="142">8675 3324 6458,'0'14'76,"0"5"0,0 2 0,0 1 85,0 4 0,0-4 0,0 4 1,0 3-57,0 3 0,0 3 0,0-3 0,0 1-125,0-1 1,5-1 0,0-4 0,-2-1-25,-2-2 0,1-7 0,1 2 0,4-3-173,1-1 1,-5-6-1,3-1-222,1-1 439,1-3 0,-7-23 0,-2-5 0</inkml:trace>
  <inkml:trace contextRef="#ctx0" brushRef="#br0" timeOffset="143">8546 3655 8444,'0'-20'-108,"0"1"0,1 0 1,2 5-1,4-1-119,1 1 1,1 6 0,7 2-1,2 1 207,1 0 1,0 0 0,-4 5 0,1 0-16,3 0 1,-3 0 0,5 0 0,-2 2-170,0 3 0,0-2 1,-3 5 203,3-2 0,-3 5 0,5-3 0</inkml:trace>
  <inkml:trace contextRef="#ctx0" brushRef="#br0" timeOffset="144">9049 3554 8444,'0'-14'0,"0"-1"-608,0 1 0,0-1 352,0 1 610,0 0-329,0 6 0,-1 3 0,-3 10-19,0 4 1,-6 4 0,5 1 0,2 1 15,1-1 1,2 1 0,0-1 0,0 2-27,0 3 1,0-3-1,0 3 1,2-3 19,3-1 1,-2-3 0,5 0 0,0-3-37,0 2 1,-3 2-1,4 0 1,1-2-17,-2-1 0,3-5-12,-6 4 1,0-4 4,-5 5 1,-12-6 0,-4 4 0,-3-1-51,-1-4 0,-4-2 0,3-1 0,0 0-11,0 0 0,2 2 0,5 1 1,-1 2 103,1-2 0,31-27 0,9-8 0</inkml:trace>
  <inkml:trace contextRef="#ctx0" brushRef="#br0" timeOffset="145">9265 3194 8444,'-10'-9'-31,"2"-1"-48,2-1 0,1 6 48,5 5 0,7 8 0,2 10 1,4 1 60,1-2 1,5 6 0,1 1 0,-1 3 65,2 2 1,-5-1-1,4 1 1,0 2-97,-1 2 1,0 4-1,-6 6 1,-4 2-101,-4 3 0,-5-2 0,-8 7 0,-11 3-211,-13 5 0,7-29 1,-3 1 310,1 3 0,-8 0 0,-9-5 0,-10 2 0,-5 0 0,0 0 0,-5 3 0,0 0 0,0 0 0,0 0 0</inkml:trace>
  <inkml:trace contextRef="#ctx0" brushRef="#br0" timeOffset="146">4906 3252 20396,'-19'0'-102,"-1"0"1,-4 0 0,5 0 0,2 1 90,1 4 1,-5 5 0,-2 9 0,-1 5-129,0 3 0,5 3 0,-3 6 0,0 7 16,-1 8 0,10 2 1,1 3-1,4 4-147,4 4 1,4 2-1,7-1 1,7-5-148,9-6 1,12-3-1,8 2 1,6-5-105,3-3 1,5-7-1,-1-1 431,5-2 0,-10-12 1,5 0-1,1 0 0,-1-1 1</inkml:trace>
  <inkml:trace contextRef="#ctx0" brushRef="#br0" timeOffset="147">1453 11252 19986,'14'-7'2112,"1"-2"-2458,-7-4 0,4 0 0,0 2 0,4 3-41,3 1 0,6 3 0,-1 2 1,5-1 228,5-2 0,-2 0 0,4 5 0,1 0 88,0 0 0,-5-1 0,3-3 1,-1 0 64,-1 0 0,1 1 0,-5 0 1,-1-3-3,1-2 1,0 4 0,0-2 0,-1 1-14,1 0 1,-6-1-1,-3 3 1,0-2-307,-1 2 0,-3 1-122,-2 2 180,-3 0 0,4 2 0,-12 1 345,-6 2 1,-63 32 0,23-17-1,0 0 1</inkml:trace>
  <inkml:trace contextRef="#ctx0" brushRef="#br0" timeOffset="148">1597 11482 15423,'-21'8'218,"0"-2"1,-3-6 0,5 0-179,3 0 0,8-1 1,5-3 59,6 0 1,7-3 0,9 4-1,5-3-183,3-2 1,2 3 0,1-3 0,4 0 11,4 0 0,-3 3 1,0-3-1,-1 2-51,-1 2 0,3-2 0,-4 1 1,1 2-66,-1 1 1,-1-2 0,-3-1 0,3 2-35,2 1 0,-7 2 0,1-2 0,-5-1 178,-4-2 0,-8-31 0,-4-4 0</inkml:trace>
  <inkml:trace contextRef="#ctx0" brushRef="#br0" timeOffset="149">2215 11065 10680,'0'-15'0,"0"1"-236,0-1 1,-4 1-94,-1 0 0,2 6 530,7 3 1,0 5 0,5 3 0,2 3-350,2 2 0,2-3 0,-1 5 1,0-1 25,1-1 0,1 5 1,1-5-1,2 2 48,-1-1 1,-2-1 0,-2 4 0,-1-3 44,-3 2 1,3-3 0,-5 2-1,0 1 11,-4 2 1,-2 1 0,-2 1-1,0-1 134,0 0 1,-11 6-1,-5 0 1,-5 3-6,-5 2 1,-6 3 0,-1 0-1,2 1-471,6 0 362,-2 0 0,43 19 0,3 4 1</inkml:trace>
  <inkml:trace contextRef="#ctx0" brushRef="#br0" timeOffset="150">3740 11093 11604,'7'-14'-1276,"-6"0"1,6-1 815,-1 1 470,-4-1 0,4 6 0,-6-1-8,0-1 1,0 3 0,2 0 0,1 0 239,2 0 0,0-2-94,-5-4 0,4 4-6,1 1 0,0 7 0,-5 2-110,0 8 0,0 11 0,-2 4 0,-1 2-14,-2 4 0,-4-3 0,2 7 0,-1-1-82,-3 2 0,3-4 0,0 5 1,0-1-57,0 0 0,-1 4 0,-4-4 1,2-3-100,1 0 0,5-7 1,-3 0-1,2 0 151,3-2 44,-5-7 1,12-54-1,-2-17 1</inkml:trace>
  <inkml:trace contextRef="#ctx0" brushRef="#br0" timeOffset="151">3496 10762 11604,'-23'-14'-2192,"4"0"1461,3-1 0,8 6 676,3-1 1,5 7 0,5 0 138,5 6 1,3 0 0,3 5 0,1 0 48,2 0 1,7-5 0,-2 2 0,3-3-24,2-2 0,0 0 0,-1 0 0,1-2-24,0-3 1,1 2-1,2-7 1,2-1-60,-2-2 0,-2 4 0,-3-1 0,-1-1 37,-2-2 1,-6-1 0,1 0 0,-3 1 70,-2 3 1,-4-3 54,-1 4 1,-7 2-148,-2 3 0,-7 8 0,-5 6 0,1 4 45,1 6 1,0 2 0,-4 7-1,0-1-78,-1 1 0,6 2 0,-1 2 0,-1 6-40,-2 2 0,0 2 0,2 0 0,3-1-42,2-4 1,-4 4 0,5-4-1,2 2-95,1-1 0,2-9 0,0-8-12,0-1 1,7-8 0,2-8 178,4-4 0,2-9 0,-1-4 0,0-6-100,1 0 0,-1-2 0,1-1 1,-1 0 3,0 0 1,1-3 0,-1 5 0,-1 2 93,-4 1 1,4 1 99,-3 1 1,1 4-23,-1 1 1,-2 7 0,-5 2 0,2 8-79,-2 5 1,-2 1 0,-1 1 0,0-1 11,0 0 1,0 1 0,2-1 0,1 0-199,2 1 0,5-1 0,-4 1 0,2-1-6,3 0 1,-3-4 0,2-2 0,1-2 232,2-2 1,27-35 0,6-9-1</inkml:trace>
  <inkml:trace contextRef="#ctx0" brushRef="#br0" timeOffset="152">4316 11122 11604,'-8'-2'-1271,"1"-1"400,1-2 1,4-1 621,-2 1 1,2 2 262,2-6 1,2 5 0,1-2 0,3 1 98,2 0 0,-3-1 0,5 3 32,1-2 0,-3-5-22,1 6 0,-4-6 44,5 5-90,-7 0 1,2 10 0,-8 2 0,-2 1-9,2 3 1,1-3 0,0 1 0,-1 3-14,-2 0 0,1 3 1,4-1-1,0 0-127,0 1 1,0-6 0,0 1 0,0 1-275,0 2 1,6 1-1,2 1 301,0-1 1,30-19 0,2-4-1</inkml:trace>
  <inkml:trace contextRef="#ctx0" brushRef="#br0" timeOffset="153">4517 11065 11366,'8'-7'-877,"-1"6"1,-7-4 832,0 10 0,-5 3 1,0 6 18,2 0 1,-4-4 0,3 0 0,0 1-44,3 1 0,-1-2 0,-1 0 164,-2 1 73,0-5-130,5 1 1,5-14 0,2-2 0,1-4-53,3-2 0,2 6 0,-1-1 0,0-1-23,-3-2 0,1 1 0,3 0 0,-2 4 80,-2 2 1,1 1-4,4 5 1,1 0 0,-2 2-91,-4 3 0,2 3 0,-4 6 0,1 2-344,3 3 347,2-3 1,5 19 0,4 8-1,1 1 1,0-1 0</inkml:trace>
  <inkml:trace contextRef="#ctx0" brushRef="#br0" timeOffset="154">5654 11093 10165,'0'-9'-1214,"0"-1"0,0 1 960,0-6 0,0 1 297,0-1 1,0 1 0,1 1 0,3 2 71,0 1 1,3 2 0,-4-3-42,2 2 1,1 4 135,-1-5-145,3 7 0,0 3 1,-3 10-1,-4 4-65,-1 5 0,0 2 1,-1 5-1,-2-2-1,-2 1 1,0-2 0,5-1 0,0 0-10,0 1 1,-5-6-1,0 2-8,2-3 1,2-1 0,2-2-41,4-4 1,-2-4-1,7-10 72,1-4 0,0-4 0,0-2 0,-1 1-54,1 0 0,-3-2 1,0-2-1,0 0-17,0 6 1,-3-3 0,3 6 18,-2-4 1,4 3 59,-5 1 0,-1 7-39,-4 2 1,0 7-1,0 7 42,0 0 0,0 1 1,0-1 32,0 0 0,0-4-85,0 0 0,7-2-8,2 1 1,-1-2 0,2-7 56,1 0 1,2-7 0,1-2-14,1-4 1,-6 0 0,-1 2 0,-1 1-27,-4-1 0,3-2 1,-1-1 104,-2 0 1,-1 4 0,-2 0-73,0-1 1,0 3-101,0-1 1,-2 5-333,-2 0 408,2 2 1,8 15 0,10 3 0</inkml:trace>
  <inkml:trace contextRef="#ctx0" brushRef="#br0" timeOffset="155">6071 11021 10173,'-14'0'-1063,"4"-4"220,0-1 766,7 0 1,-2 10 47,10 0 0,3-1 0,7-4 42,-1 0 0,-4 0 0,-1 0 0,2-1-59,2-4 0,-3 3 1,-1-4-21,3 0 1,0-1-1,1-4 11,-3 1 1,-4 6 114,-6-6-7,0 7 0,-6-4 1,-4 9 193,-3 3 0,1-2 1,0 7-90,3 1 1,1 2 0,-2 1-145,5 0 0,4 1 0,1-1-86,0 1 0,6-1 0,4-1 0,4-2-57,5-2 0,-1-1 0,6 4 0,0-4-245,-2-2 0,7 4 363,0-6 0,38-5 1,-25-3-1,-1 0 1</inkml:trace>
  <inkml:trace contextRef="#ctx0" brushRef="#br0" timeOffset="156">6819 10906 10209,'-14'0'-886,"4"0"1,2 2 802,2 3 1,-1 1 0,4 5 0,-2-1 43,2 1 1,-3 7 0,1 1 0,0-2 91,-1-1 1,4-1-1,-4-1 1,1 1-61,0-1 1,0 0 74,5 1-75,0-7 0,5-4 0,2-8 2,1-6 1,-5-3-1,3-3 1,-1-1-10,0-2 0,6-1 1,-3 4-1,2-1-9,-1-2 0,-4-1 0,5 6 1,-1 0 46,-1-1 1,3 1 0,-4 1-1,1 3 0,-3 4-6,4 6 0,-6 2 0,4 2 1,-3 6-48,1 3 0,2 1 0,-4 1 0,2-1-10,-2 0 0,3 6 0,-1-1 0,0-2-93,1-1 0,-3 4 1,5-1-1,0-2-432,0-1 554,2-1 1,24-7 0,4-2 0</inkml:trace>
  <inkml:trace contextRef="#ctx0" brushRef="#br0" timeOffset="157">7136 10964 10209,'-15'0'-339,"1"0"0,-1 0 39,1 0 1,1 6-1,2 4 1,3 3 383,2 1 0,-4 0 1,5 1-65,2-1 0,3 1 1,3-1-1,4-1-15,1-4 0,1-2 0,6-7 1,-1 0 23,0 0 1,6 0 0,-1 0 0,-2-2-47,-1-3 0,0-3 0,2-6-34,1 0 1,-1-1-1,-7 2 1,-3 2 28,-2 2 1,-1-1-1,-5-4-25,0-1 0,-1 1 0,-4 1 0,-5 3 40,-3 6 0,-1-3 0,0 2 0,-1 2 2,1 2 0,-1 1 0,1 0 1,0 0-91,-1 0 0,6 4 0,1 3 1,1 1-419,4 3 478,1-5 1,34 7-1,8-5 1</inkml:trace>
  <inkml:trace contextRef="#ctx0" brushRef="#br0" timeOffset="158">7337 10892 10212,'0'-15'-866,"0"1"1,0 5 347,0-1 528,0 7 0,0-2 0,0 10 10,0 4 0,0 4 0,2 1-61,2 1 1,-2-1-1,3 1 1,-4-1 24,-1 0 1,5 1 0,0-1-1,0-1-61,1-3 0,-3 2 4,7-2 0,-2-2 0,3 0 56,-1-2 0,-1-1 37,6-5 0,-6-1 105,1-4-85,0-3 1,-1 0 50,1 3 0,-5 3 1,4 2 1,-4 0 6,5 0 1,-6 5-87,6 0 1,-1 5 0,6-6-26,-1 0 1,-4-3-1,-1-1 1,3 0-35,0 0 1,3 0 0,-1-1 33,1-4 0,-6-2 0,-1-4 0,0 2 51,0-3 1,-5 0 0,2-3 11,-3 1 1,-2-1-1,-2 1 17,-3 0 1,2 4 0,-6 0-74,-3-1 1,4 5-261,-1 1 1,6 5-328,-2 5 560,3 3 1,47 25 0,11 6 0</inkml:trace>
  <inkml:trace contextRef="#ctx0" brushRef="#br0" timeOffset="159">8359 10834 9963,'-8'-3'-380,"3"3"1,-2-1 0,3 10 0,0 2 283,3 2 0,1 1 0,0 1 0,0-1 72,0 1 1,0 1 0,0 1-1,0 2-42,0-1 1,0-2 74,0-2 82,0 1 0,0-9 0,0-6-81,0-8 0,5-5 0,-1-1 0,0 0-41,-3-1 0,4-4 0,0 0 0,0 1-30,1 2 0,-4 2 1,4-1 32,0 1 1,-2 1-1,4 2 1,0 3 14,-1 2 0,-2 1 29,5 5 1,-7 2 0,2 2-33,-4 6 0,4 3 0,0 1 0,-2 0 17,-1 1 0,-2-1 1,0 1 71,0-1 97,0 0 1,1-1-165,4-3 1,-2-5 34,7-10 0,0-3 0,2-7-85,-2 1 0,3 0 0,-4-1 0,4 2-20,2 4 1,-3-4 0,0 5 0,-3-1 79,2-1 1,2 7 0,0-4 0,-2 3 11,-1-1 0,-6 0 1,4 7-19,-1 2 1,2 0 0,-4 5 0,-2 2-25,-1 2 1,-2 1-1,0 2 1,0 2-55,0 1 1,0 2-1,0-3 1,0 2-106,0 3 0,0-6 0,0 4 135,0 0 0,19-11 0,5 2 0</inkml:trace>
  <inkml:trace contextRef="#ctx0" brushRef="#br0" timeOffset="160">8848 10935 10280,'0'-14'-1106,"0"-1"1,-7 7 976,-2 3 1,1 5 0,0 5 218,1 5 0,-2 3 1,4 1-1,2 0-73,1 1 0,-3-1 1,1 1-16,0-1 0,3 0 0,2-1-23,4-3 0,-2-4 0,7-6 0,1 0-17,2 0 0,1 0 0,1 0 0,-1-1-72,0-4 0,1-3 0,-1-7 98,1 1 0,-6 0 0,-1-1 0,-1 1 6,-4-1 0,-2 6 0,-1-1 0,0-1-18,0-2 0,-1 4 0,-4 1 0,-5 1 86,-2 4 1,-3 1-1,1 2 1,-1 0-59,1 0 0,0 0 0,1 2 0,2 3-74,1 4 0,2-1 47,-1 2 1,34-7 0,15 4 0</inkml:trace>
  <inkml:trace contextRef="#ctx0" brushRef="#br0" timeOffset="161">9049 10806 9738,'-9'-7'-1511,"1"7"1512,1 8 0,2 5 1,5 1-1,0 1-16,0-1 1,0 0 0,0 2 0,2 2-41,3 1 1,-2 2 0,5-3 0,0 1 28,0-2 1,-3-1 0,4-3 0,1-2-3,-2-1 1,5-2-1,-4 2 21,4-6 0,-3-2 1,-1-2 16,2 0 0,1-6 1,-1-2-1,-3-2 6,-2 0 0,4 1 0,-5-6 1,-2-1-27,-2-3 0,1 3 0,1-3 0,2 3 42,-2 2 0,-1-1 1,-2 1-1,0-1 20,0 1 1,0 5-1,0-1-1,0-1 0,0 3-95,0-2 83,0 7 0,0 8 7,0 9 0,0-1 0,0-3 0,1-1-60,4-1 1,-3 5 0,4-5 26,1 0 0,-4 0 1,6-5-25,3 2 1,-4 0-1,1-5 33,2 0 0,-3 0 0,2-2-1,1-3 0,-5 2 1,1-5-1,-2 0-169,-1 0 0,1 3 136,-5-4 0,0 4 32,0-5 0,0 9 93,0 1 0,-5 6 0,1 8-91,0 1 0,3-6 1,1 1-1,0 1-106,0 2 1,0 1 0,0 1 0,1-1-131,4 1 1,3-3 0,7 0-1,-1-3-134,0 2 0,6-4 345,-1-2 0,0 3 0,-5 0 0</inkml:trace>
  <inkml:trace contextRef="#ctx0" brushRef="#br0" timeOffset="162">10027 10604 8531,'0'-14'-139,"0"-1"-46,0 1 1,0 8 45,0 6 1,0 6 0,-1 8 0,-2 2 173,-2 4 0,0-3 1,5 7-1,0 2-23,0 1 0,-5 2 0,0-1 1,2 1-126,2 0 1,1 0 0,0-1 0,0 1-35,0 0 0,-5 0 1,0 0-1,2-1-118,1 1 0,2-5 265,0 0 0,0-13 0,0 2 0</inkml:trace>
  <inkml:trace contextRef="#ctx0" brushRef="#br0" timeOffset="163">9884 10964 8527,'0'-15'0,"-5"1"0,0 0-389,2-1 0,3 1 249,5-1 1,7 6-1,8 1 1,-3 2 114,-1 2 1,3 1 0,2 0-1,0-2 26,0 2 0,3 1 0,-4 2 1,1 0-7,0 0 1,3 0-1,-3 0 1,-1 0-20,1 0 1,-2 0-1,-4 0 59,-1 0 0,-1 2 0,-3 3 57,-6 4 1,-2-1 0,-4 2 0,-1 1-34,-2 2 1,-6 1 0,3 2-1,-1 2 5,-1 1 1,5-1-1,-3-7 1,2-2-26,3 3 0,1 0-29,2 3 0,2-7 1,2-3-1,6-4-48,3-1 1,1 0 0,2-1 0,2-4-72,1-5 0,5 2 0,-3-1 1,0-4-26,-1-5 0,-2 2 0,-7-3 0,-3 3 64,-2 2 0,-1 4 0,-8 0 1,-5 1 61,-6 1 0,-12-3 0,-1 6 0,-7 2-203,-2 1 1,-1 2 210,-2 0 0,11 6 0,7 2 0</inkml:trace>
  <inkml:trace contextRef="#ctx0" brushRef="#br0" timeOffset="164">11222 10820 8583,'0'-14'-307,"0"-1"0,0 6-174,0-1 1,0 8 493,0 2 0,0 12 0,0 7 1,0-2 2,0-1 0,-5-1 0,0 1 1,0 1 7,-1 2 0,4 1 0,-3-6-23,4 0 1,-4 1 25,0-1-11,0 1 0,5-9 0,2-4-29,3-6 1,-4-7-1,6 2 1,-1-4-36,4-2 0,-2 1 0,1 0 0,3-1 25,0 1 0,-2-1 1,-1 1-1,1 0 5,-2-1 1,5 6 0,-5-1 0,1 1 22,1 1 0,-5 1 17,4 7 1,-1 2-1,2 3-2,-5 4 1,-2 4 0,0 1-1,2 1-18,-2-1 0,-1 5 0,-2 0 0,0-1-50,0-2 0,1 0 0,3 2 0,0 1-95,0-2 0,-3-1 0,-1-1 0,0-1 143,0 1 0,13-33 0,3-8 0</inkml:trace>
  <inkml:trace contextRef="#ctx0" brushRef="#br0" timeOffset="165">11524 10877 7836,'8'-6'-1567,"0"5"1603,-4-4 0,4 3 86,7 2 0,-1-5-101,1 1 1,-1-1-7,0 5 1,-4-2-31,0-3 1,-2 2-10,1-6 0,-4 4 50,-10-5 1,2 7 0,-7-2 0,-1 4 107,-2 1 0,-1 0 0,0 1-63,-1 4 1,2-2 0,2 5 0,3 0-18,2 0 0,-4-3 1,5 5-1,2 1-49,2 1 0,1-2 1,1 0-1,4 1-41,5 2 1,2 1-1,4 0 1,2 1-119,1-1 1,2 1 0,-2-3-1,5 0-223,3-3 377,2 1 0,32-15 0,8-5 0</inkml:trace>
  <inkml:trace contextRef="#ctx0" brushRef="#br0" timeOffset="166">11869 10849 8583,'0'-15'-771,"0"1"0,0 4 137,0 1 766,0 6 1,2-4 0,2 7-124,6 0 1,1 2 0,0 3 51,-1 4 1,-1 4-1,6 1 1,-2 1-49,-4-1 0,2 0 1,-4 1-1,-1-1-37,1 1 0,2-1 0,-2 0 0,-1 1-54,0-1-177,-1 1 0,0-1 118,0 0 137,0 1 0,-5-33 0,0-7 0</inkml:trace>
  <inkml:trace contextRef="#ctx0" brushRef="#br0" timeOffset="167">12070 10834 8583,'0'-14'-749,"0"4"-37,0 1 0,-6 7 833,-4 2 1,-2 7-1,-3 7 1,1 2 9,-1 3 0,6-3 1,-1 3-1,-1-1-59,-2 1 1,4-1-1,1 4 1,1-1-224,4-4 0,-3 4 225,1-2 0,26 1 0,11-6 0</inkml:trace>
  <inkml:trace contextRef="#ctx0" brushRef="#br0" timeOffset="168">12919 10417 8372,'-1'-14'-367,"-4"-1"0,2 7 0,-5 5 475,1 6 0,1 10 0,3 8 0,-2 1-134,2 4 1,-4 1 0,1 3 0,-1 2 57,1 2 0,0 1 0,2-3 0,0 3-78,0 2 0,-2-3 0,1 2 0,2 1-33,1 0 0,2-5 1,0 1-1,0-2-76,0-2 0,0-5 0,0-2 0,0-1-177,0-4 1,2-7 331,3-5 0,-23-36 0,1-9 0</inkml:trace>
  <inkml:trace contextRef="#ctx0" brushRef="#br0" timeOffset="169">12660 10849 8564,'2'-15'0,"1"1"0,3 1-259,2 4 0,2-3 0,6 8 1,2 0 134,1 3 1,5-4-1,-4 0 1,3 2 163,2 1 1,-2 2 0,1 0-1,0 0 17,-2 0 0,1 0 0,-6 0 0,2 2 5,-1 3 0,-2-2 0,-2 7-51,1 1 1,-3 2 0,-2 1 0,-5 0-39,-4 1 0,-1-1 1,0 2-1,0 2-15,0 1 0,-1 0 1,-4-5-1,-5 1-31,-2-1 0,2 1 0,0-3 0,-1-2 71,-2-5 0,4-4 17,-1-1 0,7-1 0,-2-4 3,4-5 0,1-2 1,0-3-1,0 1-13,0-1 0,6-4 0,4-2 0,2 1-39,3-1 0,1-3 0,1 3 0,4 0-55,2 1 0,-1-1 0,4 5 1,-2 0-34,1 3 1,-4 7 0,0-2 0,-2 1 121,0 4 0,0 33 0,-4 10 0</inkml:trace>
  <inkml:trace contextRef="#ctx0" brushRef="#br0" timeOffset="170">13423 10820 8564,'0'-14'-156,"-5"4"1,0 0 0,0 1-180,-1 1 0,3-3 1,-5 4 329,1-1 1,-4 5 78,2-2 1,-4 4 0,-2 2 0,1 2-36,0 2 0,1 6 0,2-1 0,1 3-63,-1 1 0,0 5 0,-1 1 0,4-3 8,2-1 0,1-2 0,5 1-11,0-1 0,0-4 1,0-1 14,0 3 0,2-6 1,3-1-4,4-4 1,4-2 0,1-2-1,1-4-38,-1-1 0,1-1 0,-1-6 0,0 1 20,1-1 0,-6 6 1,1-1-1,1-1 10,2-2 1,-3 4 0,-2-1 38,-2-1 4,5 5 1,-9 1 0,3 10-12,-4 4 0,-1 4 1,-1 1-1,-3 1-31,0-1 0,-6 0 0,5 2 0,0 2-9,-1 1 1,4 2 0,-2-3-1,2 1-32,2-2 1,0 4 0,0-2-1,0-1 63,0-2 0,13-14 0,3-4 0</inkml:trace>
  <inkml:trace contextRef="#ctx0" brushRef="#br0" timeOffset="171">13567 10820 8164,'0'-14'-342,"0"-1"1,-2 7 190,-3 3 0,4 5 235,-4 5 1,3 3-1,2 7 1,-1-1-30,-4 0 1,3 1 0,-3-1 0,4 0-82,1 1 1,0-1 0,0 1 0,-2-1-116,-3 0 1,4 1 0,-4-1-226,3 1 1,2-1-184,0 0 549,0-6 0,26-78 0,-10 22 0,0 0 0</inkml:trace>
  <inkml:trace contextRef="#ctx0" brushRef="#br0" timeOffset="172">13595 10777 8564,'0'-15'-451,"0"-4"0,0 0 0,0 0 80,0-2 1,0 5 0,0-3 538,0 3 0,0 6-183,0 1 1,0 7 0,0 2 0,0 8-10,0 5 0,0 3 0,-1 1 0,-2 4 0,-2 2 1,-5 1 0,5 3 23,2-3 0,21 29 0,6 1 0</inkml:trace>
  <inkml:trace contextRef="#ctx0" brushRef="#br0" timeOffset="173">13768 10849 8564,'0'-15'-346,"0"6"281,0-1 0,-2 7 1,-2 0-21,-6 6 1,2 5 0,0 6 49,2 1 0,-4-1 0,5 0 0,0 1 19,-1-1 0,4 1 0,-2-1 0,2 0-42,2 1 0,0-6 43,0 1 0,2-7 0,2 2 13,6-3 1,-2-2-1,2-2 1,-1-3-53,-1-4 0,5 1 1,-3-2-1,2 0 24,3 2 1,-6-4 0,1 4 0,0-2-15,-2 0 1,4 6 46,-2-6 0,-2 7-2,2-2 1,-7 10 0,1 4-41,-2 4 0,-2 3 0,0 2 0,0 1-87,0-1 1,0-1-1,0 1 1,0 1 125,0-1 0,13-2 0,3-2 0</inkml:trace>
  <inkml:trace contextRef="#ctx0" brushRef="#br0" timeOffset="174">14013 10877 7882,'-2'-12'0,"-1"1"-571,-2 1 1,-1 7 733,1-2 1,-2 5-1,-4 5-163,2 4 0,5 4 0,0 1 0,2 2 13,2 4 0,-5-4 1,0 3-1,2-3-78,2-2 0,1 5 0,0 1 0,0-3-121,0-1 0,0-6 0,0-1-190,0 3 376,0-6 0,6-38 0,2-16 0</inkml:trace>
  <inkml:trace contextRef="#ctx0" brushRef="#br0" timeOffset="175">14027 10748 8564,'0'-14'-569,"0"-1"1,0 1 0,0-1 385,0 1 107,0 6 0,0 8 0,0 10 0,0 2-29,0 3 1,0-1 0,-2 2 104,-2 3 0,-11 29 0,-7 13 0</inkml:trace>
  <inkml:trace contextRef="#ctx0" brushRef="#br0" timeOffset="176">14243 10892 8564,'-2'-15'-434,"-3"1"274,4 6 1,-10 3 0,6 10 0,2 5 173,1 2 1,2 3 0,-2-1 0,-1 1 15,-2-1 0,1 0 1,4 1-1,0-1-47,0 1 0,0-1 0,0 0 101,0 1 33,0-7-149,0-2 0,6-17 0,2-3-1,0-2 1,5 0 0,-4 1 0,4 1-45,2-1 1,-6 1 0,1 0-1,1-1-3,2 1 1,1 4 0,0 2 25,1 2 0,-6-4 55,1 6 1,-7 0 0,2 9 49,-3 5 0,-2 2 1,0 3 34,0-1 1,0 1 0,0-1 79,0 0 0,0-4-88,0 0 0,1-7 0,4 2-87,5-4 0,2-1 0,3 0 1,-1 0-6,1 0 0,-1-5 1,0-1-1,1-2-134,-1-3 1,1-2 0,-1-1 0,0 1 85,1 3 0,-6-3 0,-1 4 1,-1-4 70,-4-1 0,-2-1 0,-1 1 160,0 0 0,0 4 1,-1 2-78,-4 2 1,2 1 0,-7 5-1,1 1-26,1 4 1,-4 3-1,8 7 1,-1 1-37,-2 3 1,6-2-1,-5 9 1,1 3-43,0 3 1,0 8-1,4 0 1,-3 4-21,0 4 1,-6 7 0,4-3 0,-2 4-13,-4 2 0,0-5 0,-4-2 1,-2-2-24,-1-2 1,-7-9-1,2-6 1,-3-6-35,-2-7 1,1-10 0,0-5 0,4-8 53,5-5 0,5-9 0,3-3 0,3-2 89,1-8 1,2 2 0,5-4 0,0 2-69,0 3 0,2-1 0,3-2 0,3 0-33,0-3 1,6 0-1,-1 6 1,6-1-646,4 0 704,1 0 0,43-12 0,-29 18 0,0 1 0</inkml:trace>
  <inkml:trace contextRef="#ctx0" brushRef="#br0" timeOffset="177">15422 10475 8564,'0'-15'0,"0"1"-754,0-1 1,0 1 115,0 0 738,0-1 0,0 9 0,2 6-1,3 8 0,-4 6 0,4 4 0,-3 3-12,-2 1 1,0 2 0,0 5 0,0 0-37,0-1 1,0 6 0,0-1 0,0-1-55,0-1 0,0 2 0,0 1 0,-2-2-131,-3-2 0,4-1 0,-6 1 1,3 1-27,-1-2 1,-6 1-1,3-9 1,-2 0 2,1-1 1,-1 0-1,-4-8 157,-1-2 0,-25-23 0,-6-11 0</inkml:trace>
  <inkml:trace contextRef="#ctx0" brushRef="#br0" timeOffset="178">15221 10877 8572,'14'-14'-315,"1"0"0,-1-1 0,1 1 0,-1 0-15,0-1 1,2 2 0,2 4-1,3 2 330,1 1 0,-3 4 0,5-4 1,0 1-34,-1 0 1,2 1 0,-6 4-1,1 0 33,0 0 0,-4 6 0,5 2 0</inkml:trace>
  <inkml:trace contextRef="#ctx0" brushRef="#br0" timeOffset="179">15624 10906 7338,'2'-9'-185,"2"-1"0,-1 7 1,7-2-1,0 2 191,-2-2 1,4 2-1,-2-5 9,3 2 1,-4-1 0,1 4 0,0-3-30,-2-2 1,0 3 37,-4-5 1,-2 1 35,3-6 0,-5 7 0,-5 3 20,-5 4 0,-2 1 0,-3 1 43,1 4 1,1-2 0,2 7-84,1 1 0,5 2 0,-3 1 0,2 1-60,3-1 0,1 0 0,2 1 0,2-1-79,3 1 0,1-6 1,5 1-1,-1 1-107,1 2 1,2 1 0,3 1 0,1-3-15,3-2 1,-1 1 219,-5-6 0,-6 6 0,-1-3 0</inkml:trace>
  <inkml:trace contextRef="#ctx0" brushRef="#br0" timeOffset="180">15912 10820 8568,'-8'-14'0,"3"-1"-985,3 1 0,2 4 952,0 1 1,2 7 0,1 2 78,2 8 1,4 0-1,-2 2 1,-1 1-12,1 2 1,4 1 0,-3 0 0,1 1-11,1-1 0,0 2 0,2 2 0,0 1-40,-3-2 1,-1-1-1,3-1 1,-1-1-94,1 1 0,-4-1 0,-3 0 0,-1 1-133,2-1 241,-3-6 0,4-1 0</inkml:trace>
  <inkml:trace contextRef="#ctx0" brushRef="#br0" timeOffset="181">16084 10863 8568,'0'-14'-474,"-1"-1"237,-4 1 1,2 6 0,-7 3 0,-1 4 144,-2 1 1,-1 6-1,-1 4 1,1 2 126,0 3 1,-1-1 0,1 2 0,-1 2-34,1 1 1,0 0-1,1-3 1,2 2 3,1 1 0,7 0 0,-2-5 0,3 1-160,2-1 0,0 1 0,2-3 0,3-2 154,4-5 0,11-4 0,47-45 0,-25 16 0,1 0 0</inkml:trace>
  <inkml:trace contextRef="#ctx0" brushRef="#br0" timeOffset="182">16300 10734 8568,'6'-28'-182,"4"4"1,-2 4 0,2 5 0,-1 1 86,-1 0 1,0 6 54,-3 3 0,-3 10 0,2 4 113,-2 4 0,-2 1 0,0 1 0,0 1-32,0 3 1,0-2-1,0 6 1,0-1-51,0 1 1,0-4 0,0 3 0,0 1-66,0-1 0,0-3 1,0 3-1,0-1-85,0-3 0,0 3 0,0-2 1,0-2-80,0-1 0,2-1 0,1-1 238,2 1 0,-1-7 0,-10-40 0,-2-16 0</inkml:trace>
  <inkml:trace contextRef="#ctx0" brushRef="#br0" timeOffset="183">16257 10921 8568,'-10'-20'0,"2"1"-255,2 2 0,-4 1-19,6 1 1,5 7 0,9 2-1,3 1 152,1 0 0,2 1 0,1 4 0,4 0-6,2 0 1,2 4 127,9 1 0,9-2 0,8-1 0,7-2 0,-1 0 0</inkml:trace>
  <inkml:trace contextRef="#ctx0" brushRef="#br0" timeOffset="184">17365 11007 8298,'0'-10'-92,"0"1"0,-2 6 0,-1-4 197,-2 1 0,-1-1 0,3-4 0,-4 2-76,-1-3 0,3 0 0,-3-3 0,0 1-25,0-1 1,5 0 0,-2-3 0,4-3-11,1-1 0,0-2 0,0-5 0,0 0-44,0 0 1,5 1 0,1-1 0,2 2-121,3 3 1,2 3 0,1 8-18,1 4 0,-7 4 0,-3 11 151,-4 9 1,-2 1-1,-4 8 1,-6 1 23,-7 2 0,-1 2 1,-8 1-1,-4 2-10,1 2 1,-7 0 0,-1-6 0,-2 1 28,1 0 1,6-7 0,7-3 0,4-4 354,1-6-220,8-2 1,15-9 0,11-3 0,6-3-144,3 0 0,7-4 0,6 4 0,2-2-79,3 0 0,-3 6 0,-1-4 0,0 1-227,-4 4 1,3 0 306,-2-2 0,33-3 0,3-6 0</inkml:trace>
  <inkml:trace contextRef="#ctx0" brushRef="#br0" timeOffset="185">17911 11021 8568,'-1'-14'-9,"-4"0"0,3 4 1,-2 0 3,2-1 0,8 3 1,4 0-1,3 0-62,1 0 1,1-1-1,-1-6 1,0 1 165,1-1 0,-1 1 1,1-2-58,-1-3 1,-1 3 0,-2-3 0,-3 1-128,-2-1 1,-1 3 0,-5-3 0,0 1-1,0-1 1,-6 3 0,-6-3-22,-5 3 1,1 8 0,-3 3-1,1 4 3,-1 1 0,3 0 1,-3 1 54,3 4 0,6-2 1,2 7 38,2 1 1,3 2-1,7-1 1,6 0-2,3-3 0,3-4 0,1 3 0,4-2-57,2-2 1,1-3-1,4-1 1,-1 0 13,-3 0 1,4 0-1,-4 0 1,1 0 30,-1 0 1,-3 0 0,-7 0-1,1 0 85,-1 0 3,-6 0 0,-3 7 1,-10 1 9,-5 0 0,2 4 0,-1-2 0,-2 3-55,-2 1 1,3 1-1,2-1-20,2 0 0,-4 2 1,6 2-1,0 1-49,3-1 0,2-2 0,3-2 0,2 0-141,2 1 1,2-1-1,4 1 1,0-3 188,1-2 0,63-29 0,-31 3 0,0 0 0</inkml:trace>
  <inkml:trace contextRef="#ctx0" brushRef="#br0" timeOffset="186">18429 10877 8568,'-14'0'-29,"0"0"0,-1 0 33,1 0 1,-1-4 35,1-1 0,1-1-107,4 1 0,4 3 27,10-3 1,3 4 0,6 1-43,0 0 0,1 0 1,-1 0-1,1 0-39,-1 0 0,0-5-48,1 0 1,-2-6-152,-4 1 292,-2 4 0,-9 0 0,-3 6 38,-4 0 1,-4 1-1,-2 2 18,1 2 0,4 6 0,2-1 0,2 3-13,3 1 0,0 0 0,-1 1 0,0-1-24,0 1 0,4-1 0,5 0 1,5 1-88,3-1 0,3-4 0,1-2 1,4 0-75,1 0 1,-3-5 0,5 2 0,0-4 169,-1-1 0,2-6 0,-5-4 0,-1 4 0,-5 0 0</inkml:trace>
  <inkml:trace contextRef="#ctx0" brushRef="#br0" timeOffset="187">18645 10719 8445,'0'-38'-412,"0"1"0,0 2 8,0 3 1,0-3 0,0 1 0,0 2 403,0 2 1,5 3-1,1 4 336,2 9 1,-4 9-169,0 15 1,-2 1 0,-2 13 0,0 1 38,0 3 1,0 5-1,0 2 1,0 4-120,0 5 1,-2 0 0,-1 4 0,-2-2-63,2 2 0,2-2 0,1 5 1,0-1-120,0-4 1,0-1 0,0-2 0,0 0-101,0 1 1,0-3 0,0-4-1,0-7-231,0-4 0,0-13 225,0 1 0,0-11 0,-2-1 199,-3-5 0,4-15 0,-31-43 0,16 19 0,0 0 0</inkml:trace>
  <inkml:trace contextRef="#ctx0" brushRef="#br0" timeOffset="188">18616 10806 8445,'13'-16'-123,"-2"-2"1,-3-1-175,-1 1 0,4 7 0,-1 3 0,2 2 393,3 2 1,-1 3 0,0 1 0,1 0-88,-1 0 1,1 5 0,-3 1 0,0 2-15,-3 3 0,-1-3 1,2 2 16,-5 1 0,1 2 0,-1 1-34,-2 1 1,-3-6 0,-5 1 0,-4-1-26,-4-1 1,-3 4 0,-2-6 0,-1 0-33,1 1 0,2 4 1,2-3-1,0 1-99,-1 1 0,6-7 1,1 4 49,1-1 1,4-4 0,10 2 127,7-2 0,0-2 0,29-15 0,12-8 0,0-1 0,0 0 0</inkml:trace>
  <inkml:trace contextRef="#ctx0" brushRef="#br0" timeOffset="189">19034 10834 8445,'-10'-8'-374,"0"4"0,6 2 482,-6 2 1,5 0-117,-4 0-11,5 6 0,0-4 1,8 3-37,6-4 1,3-1 0,1 0-48,1 0 0,-6 0 16,1 0 0,-7-1 48,2-4 1,-4 2 50,-1-7 1,-6 7 0,-4-2 29,-2 4 1,2 2 0,2 4-7,2 5 0,-4-2 0,5 1-9,2 2 0,3-3 0,5 2-29,4 1 0,4-3 0,3 0 1,2-2-24,1-2 0,7 2 0,-2-1 0,3-2-41,1-1 1,1-2 0,0 0-1,0-2 33,0-3 1,-1 2 0,1-7 0,-2-1 32,-3-2 1,-5 4 0,-7-1 0,-4-1 34,-2-2 1,-1 4 0,-7 1 0,-3 0-10,-4 0 1,-6 5 0,-2-2 0,-4 3-12,-1 2 0,4 0 1,-3 2-1,2 1 16,0 2 0,0 6 1,4-3-1,1 2-15,0-1 0,4-4 0,2 5 0,0 1-22,0 1 1,5-2 0,-2 0-3,3 1 0,9-3 0,2 0 1,4-2 2,2-3 1,-1-1 0,2-2-1,2 0-25,1 0 0,0 0 0,-5 0 0,1 0-38,-1 0 0,0-5 1,1-1 33,-1-2 0,1 5 52,-1-2 37,-6-3 1,-2 8 20,-6 0 0,0 1 0,0 9 31,0 1 1,2 2-79,3 1 1,3-1 0,6-2-32,1-1 1,-6-7 0,1 2 0,1-3 5,2-2 0,1 0 0,1 0 0,-3-2-17,-2-3 1,3 2-1,-4-7 1,4-1-82,1-2 1,-1-1 0,-2 0 0,-1-2 36,1-4 1,-3 4 0,0-4 0,0-1 46,0-3 0,-5-3 1,2-2-1,-2 0-3,2 0 1,-2 1 0,5-1 0,-1 0 4,-4 0 0,3 1 1,1 0-1,-1 4-49,1 5 1,-3 6 4,-4 9 1,-4 12 0,-3 16 81,-1 3 0,3 2 0,-4-1 0,-1 3 11,2 2 0,-5-1 0,5 5 0,-1-2 2,-1-3 0,5 3 0,-3 1 0,0-1-44,0 0 0,5-2 1,-2-4-1,4 0-175,1 0 1,-5-2 0,0-1 0,2-4-114,1-1 0,4-7 288,3-4 0,-10-65 0,3-10 0</inkml:trace>
  <inkml:trace contextRef="#ctx0" brushRef="#br0" timeOffset="190">19480 10834 8492,'-8'-19'43,"3"0"1,3 0 0,4 6 114,3 3 1,4 4 0,10 6-1,5 0-181,4 0 0,0 0 1,3 0-1,1 2-224,1 2 1,1 0 246,-5 5 0,12-12 0,4 1 0</inkml:trace>
  <inkml:trace contextRef="#ctx0" brushRef="#br0" timeOffset="191">20515 10619 10380,'8'-24'0,"-1"0"-793,-1-2 1,-3 4 0,5-1 987,-1 2 42,4 2 0,-9 14 1,2 9-186,-2 8 0,-4 12 0,-1 0 1,-3 4 20,-2 0 1,3 6-1,-5 1 1,1 2-44,1 3 1,-5-3 0,5-1-1,-2 1-119,1 0 1,1 0 0,-3 3 0,3-4-44,1 0 0,-2 2 1,2-3-1,1 0-199,0 0 0,-4-6 1,5-6 268,2-3 64,1 0 1,-17-64 0,-5-13 0</inkml:trace>
  <inkml:trace contextRef="#ctx0" brushRef="#br0" timeOffset="192">20300 10834 13257,'0'-28'-782,"0"0"1,1 6 0,2 6 733,2 5 1,6 8 0,-1-2 0,3 3 23,1 2 0,1 2 0,1 1 0,1 3 102,2 2 0,5-4 0,-5 2 0,1-1-17,0 0 0,3-1 1,6-4-1,-1 0-32,1 0 0,-2 0 0,-1 0 0,-2 0-56,1 0 0,-4-4 0,-2-3 1,-3 1-116,-1-1 1,-2-4 0,-4 2 0,-4-4 72,-3-2 1,-2 6 0,0-1 0,-2-1-20,-3-2 1,-3-1 0,-6 1 0,-1 4 49,1 4 1,-2-2-1,-2 3 1,-1 0 82,2 3 1,1 1 0,1 1 0,1 4-27,0 5 0,-6 4 0,1 4 0,2 2-74,1 3 1,3-4 0,2 7 0,1 2-45,-1 4 1,4 2-1,1-5 1,1-1 5,0 1 1,1 0 0,4-2 0,1-3 5,4-5 0,3-3 0,6-3 112,1-3 0,-1-4 1,1-7-1,1-3-25,3 0 0,-3-8 0,1 3 1,-4-4-69,-3-1 1,-2-2 0,3-2 0,-2-1 38,3 1 0,-6 7 0,-1 1 0,-2 1 155,2 1-79,-4-5 0,11 13 40,-8 0 0,6 2 0,-5 7 1,0 2-92,1 2 1,-3 3 0,5 2 0,-1 1-116,-4-1 1,5-2 0,1-2 0,3 0-76,-3 1 1,4-1 0,-3 1-1,1-1-429,-2 0 696,4 1 0,2-33 0,7-7 0</inkml:trace>
  <inkml:trace contextRef="#ctx0" brushRef="#br0" timeOffset="193">20904 10935 10321,'14'0'-7,"1"0"0,-1-5-15,0 0 0,-4-4-97,0 4 1,-7-6-31,2 1 1,-10 4 0,-5 1 303,-3 3 1,4 2-1,-1 0 112,-1 0 0,0 2 1,1 3-281,5 4 0,4 4 0,1 2 0,0-1-151,0 0 0,1-4 1,4 0-1,6 1-58,7 2 1,0 1-1,6 0 1,1 1-201,2-1 0,4-6 448,2-3 0,5-12 0,6-4 1,5-1-1,1 0 0</inkml:trace>
  <inkml:trace contextRef="#ctx0" brushRef="#br0" timeOffset="194">21724 10475 8947,'-8'14'0,"2"2"28,-1 3 1,1 5 0,-5 10 0,3 6 21,1 6 0,-4 5 0,3 7 0,-2-1-80,1 1 1,1-1-1,-3 3 1,1 0-61,-1 3 0,0-4 0,-1-5 1,4 1-76,2-6 0,-4-9 1,6-6-1,1-6-220,1-4 1,2-3 466,0-6 0,-6-27 0,-2-5 0</inkml:trace>
  <inkml:trace contextRef="#ctx0" brushRef="#br0" timeOffset="195">21580 10892 10847,'8'-19'-837,"-2"0"0,1 1 592,2 2 1,-1 6-1,2 2 1,1 2 308,2 3 1,1 1-1,2 4 1,2 3-50,1 4 1,0 2-1,-4 1 1,-1-3-21,0 2 0,1 2 0,-2 1 0,-2 1-82,-2-1 0,-4 2 0,3 2-19,-1 1 0,2 0 0,-4-4-8,-2-1 0,-3-6 0,-5-2 1,-4-1 99,-4 0 0,-1 0 0,-2-5 0,-2 0-35,-1 0 0,0 0 0,4 0 11,1 0 0,0-19 0,-1-5 0</inkml:trace>
  <inkml:trace contextRef="#ctx0" brushRef="#br0" timeOffset="196">22084 10906 10596,'8'-14'-394,"-2"6"1,-1 8 0,0 9 162,-2 4 0,-2 2 0,-1-1 1,0 0 164,0 1 1,0-1 0,0 1-1,0-1-290,0 0 0,0 1 211,0-1 1,2-6 171,3-3 1,3-3-1,5-4 56,-4-3 1,-1-3 0,-3-6 0,3-1-86,0 1 1,3 0 0,-4-1 0,0 1 0,5-1 0,-4 1 1,1 0-1,2 1-130,2 3 0,-3-1 1,-1 5 177,3-2 1,7 4-1,3-2 1</inkml:trace>
  <inkml:trace contextRef="#ctx0" brushRef="#br0" timeOffset="197">22429 10892 10473,'-8'-7'-1778,"-5"4"1383,4-6 1,-4 7 567,-2 2 0,7 6 0,4 9-95,2-1 1,2 1 0,0-1-88,0 0 0,2-4 0,1 0 0,3-1 3,2-1 0,2 0 0,4-5 0,1 2 22,-1-2 1,0-1 0,1-2 0,-1 0-39,0 0 0,1 0 1,-1 0-1,1 0 21,-1 0 1,0-6-1,-1-4-14,-3-3 0,1-1 1,-6-1-1,-2 1-40,-1 0 1,-4-1 0,-1 1 0,-4-1 62,-1 1 1,-1 5 0,-6 1 0,1 1-82,0 4 1,-1-3 0,1 1-279,-1 2 1,6 3 333,-1 4 1,58 17-1,10 9 1</inkml:trace>
  <inkml:trace contextRef="#ctx0" brushRef="#br0" timeOffset="198">22760 10820 10486,'0'-14'-1230,"-2"-1"1,-1 1 1305,-2-1 1,-6 3 97,1 2 0,2 5-108,-1 10 0,4 3 1,-3 8-1,2 2-47,2 1 1,3 0 0,1-3 0,0 2-56,0 1 1,0 1-1,0-2 1,0 1-31,0-1 1,5-2 0,1-2 0,2 1-131,3-1 1,-3 0 0,2 1 0,1-1-331,2 1 1,1-6 576,1 1 0,31-39 0,8-5 0</inkml:trace>
  <inkml:trace contextRef="#ctx0" brushRef="#br0" timeOffset="199">23004 10921 10512,'0'-15'-1068,"-1"7"1,-2 2 904,-2-1 334,0 6 0,7-6 1,2 7-89,6 0 1,-2 0 0,2 0 0,1 0-44,2 0 1,-4 0 0,1-1-1,1-2-63,2-2 1,1 0-1,0 4-53,1-4 1,-7 2-194,-3-7 0,-5 7 278,-5-2 0,-5 3 1,-7 2 77,-3 0 1,1 2-1,5 1 1,0 4 69,-1 1 1,1 1-1,1 5-141,3 1 1,-1-6 0,6 1-1,2 1-63,2 2 0,1 1 1,1 1-19,4-1 0,3-4 1,6-1-1,1 1-59,-1-2 0,5 5 0,1-5 0,-1 0-321,1-3 1,-4 1 458,4-1 0,-4 0 1,-2-5-1</inkml:trace>
  <inkml:trace contextRef="#ctx0" brushRef="#br0" timeOffset="200">23350 10935 8457,'0'-14'-145,"0"-1"1,1 2 0,2 2 0,2 2-136,-2-2 1,-1-2 0,0 0-1,1 2 434,2 1-24,-1 7 1,-4-2-79,0 10 0,0-2 1,0 7-1,0 1-17,0 2 1,0 1-1,0 0 1,0 1-17,0-1 0,0 1 0,2-1 0,1 0-10,2 1 1,5-6 0,-4 1 0,2 1 15,3 2 0,-3-3 1,0-1-1,0 1-10,0-2 0,-5 0 0,4-5 0,-2 3 2,-1 2 1,0-4-22,-9 0 0,-3 0 0,-7-1 0,-1 2-47,-3-2 0,2-2 1,-6-1-1,1 0-119,-1 0 0,6 0 0,-2 2 1,3 1-123,1 2 0,3 1 0,0-3 292,3 2 0,38 0 0,4-5 0</inkml:trace>
  <inkml:trace contextRef="#ctx0" brushRef="#br0" timeOffset="201">23709 10906 8457,'0'-14'0,"0"-1"-560,0 1 1,-1 0-1,-2-1 526,-2 1 0,-2 6 1,3 3 160,-6 4 0,2 1 1,-2 0-13,-1 0 1,5 1 0,1 4 0,2 3-89,-2 0 0,3 5 0,-2-2 0,2 5-2,2 3 0,6 0 0,2-4 0,2 1-11,0 3 0,-1-3 0,6 3 0,-3-3-27,-2-2 1,3-1 0,-4-2 0,4-1 131,1 1 1,1 2-116,-1 1 0,-1 1-8,-3-1 0,-6-6 0,-10-3 0,-7-4-11,-4-1 1,-7 0 0,5 0 0,-1 0-99,0 0 0,4 0 0,-4 0 0,4 0-772,2 0 885,0 0 0,89-6 0,-27 2 0,1 0 0</inkml:trace>
  <inkml:trace contextRef="#ctx0" brushRef="#br0" timeOffset="202">24112 11151 8457,'8'-7'0,"-1"-2"0,-3-4 864,1-1 0,0-1-321,-5 1-543,0 6 0,-55-8 0,-31 0 0,28 5 0,-1 1 0,0-1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0.666"/>
    </inkml:context>
    <inkml:brush xml:id="br0">
      <inkml:brushProperty name="width" value="0.05292" units="cm"/>
      <inkml:brushProperty name="height" value="0.05292" units="cm"/>
      <inkml:brushProperty name="color" value="#FF0000"/>
    </inkml:brush>
  </inkml:definitions>
  <inkml:trace contextRef="#ctx0" brushRef="#br0">3168 11317 8606,'1'-8'-1666,"4"3"1745,-3-3 1,4 5 81,-6-7-189,0 7 43,0-3 125,0-1-73,0 6 35,0-7-112,0 8-39,0 0 41,0 8 0,0-5 0,0 6 14,0 3 1,0 0 0,0 3 0,0-1-6,0 1 0,0-1 1,0 2-1,0 1-24,0 3 1,0 4 0,0-5 0,0 0-87,0 2 0,0-4 116,0 7 0,-13 20 0,-3 8 0</inkml:trace>
  <inkml:trace contextRef="#ctx0" brushRef="#br0" timeOffset="1">5605 11331 6652,'-8'0'52,"-5"0"1,5 0-39,-6 0 0,5 0-14,-1 0 0,5 0-18,-4 0 1,5-1-18,0-4 1,2 2 0,2-7 23,0-1 0,5 3 0,1 0-5,2 1 0,2-2 1,3 1-8,-4 0 1,-1 5 36,-3-2-11,3 4 0,0 2 0,-3 4 4,-4 5 0,-2 4 0,-4 2 1,-3 1 2,0 2 1,-5 2 0,4-3-1,-4 1-8,-2-2 1,-4 6 0,-1-1 0,1 2-5,-2 0 1,5-6 0,-3 3 0,3-2-1,1 0 0,1-1 1,0-7-1,1-2 3,3 3 18,-2-6-31,10 0 1,-3-7-26,10-4 1,3-3 0,6-6-21,1-1 0,-6 6 0,1 1 0,-1 0 39,-1 0 0,4 3 0,-6-3 0,2 0 15,3 0 1,-3 3 7,2-5 0,-2 6 1,3-4 83,-1 1 1,-6 2-27,6 5 1,-7 7 0,5 1-66,-2 0 1,-3 5 0,5-4-97,-1 4 1,4 1 97,-2 1 0,23 6 0,7 1 0</inkml:trace>
  <inkml:trace contextRef="#ctx0" brushRef="#br0" timeOffset="2">7480 11374 5914,'8'-8'497,"-2"2"-379,-6 6 0,-2-5-42,-2 0 0,0 1-38,-5 4-29,6-7 1,-4 4-13,7-7 1,5 1 0,1-4 12,2 3 1,2-2-1,4 4 13,1 0 0,-6-5 1,1 7-1,1 0-5,3-1 1,0-2-1,1 2-8,-1-1 1,0 5-28,1-2 0,-6 4 10,1 1 1,-7 6 0,2 4-2,-3 2 1,-7 8 0,-2 0 0,-1-3-3,-3-1 0,3-1 0,-1-1 0,-1 1 2,2-1 1,-3 5 0,4-1 0,1-4-5,0-3 1,-5-1 13,6 4 0,0 1 0,7-7 1,3-4-14,5-2 0,-2-2 1,2 0-1,1 0-5,2 0 1,1-5-1,1 0 11,-1 2 0,1 2 19,-1 1 0,-4 0 84,-1 0 0,-6 1-51,2 4 1,-5-2 0,-5 7-35,-4 1 0,-4 0 0,-1 0 1,-2-1-109,-4 1 0,4 4 0,-3 2 0,3 2 95,2-1 0,-14-8 0,-3-4 0</inkml:trace>
  <inkml:trace contextRef="#ctx0" brushRef="#br0" timeOffset="3">9629 11302 8416,'0'-14'-805,"0"0"1,0-2 673,0 2 0,0 4 255,0 1-110,0-1 1,2 0-16,3 1-17,-4 6 1,6-2 21,-7 10 1,0-2 0,0 6 4,0 3 0,-2 0 0,-1 3-10,-2-1 1,-5 6-1,5 0 1,0-3 2,-2-1 0,6-1 1,-6-1-1,3 0-5,-1 1 0,0-1 0,3 0 0,-1 1-4,-2-1 0,1-4 0,4-1 6,0 3 0,-5-4 1,0 1 0,0-6 0,12 4 0,2-7 0,-1 0 0,2 0 0,-1-5 0,6 0 0,0 2 0,-5 1 0,-1 1 0,3-4 0,-4 3 0,1-2 0,1 2 0,4 2 0,-1-2 0,-2-1 0,-1-2 0,-6 1 0,6 4 0,-2-2 0,3-1-2,-1-2 1,-5-1-31,4 1 3,1-3 26,4-7 0,-6 6 1,-1 1 6,-1 1 7,-4 3 1,2 4 3,-8 0 0,0 4 0,-4 3 5,2 1 1,-4 1 0,4 6-1,0-1-16,-1 1 0,1-1 0,3 0 0,-2 1-16,2-1 1,-4 2-1,2 2 1,1 3-176,-3 1 0,6-3 187,-4 5 0,3 27 0,2 9 0</inkml:trace>
  <inkml:trace contextRef="#ctx0" brushRef="#br0" timeOffset="4">11633 11346 8416,'10'-5'-692,"-1"0"0,-4-1 0,5 1 514,1-5 1,-2 2 0,0 0 210,3 2 0,0-4 1,1 4-1,-2-1 18,-1 1 0,-1-6 1,6 4-22,-1 0 0,-4-3 0,-1 4 1,3 1 14,0-1 1,-2-2 0,0 2-3,1-1 0,2 4 0,1-4-12,0 1 1,-4-2-1,0 2-26,1-1 1,-3 5 6,1-2 0,-4-1 48,5 1-25,-7 0-8,3 5 0,-7 0-35,-4 0 1,-3 2 0,-7 1-17,1 2 0,5 4 0,-1-4 0,-1 0 9,-2 1 0,-1 1 0,-1 4 0,1-3-7,-1-2 1,1 6 0,0-4-1,-1 1 8,1 1 0,-1-2 1,1 3-1,0-1 14,-1 1 0,1 1 0,0-1 0,-2-1 2,2 1 1,1-3-1,2 0 1,3 0 0,1 0 0,-2-3 0,2 3 0,1 0 2,0 0 0,1-3 17,5 4-4,0 1 0,1 2 11,4-2 1,3 1-23,7-6 0,-6 1 0,1-2 21,1 0 1,-3 1 10,2-5 0,-6 2-28,6 3 0,1-4-10,3 4 0,0-3 8,1-2 1,-1 1 4,0 4 1,1-3 33,-1 2 0,-4-2 0,-2 0 27,-2 2 0,-1 0-50,-5 5 1,0-4 0,-2 5-1,-2 1-77,-6 2 0,-4 1 0,-6 2 0,-4 3-136,-3 5 1,-1-2-1,-2 2 188,1 3 0,-25-13 0,-7-1 0</inkml:trace>
  <inkml:trace contextRef="#ctx0" brushRef="#br0" timeOffset="5">14056 11302 8398,'-10'7'0,"1"1"-130,-2 0 1,-2 5 0,0-4 0,2 4-112,1 1 0,1 1 0,-4-1 0,2 0 282,1 1 0,2-1 0,-3 1 0,3 1-2,2 3 0,-1-6 1,4 4-1,-2 1-68,2-2 1,1-5-1,2-1 70,0 1 0,0 2-74,0 1 1,5-5 0,2-1 13,1-1 1,1-2-1,5-5 1,1 0 0,-6 0 0,1 0 1,1 0 0,2-2 1,1-3-1,1-4 0,-6 2 0,-1 1 9,-1 0 1,2-2 76,-4-7 1,-2 6-28,-7-1 1,-9 7 0,-6-2 0,1 3-93,2 2 0,-3 5 0,0 2 50,1 1 0,-36 33 0,23-14 0,-1 1 0</inkml:trace>
  <inkml:trace contextRef="#ctx0" brushRef="#br0" timeOffset="6">2260 14504 8478,'-10'0'-855,"0"0"326,-1 0 1,-2 0-1,-2 0 626,1 0 0,-1 0 0,1 0-25,-1 0 0,1 0 1,0 0-8,-1 0 0,1 0 0,-1 0-27,1 0 1,0 0-39,-1 0 0,6 0-49,-1 0 1,7-2 12,-2-3 1,4 2 22,1-7 0,1 7 7,4-2 6,3-3 0,19-6 0,3-8 0</inkml:trace>
  <inkml:trace contextRef="#ctx0" brushRef="#br0" timeOffset="7">2043 14143 8478,'6'-8'-419,"-4"0"155,2 3 1,-2 2 0,-2-7 199,0-1 0,0 3 135,0-2 1,0 1-35,0-5-25,0 6 23,0 1 0,0 9 1,2 1-1,1 3-33,2 2 0,-1 2 1,-4 6-1,0 1 4,0 3 1,0 5 0,0-5 0,0 3-15,0 2 1,5 3 0,0 0-1,-2 1-5,-1 0 1,-2 0 0,0-1-1,0 1 6,0 0 0,0-2 0,0-1 0,0-4 6,0-1 0,0-1 0,0-6 0,0 1 0,0-1 1,-2-6 0,-1-1 38,-2-1 7,0-4 1,5 2-26,0-8 1,0-4 0,0-7-24,0 1 1,5-1-1,2 1-23,1-1 1,-4 0 0,4 1 0,-1 0 19,-4-1 0,3 1 1,1 1-1,1 2-6,3 1 1,-3 1 0,2-6 7,1 1 0,-3 1 1,1 2 8,3 1 1,1 7 32,2-2 1,-1 4-13,1 1 1,-3 1 0,-1 4-21,-1 5 1,-2 2 0,3 3 0,-3-1-16,-1 1 0,2-1 0,-2 0-93,1 1 1,1 4 0,4 0-2,-3-1 0,-2-2 1,-5-1-1,2-1-13,-2 1 0,3-6 0,-1 1 1,0 0-317,1-2 432,-4 4 0,11-23 0,-5 2 0</inkml:trace>
  <inkml:trace contextRef="#ctx0" brushRef="#br0" timeOffset="8">2518 14489 7638,'15'-8'-1557,"-6"-3"1751,1 6 1,-7-1-81,2 1 1,-2 3 77,2-2-142,-3 2 0,4 4 0,-6 2-12,0 6 0,0-2 1,0 2-49,0 1 0,0 2 0,0 1 12,0 0 0,0 1 1,0 0-1,0-1-7,0 1 1,0-6 0,0 1 21,0 1 1,5-3 4,0 2 1,6-7-21,-2 2 0,5-10 1,-1-5-10,-3-2 1,1 2 0,-5 0 0,1-1 22,-1-2 1,-1-1-1,-5-1 65,0 0 1,0 1 0,0 0-6,0-1 0,0 1 0,-2 1-115,-3 3 1,-3 4-380,-6 6 418,0 0 0,-21 45 0,-3 11 0</inkml:trace>
  <inkml:trace contextRef="#ctx0" brushRef="#br0" timeOffset="9">4581 14230 7059,'6'-8'178,"-4"2"-123,4 6 4,1 0 0,-6 1-57,4 4 1,-2 3 0,0 7-8,2-1 0,0 0 0,-5 1 1,0-1-6,0 0 1,0 6-1,0-1 1,0-2-8,0-1 0,0-1 1,0-1 6,0 1 0,0-1 1,0 0-47,0 1 0,0-6-101,0 1 139,0-7 14,0 4 0,0-9-9,0-3 1,2 2-1,1-7-8,2-1 0,6-2 10,-2-1 1,-2 4 0,-1 2 6,1 2 0,2-4 0,5 6 1,-6-3 0,-2 4 0,1-2 1,-4 0-5,6 5 1,1 0-8,4 0 0,-4 7-65,0 2 1,-6 4-61,6 2 1,-5-1-24,4 0 0,-5 1 162,0-1 0,4 7 0,0 1 0</inkml:trace>
  <inkml:trace contextRef="#ctx0" brushRef="#br0" timeOffset="10">4884 14489 8416,'-6'-8'-2398,"4"0"2460,-3 3 1,4 2 455,1-6-197,0 5-285,0-2 0,4 8 0,3 1-22,1 2 0,-5 6 1,3-3-1,-1 1-34,0 1 0,4 0 0,-2 4 20,1 0 0,8 21 0,6 3 0</inkml:trace>
  <inkml:trace contextRef="#ctx0" brushRef="#br0" timeOffset="11">6614 14230 7484,'0'-14'-570,"-1"1"1,-2 2 555,-2 1 1,0 5 142,5-4 1,2 6-32,2-2 1,0 2-41,5-2 1,1 2-4,4-8 1,-4 8-47,-1-2 1,-4 3-24,5 2 23,-7 0 1,5 0 11,-3 0 0,-4 2 0,4 3-15,-3 4 1,-2 5 0,0 1-8,0-1 1,0 5-1,0 0 1,0-1 1,0-2 0,0 3 1,0 2-1,0 0-31,0-1 1,0 4-1,0-4 1,0-1 4,0 2 1,0-5-1,0 3 1,0-3 10,0-2 0,0 1 4,0-1 8,0 0 0,0-7 9,0-7 1,0-7-6,0-7 1,0 4 0,0 1-3,0-2 0,0-2 0,1-2-12,4 1 1,-2 0 0,5-1-36,-1 1 1,-1 4 23,-1 1 0,-1 1 22,6-2 1,-2 2 0,3 5 2,-2-2 0,-4 0 1,3 7 3,-1 3 0,-1-2 0,-3 6-3,2 3 0,6-4 0,-3 1-28,0 2 1,0-3-1,-3 2-108,5 1 0,-2-3 0,0 2-204,-2 1 337,5-5 0,-3 14 0,6-4 0</inkml:trace>
  <inkml:trace contextRef="#ctx0" brushRef="#br0" timeOffset="12">6946 14489 8191,'-8'-9'-1644,"3"-1"1780,4 0 0,2-2-26,4 2 1,3-1-58,7 6 1,-1 0-20,0 5 0,1 0-35,-1 0 0,-4 2-16,-1 3 0,-5 3 0,0 6 16,-2 0 0,-2 1 0,0-1 0,0 1-11,0-1 1,-5 0-1,-1 1 7,-2 0 1,5-1 0,-2 1 1,3-1 0,-3-4 3,1-1 0,-1 1 0,11-2-55,4-3 1,3-4-1,1-2 1,0-2-74,1-2 0,-1 0 0,0 3 128,1-2 0,19-17 0,5-10 0</inkml:trace>
  <inkml:trace contextRef="#ctx0" brushRef="#br0" timeOffset="13">8777 14273 8407,'0'-9'-317,"0"-1"1,0 5 50,0-4 0,0-1 400,0-4-117,0 6 1,0 0-36,0 3 1,0 5 47,0 0 1,0 2 0,0 7-26,0 2 0,0 7 0,0 1 0,0-1 14,0-2 1,-1 3 0,-2 2 0,-2-1-6,2 1 1,1 0 0,0-3 0,-1 1-33,-2-2 1,1 1 0,4 0-1,-2-1-4,-3-4 0,4 1 1,-4-4-5,3 3 1,2-5-11,0-1 1,5-8 0,1-4 0,1-1-61,-1-2 1,4-2-1,-4-4 44,2 0 1,0 4 0,4 2 0,-4 0-21,-1 0 1,4-2 73,-1-4 1,2 1 0,1 2 13,-3 1 0,2 7 5,-2-2 0,-2 4-10,2 1 0,-7 1-7,2 4 0,-2 3 1,0 7-35,2-1 0,0 0 0,-5 1-76,0-1 0,4-4 0,1-1 0,-2 3-225,-1 0 331,4-4 0,-4 13 0,4-6 0</inkml:trace>
  <inkml:trace contextRef="#ctx0" brushRef="#br0" timeOffset="14">9037 14518 7079,'8'-2'111,"-3"-2"0,3-3-75,2-2 1,-4 1 0,0 4-41,1 0 0,1-1-34,6 5 1,-4 0 10,-1 0 0,-4 0-33,5 0 0,-7 6-23,2 4 1,-4 3 25,-1 1 1,0 0 18,0 1 0,2-1 0,1-3 18,2-2 0,1-6 0,-2 4 16,0-1 0,3-4 1,-2 3 16,4-4 1,-1-1-4,3 0 0,-6 5 63,4 0 0,-6 1 1,4-3 49,-1 2 1,-6 6-189,0-1 0,-6 3 0,-9 1 65,1 1 0,-40 12 0,-8 3 0</inkml:trace>
  <inkml:trace contextRef="#ctx0" brushRef="#br0" timeOffset="15">10710 14245 7956,'8'-7'-1432,"-1"6"1499,-7-12 1,0 10-91,0-7 57,0 7 0,0-4 0,1 7-4,4 0 67,-3 0-50,4 0 0,-6 2 0,0 3-14,0 4 0,0-1 0,0 2 0,0 1-18,0 2 0,0 1 0,0 1 1,0-1-18,0 0 1,0 2-1,-2 2 1,-1 3-18,-2 1 0,1-4 0,4 3 0,0-2 1,0 0 1,0 5-1,0-5 1,0-1 3,0-2 0,0-1 0,-2-1 6,-3 1 0,4-6-38,-4 1 20,3 0 0,2-4-4,0-6-3,0-6 1,2-7 0,1 2-5,2 1 0,4 0 0,-2-2 0,-1 0-10,1 2 0,4 0 29,-2-4 1,4 0 23,2-1 1,-6 7-1,-1 2 11,-1-1-5,4 6 1,-5-4-1,4 10-17,-6 4 0,-2-1 1,0 2-32,3 1 1,-3 2 0,3 1-28,-4 1 1,-1-6-1,2 0 1,1-1-92,2 0 0,1 2 154,-1 4 0,3-12 0,7-4 0</inkml:trace>
  <inkml:trace contextRef="#ctx0" brushRef="#br0" timeOffset="16">10970 14504 8344,'0'-10'-538,"0"0"185,0-1 1,0 3 99,0-1 301,0-1 0,0 0-48,0 1 0,2 6 0,1-1-7,2 8 1,0 4 18,-5 6 0,0 0 1,0 1-16,0-1 0,0 1 0,0-1-6,0 0 1,-2-4 0,-1 0-2,-2 2 0,0-4-13,5 1 14,0 1-41,0-2 27,0-2 0,2-6 0,3 0-3,4 0 0,-1 0 25,2 0 1,-5-5 0,4 1 3,2 0 1,-3 3-1,0-1 5,-1-3 1,-1 4-4,-1-4 1,-2 3-6,7 2 0,-1-4-3,6-1 0,-6-1-8,1 0 0,-5 4 8,4-3 2,-6-3 0,9 5 3,-8-6 6,1 5 30,-5-2-27,0 6 1,0 6 0,-1 4-9,-4 3 0,3-4 1,-3 2-1,4 0-224,1 2 221,0 1 0,0 20 0,0 4 0</inkml:trace>
  <inkml:trace contextRef="#ctx0" brushRef="#br0" timeOffset="17">12758 14259 8344,'8'0'-2140,"5"0"2310,-11-6-131,4 4 0,-6-6 18,0 3-19,0 4-47,6-6 1,-4 6-34,3-4 36,-4 3 1,1-4 45,3 6 84,-4 0 26,6 0 7,-7 0-80,0 0 1,0 6-46,0 4 1,0-2 0,0 1 0,0 3-15,0 0 1,0 3-1,0-1 1,0 2-32,0 3 0,0-3 0,0 5 0,0 0 1,0 3 0,0-2 1,0 1-1,0-3-14,0-2 0,0 3 1,0-2 1,0 0 1,0-4 13,0 0 14,0-7 0,0-3 0,0-10 0,0 2 0,0-7-18,0-1 1,0 3 0,0-3-8,0 0 1,4-2-1,3 1-124,1 2 0,-3-3 46,4 4 1,1-3 0,3 1 69,-4 2 1,4 5-1,-5-2 40,0 0 0,0 4 1,-2-3 15,3 4 1,-1 1-1,0 1-8,-1 4 0,4-2-15,-1 7 1,-2-2 0,0 3 0,-2-1-48,-3 1 1,4-3-1,-3 1-115,0 3 158,4 0 0,-1 9 0,8 2 0</inkml:trace>
  <inkml:trace contextRef="#ctx0" brushRef="#br0" timeOffset="18">13133 14489 8305,'0'-9'-460,"0"-1"0,-1 7 284,-4-2 358,3 3-132,-4 2 0,11 7-46,-1 2 0,6-1 0,-4 2 1,2 1 0,-3 0 0,3 1-38,-1-3 1,2 1-1,-4 5 8,-2-1 1,-1-4 56,-2 0 0,0-1 0,0 6 0,0-6 1,-2-1-18,-3-1 1,2-1-1,-6-3-11,-3 2 0,4 0 0,-1-5-109,-2 0 0,3 0-147,-2 0 1,5 0-89,-4 0 1,5-2-121,0-3 460,2 4 0,28-38 0,6-1 0</inkml:trace>
  <inkml:trace contextRef="#ctx0" brushRef="#br0" timeOffset="19">13205 14475 8302,'-8'-7'-723,"2"4"377,6-6 0,0 4 391,0-5 1,0 5 0,1-3-20,4 2 0,3 1 0,7 5 1,-3-1-69,-2-4 0,3 3 0,-4-3 1,4 2-402,1-2 443,1 4 0,19-18 0,5 3 0</inkml:trace>
  <inkml:trace contextRef="#ctx0" brushRef="#br0" timeOffset="20">19941 2590 9015,'-2'-13'-1165,"-3"3"0,4-2 772,-4 2 444,3 4-38,2-1 19,0 7 25,0 0 0,2 5-19,3 0 0,-4 1-21,4-1 1,-2-2-1,1 7 33,0 1 0,1-3 0,-5 2-15,0 1 1,0 3 0,0 0-13,0 0 1,-5 1-1,1-1 1,0 1-13,3-1 1,-4 2 0,0 2 0,0 1-20,-2-2 1,5-1-1,-2-1 1,0 1-7,0 3 0,2-3 0,-4 3 18,-1-3 0,6-2 1,-4 1-1,2-2 10,-2-4 1,3 4 2,-3-3 0,2-4 1,0 0 32,-2 1 3,0-6 25,5 6 1,0-9-67,0-3 0,0 2-20,0-6 0,0 4 0,0-5 1,0-1 0,5 3 1,2 0-11,1 2 1,-4-6-15,6 3 1,-2 1 0,3 0-10,-1 1 0,0-2 0,5 4 25,-1 2 0,-4 0 0,-1-1 19,3 0 0,0-1 0,3 5 18,-1 0 0,1 6 0,-1 2-16,0 0 1,-4 5 0,-2-3 0,0 2-17,0 3 1,-3-1 0,3 1 0,0-1-31,0 0 0,-5 1 0,2-1 1,-2 3-36,2 2 1,-4-3 0,4 5 63,-3 0 0,-2 8 0,0 7 0</inkml:trace>
  <inkml:trace contextRef="#ctx0" brushRef="#br0" timeOffset="21">20229 3383 8727,'-7'8'-1799,"6"0"1607,-4-3 352,3-3 1,4 4-63,3-6 1,3 0 0,4-2 0,0-1-51,-3-2 0,1-4 1,4 2-1,-1-1-45,-4-3 1,4 3-1,-3-1 1,4-3-20,0 0 0,-4-1 0,-2 2 0,0 1-22,0-1 0,0-2 0,3-1 21,-2-1 1,-5 1-9,0 0 1,-2-1-66,-2 1-41,0 6 65,0 1 1,-5 9 62,0 3 0,1 3 0,2 6-4,-3 1 0,4-1 0,-4 0 8,3 1 1,4-1 0,1 1-14,2-1 1,1-1-1,-3-2 1,4-3-45,1-2 0,-3 4 0,4-4-37,2 2 0,-3-5 0,2 2-46,1-3 0,-3-2-24,2 0 157,-1 0 0,-7-32 0,-4-8 0</inkml:trace>
  <inkml:trace contextRef="#ctx0" brushRef="#br0" timeOffset="22">20431 2979 9015,'-8'-14'-528,"0"0"0,5-1-1216,-2 1 1578,0 6 171,5 1 0,2 7 0,1 2 0,3 1 4,2 2 1,40 0 0,15-5 0</inkml:trace>
  <inkml:trace contextRef="#ctx0" brushRef="#br0" timeOffset="23">21079 2965 8868,'0'-10'-663,"0"1"1,0 4 687,0-5 0,2 7 0,3-2-23,4 4 1,4 1-1,2 0 1,-1 0-22,0 0 0,3-5 1,1 0-1,3 2-7,1 1 1,-3 2 0,5 0 0,0-1-70,-1-4 0,4 3 0,-3-2 0,1 2-29,-1 2 1,2-2 0,-7-1 0,-1-2-75,-2 2 0,3 2 210,0 1 1,-13-7 0,-7-1-1</inkml:trace>
  <inkml:trace contextRef="#ctx0" brushRef="#br0" timeOffset="24">21512 2821 9028,'0'-14'-812,"0"6"0,6 1 0,4 7 835,3 0 0,-4 0 1,1 0-1,2 0 0,1 0 0,1 0 0,2 0 0,2 2 3,1 3 1,0-4 0,-4 4 0,-1-3-14,0-2 1,6 0 0,-1 0 0,-2 0-4,-1 0 0,-1 0 1,-1 0 18,0 0 0,-4 0 10,0 0 1,-2 1-4,1 4 1,-2-2-1,-9 5 1,-1 0 0,-2 0 0,-6-3 0,0 5 1,-5-1-36,-3-1 0,-1 5 1,4-3-1,-1 2-35,-2 3 1,-1-1 0,6 1 32,0-1 1,12-12 0,4-4-1</inkml:trace>
  <inkml:trace contextRef="#ctx0" brushRef="#br0" timeOffset="25">22377 2677 12256,'-8'-6'-2041,"-3"3"1271,6-7 486,0 7 226,5-10 0,5 10 0,2-5 1,1 1 36,3 4 1,-3 0-1,2 0 1,2-3-2,0 3 1,3-4 0,1 3 0,1-1 7,2-2 0,1 4 0,-6-5 0,0 0-105,1 0 1,-1 0-1,1-3 1,-1 3 72,0 2 0,-4-4 0,-2 4-77,-2-2 1,-1 3 81,-5-5 0,-6 7 0,-4-2 0,-4 4-7,-5 1 1,-4 0-1,-4 0 1,1 1-14,2 4 1,1 2-1,-6 4 1,0-2 52,-1 3 0,6 0 1,0 3-1,0 1 16,2 3 0,-1-3 0,6 6 0,-2-3-4,1 0 0,9 0 1,4-3-1,3 2-15,2 1 1,0 0-1,2-4 2,3-1 0,3-4 0,6-2 0,0-2 18,1-3 1,-1-1 0,2-2 0,2 0-24,1 0 1,0 0-1,-3 0-25,3 0 1,2 0-1,2-2 1,-7-1-1,-4-2 1,-8-1-15,6 1 52,-7 3 1,-3-4 0,-9 6 0,-4 0 29,-2 0 1,1 2 0,-1 2 0,0 4 14,1 0 0,-1 5 0,1-5 0,1 2-34,4-1 0,-3 1 0,6 3 0,0-2-13,-1-2 0,2 1 1,5 4-17,0 1 0,7-2 0,2-2 0,4-3-52,2-2 1,1 1 0,1-4 0,4 2-188,2-2 0,-3-2 270,4-1 1,38-19 0,15-5 0</inkml:trace>
  <inkml:trace contextRef="#ctx0" brushRef="#br0" timeOffset="26">22695 2835 9143,'-15'0'-1107,"1"0"0,0 0 1136,-1 0 1,7 2 0,3 3 18,4 4 0,-1 3 0,-1-1-97,-2-2 0,0 1 18,5 4 0,2-1 1,3-3 1,-2-4 13,7-6 0,-6 0 1,6 0 12,1 0 1,-3-5 0,0-1-5,-1-2 0,4-2 1,-2-4 1,-1 1-1,0 2 1,0 3 12,0 2 0,-3-4 1,3 4 3,-2-2 0,6 3 26,-3-5 1,-1 7 41,2-2 0,-7 5-63,2 5 1,1 3 0,-1 6-31,-1 1 1,-1-2 0,1-2 0,0-2-67,0 3 0,2 0 0,0 3-115,2-1 1,-3-4 0,5-1 167,1 3 30,-5-6 1,20-12 0,-2-10 0</inkml:trace>
  <inkml:trace contextRef="#ctx0" brushRef="#br0" timeOffset="27">22998 2850 8385,'0'-10'-1876,"0"1"1928,0-1 0,-2 2 46,-3 3 1,4 5-88,-4 5 1,3 3 0,2 6-21,0 1 0,0-1 0,0 1-15,0-1 1,0-4 0,2-1-76,3 2 1,1-3 0,5 2 97,-1 1 1,32-17-1,12-4 1</inkml:trace>
  <inkml:trace contextRef="#ctx0" brushRef="#br0" timeOffset="28">23214 2864 9143,'-10'0'-1070,"0"0"1,1 0 1099,-6 0 1,7 2 0,4 3 30,2 4 1,2 4-76,0 1 0,0 1 0,2-2 2,2-4 0,0 2 0,5-6 0,1 0 28,-2 1 1,5-4 0,-4 3-37,5-4 1,0-1 0,1 0 6,-1 0 0,-4-1 13,-1-4 0,-1-3 1,4-5-12,-3 4 1,-6-4 0,2 3 3,-3-3 0,-7 4 0,-1 1 11,-2 1 1,-2 1 0,-4 3-19,-1-2 1,1 0-1,-1 5-107,1 0 0,3 0 0,3 2-222,2 3 335,1-4 0,5 12 0,0-5 0</inkml:trace>
  <inkml:trace contextRef="#ctx0" brushRef="#br0" timeOffset="29">23560 2864 8456,'-10'-8'-914,"1"3"0,-1 4 944,-4 1 0,4 6 0,2 4-6,2 3 1,1-4 0,5 1-13,0 1 0,0 2 30,0 1 1,6-6 0,2-1-21,0-1 0,5-4 0,-3 2-50,3-2 0,-4-4 0,1-1 0,-1-3-21,-1-2 0,5 3 0,-5-5 1,2-1-44,-1-2 0,-4-1 1,4 0-1,-3-1 62,-2 1 1,2-7-1,-1-1 1,-2-2 46,-1 0 0,-2 1 0,0-2 0,0 1 8,0-2 1,0 4-1,-2-2 1,-1-3 3,-2 0 0,-5 3 0,4 2 0,-1 1 19,0 3 1,2 2 0,4 2-14,-4 0 0,3 4-67,-2 0 0,2 9 1,2 1-1,0 8 24,0 5 0,0 1 1,2 2-1,1 2 1,2 1 0,1 5 1,-3-3-1,4 1-3,2 3 1,-5 4-1,4-2 1,0-2-21,0-1 1,-4 0 0,2 5 0,-1 0-13,0 0 0,4-1 0,-4 0 0,0-3-8,1-1 0,-3-1 0,5 1 1,0-4-106,0 1 155,2-11 0,24-10 0,4-16 0</inkml:trace>
  <inkml:trace contextRef="#ctx0" brushRef="#br0" timeOffset="30">23935 2893 8456,'-10'0'-1127,"1"0"0,4 0 1307,-5 0-138,7 0 0,-3-2 1,7-1-33,4-2 0,2-1 1,4 3-1,-3-4-40,-2-1 0,5 4 1,-1-6 24,3-1 1,-4 3 0,-1-2-7,-1-1 0,2 3 0,-4-1-2,-2-3 21,-1 6 1,-8 0 0,-4 6 13,-3 0 1,4 0 0,1 1-1,0 2 22,0 2 0,0 6 0,-4-1-35,3 3 0,6 1 1,-2 0 1,3 1 0,2-1 0,0 1-40,0-1 0,2-4 1,3-2-79,4-2 1,4 4 0,1-4 6,1 2 1,-1-5 0,1 2 99,-1-3 0,-5-2 0,1 0 0,0-26 0,5-6 0</inkml:trace>
  <inkml:trace contextRef="#ctx0" brushRef="#br0" timeOffset="31">24094 2821 8173,'15'0'-1783,"-6"0"1657,1 0 1,-5 0 230,4 0-50,-6 0 0,4 6-54,-7 4 1,0-2-1,0 2 3,0 1 1,0-3-28,0 1 67,0 1-23,0-2-6,0-2 1,0-17-16,0-3 1,0 1-1,0 3 1,1 1-4,4 1 0,-2-5 1,7 3-46,1-2 0,2-3 1,1 3-138,1 2 0,-1-1 185,0 6 0,26-13 0,7 2 0</inkml:trace>
  <inkml:trace contextRef="#ctx0" brushRef="#br0" timeOffset="32">24887 2590 8456,'0'-10'-668,"0"1"58,0-2 1,0 3 918,0-2-107,0 7-162,0-4 1,7 7-54,2 0 1,-1-1 0,2-2 18,1-2 0,-3-2 1,2 4-32,1-2 1,-3-4 0,0 2 21,-2-1 0,4 4 26,-5-6-90,6 7 43,-9-4 0,4 9 1,-6 3 20,0 4 0,0 4 1,0 2-1,0-1 3,0 0 0,0 1 0,0 1 0,0 1 0,0 2 1,-2 3 0,-1-4 0,-2 1 2,2-1 0,2-1 1,-1 1-1,-1 1-3,-2-1 0,-1-2 1,1-2-1,-5 0 0,-1 1 0,0-3 0,1-2 0,-1-5 0,-2-4 0,-1-1 5,-1 0 0,1 0 0,-1 0 0,0-1 1,1-4 0,4 3 0,2-4 1,0 1-30,0 0 0,5-1 0,-3 3-219,-1-2 0,6-1 62,-4 1 1,10 3 0,4-2 179,4 2 0,53-11 0,13-3 0</inkml:trace>
  <inkml:trace contextRef="#ctx0" brushRef="#br0" timeOffset="33">25161 2720 7823,'0'-9'-1536,"0"-1"1570,0 7-32,0-10 0,1 12 0,3-3 92,0 8 1,1-1-19,-5 6 0,0 1-86,0 4 1,0 1 0,0-1-12,0 1 0,0-6 8,0 1 1,0-1-20,0 6 21,0-7 11,0-2 0,7-6 0,-4-5 0,5-1 0,-2-2 0,1-2 0,-4-4-13,2 0 1,4 4-1,-2 2 1,-1 0-11,0 0 1,6 3 13,-3-4 0,-1 5 0,3 0 15,0 2 1,-3 2 0,2 0-1,1 0 0,-5 6 0,0 2 0,-1 2-3,0 0 1,0-1 0,-4 4 0,3-2-28,0-1 0,1-1 0,-3 4 0,1-2-163,2-1 1,0-5 186,-5 4 0,6-6 0,2 4 0</inkml:trace>
  <inkml:trace contextRef="#ctx0" brushRef="#br0" timeOffset="34">25522 2446 8461,'-8'0'-773,"0"6"0,4 4 0,0 3 834,0 1 1,3 5 0,1 2 0,0 3-7,0 6 1,0 0 0,0 5-1,0 1-51,0 2 1,0-1-1,0 1 1,0 2-20,0 2 0,0-4 1,-2-1-1,-1-2-74,-2-3 1,-4 4-1,4-4 1,0-3-25,-1-4 0,2-7 0,-4 1 113,2-3 0,-18-14 0,0-4 0</inkml:trace>
  <inkml:trace contextRef="#ctx0" brushRef="#br0" timeOffset="35">25507 2706 8461,'15'0'-2096,"-6"0"1953,1 0 1,-1 0 211,6 0 0,-1 0 0,-1 2-3,-4 2 1,3 0-37,-8 5 0,6 1-27,-5 4 1,0-4-80,-5-1 0,-2-4 0,-3 3-430,-4-1 506,-4 4 0,-21-22 0,-4 1 0</inkml:trace>
  <inkml:trace contextRef="#ctx0" brushRef="#br0" timeOffset="36">25738 2735 8461,'-14'0'-2143,"4"1"2209,1 4 1,6-2 0,-2 7-10,3 1 0,2 2-38,0 1 0,0 1 1,2-3 11,3-2 0,-4-2 1,6-5-48,-1 2 0,-3 1-23,7-1 0,-1-3-36,6 3 0,-1-5 63,0-5 0,-4-2 0,-2-4 7,-2 2 1,4-1 0,-4-4 4,2-1 0,-4 6 1,0-1 4,-2-1 1,3 3-3,0-2 1,1 7-5,-1-2 42,-4 4 0,6 2 1,-6 3-33,4 0 1,-3 8 0,3-3-8,-4 4 0,4-3 1,0-1-219,-2 2 1,3 2 215,-1 1 0,6-6 0,10-20 0,10-12 0</inkml:trace>
  <inkml:trace contextRef="#ctx0" brushRef="#br0" timeOffset="37">26113 2532 8461,'8'-9'-280,"-1"1"-1464,-1 1 1738,-4 3 0,4 5 1,-6 4-1,0 5 110,0 2 0,0 3 0,0-1 1,0 0-30,0 1 0,0-1 0,0 3 0,0 1-67,0 1 1,0 0 0,0-4 0,0 1-8,0 3 0,0-3 1,0 3-1,2-3-3,3-2 0,-4 1 1,4-1-1,-2-1-32,2-4 1,-3 4 0,4-5-110,0 0 1,2 5-171,7-3 1,-1-4 312,0-1 0,-6-36 0,-1-9 0</inkml:trace>
  <inkml:trace contextRef="#ctx0" brushRef="#br0" timeOffset="38">25997 2706 8461,'15'-14'-456,"-1"1"0,0 3 151,1 5 0,-1-1 0,1 1 1,1 2 209,4 1 0,-3-2 0,6-1 1,-2 2 71,-4 1 23,5 2 0,20-13 0,11-4 0</inkml:trace>
  <inkml:trace contextRef="#ctx0" brushRef="#br0" timeOffset="39">26704 2807 11233,'8'-7'-191,"-3"-2"1,-3 1-1,-2-2-466,0-1 0,0 3-245,0-2 893,6 1 1,-4-6-35,2 1 1,-2 4-68,-2 1 52,0 6 0,-6-9-119,-4 8 1,-3 0-1,-1 8 58,-1 0 0,1 8 0,0-3 78,-1 4 1,1 1-1,1 1 20,4-1 1,1-1-1,4-2 1,0-1 14,0 1 0,3-3 13,1 1 1,1-1 0,4 2-2,5-5 1,-2-4-1,1-1 1,3 0-26,0 0 0,3-1 1,-1-2-1,0-4 3,1-1 0,-1 3 0,1-2 0,-3-1-12,-2 0 1,3 4-1,-5-2-73,0 0 66,5 4 1,-10-4 45,6 6 1,-5 1 0,0 4-9,-2 5 0,-2 2 0,0 3-21,0-1 1,0-4-1,0-1 1,2 1-99,2-2 0,-2 5 0,4-5-116,1 0 232,1 4 0,25-36 0,6-1 0</inkml:trace>
  <inkml:trace contextRef="#ctx0" brushRef="#br0" timeOffset="40">26993 2518 8565,'2'-22'0,"1"1"-171,2 0 1,-1 10 0,-4-4-199,0 3 0,2 5 150,3 2 0,-4 10 0,4 5 250,-3 3 0,-2 6 0,0 0 0,0-1-50,0-2 0,5 3 1,-1 2-1,0-1 4,-3 1 0,-1 3 1,0-2-1,0 0-3,0 4 1,5-4 0,0 1 0,-2-1-52,-1 0 1,-2-2 0,0 2 0,0 0 68,0 1 0,-26-6 0,-6 4 0</inkml:trace>
  <inkml:trace contextRef="#ctx0" brushRef="#br0" timeOffset="41">26906 2764 8565,'1'-15'0,"2"1"0,4 1-117,1 3 1,2-2-1,5 4-165,-1 0 1,5 1-1,1 7 1,-3 0 133,-1 0 1,3 0 0,1 0-1,-3 0-60,-1 0 0,3 0 208,0 0 0,20 7 0,-1 1 0</inkml:trace>
  <inkml:trace contextRef="#ctx0" brushRef="#br0" timeOffset="42">27627 2749 8565,'-14'0'-1725,"6"0"1694,1 0 0,9 0 106,3 0 1,-2 0-1,5-1 1,0-3-78,0 0 0,1-6 0,6 4-17,-1-2 1,-1 3 0,-2-3 0,-3 0 15,-1 0 0,4 3-125,-2-5 1,-2 1 78,-3-6 1,-4 7 41,-4 4 0,0 2 1,-5 2-1,-2 0 11,-2 0 1,-1 2-2,-1 2 0,1 3 0,1 4 1,3-1 4,6 1 0,2-3 0,2 1-7,0 3 0,0 0 1,0 3-34,0-1 0,6-4 0,4-1-45,3 3 1,1-4 0,1 0 0,-1-2-80,0-3 1,1-1 155,-1-2 0,27-13 0,5-3 0</inkml:trace>
  <inkml:trace contextRef="#ctx0" brushRef="#br0" timeOffset="43">28002 2677 8417,'-6'-14'-897,"2"6"692,-5 3 1,-1 3-1,-4 2 200,0 0 1,4 7-1,0 2 13,-1 4 0,3-3 0,0-1 0,0 1 3,0-2 0,5 5-43,-2-4 0,4 4 3,1 2 1,1-7-22,4-4 1,-2-2 0,7-2-3,1 0 1,-3 0 0,2-2 10,1-2 1,0 0 0,0-4 0,-1 0-5,1 0 0,-3 4 37,1-6 1,-1 5-1,4-3 32,-3 2 0,-6-1 9,2 3-20,-3 2 1,-2-3-14,0 10 1,0-2-1,0 7-88,0 1 0,1-3 88,4 2 0,35-7 0,15 3 0</inkml:trace>
  <inkml:trace contextRef="#ctx0" brushRef="#br0" timeOffset="44">28233 2692 8545,'-14'-7'0,"-1"-1"-347,1 0 1,6 0 0,2 5 211,-1-2 0,4 0 0,-6 7 42,3 3 1,1 3-1,5 6 100,0 1 1,0-6-1,0 1-22,0 1 0,0 2 1,2 0-1,1-2-6,2-2 0,5-4 1,-4 3-1,2-1 21,4-4 0,-4 3 0,1-1 0,2-2-249,2-1 0,2-2 249,-1 0 0,26-32 0,6-8 0</inkml:trace>
  <inkml:trace contextRef="#ctx0" brushRef="#br0" timeOffset="45">28463 2489 7313,'-6'-8'-268,"4"2"1,-6 7 0,5 4-1,-2 5 306,2 3 1,2 1 0,1 0 0,-2 1-3,-3-1 1,4 5 0,-4 0-1,3 0-21,2-3 1,0 3 0,0 2 0,0 0-12,0 0 0,0-2 0,0-5 0,0 1 4,0-1 0,0 0 43,0 1 4,0-7-58,0-2-3,0-19 0,5 9 0,1-9-17,2 5 1,-3-2 0,3 4 0,0-1-7,0 1 0,2-4 1,4 4 10,1-2 0,-1 5 1,0-2 21,1 3 0,-1 2 0,2 0-10,-2 0 1,-4 0 0,-1 0-19,2 0 1,2 5 0,1 2-58,1 1 0,-2 1 1,-2 4-1,-2-2 81,3-1 0,32-7 0,11 3 0</inkml:trace>
  <inkml:trace contextRef="#ctx0" brushRef="#br0" timeOffset="46">29170 2446 8462,'5'-14'-634,"0"-1"1,1 7 425,-1 3 0,-3 5 0,3 5 263,-4 5 1,-1 3 0,0 3 0,0 1-15,0 2 0,-1 2 1,-3-3-1,0 3-36,0 1 0,3-5 0,-1 4 0,-1 1-27,-2 2 0,0-2 0,5 1 0,-1-1-30,-4 1 1,3-4 0,-2 3-1,2 1-23,2-1 1,0-5-1,0 4 1,0-2-1,0 1 0,0-1 0,0-5 75,0 1 0,13-27 0,3-5 0</inkml:trace>
  <inkml:trace contextRef="#ctx0" brushRef="#br0" timeOffset="47">29055 2706 8462,'15'-8'-236,"-6"-3"0,1 6 0,1 2-132,2 1 0,-4 1 1,1-3-1,1 0 418,2 0 0,1 3 1,2 1 49,4 0 1,-4 0 0,3 1 0,-3 3-33,-2 0 0,0 3 0,1-2-47,-1 4 1,-4-1 0,-2 2-29,-2 1 0,1-3 1,-4 2-11,2 1 0,-1-3 0,-4 1-80,0 3 0,0 0-101,0 3 0,-6-1-198,-4 0 396,4-6 0,-13-20 0,3-12 0</inkml:trace>
  <inkml:trace contextRef="#ctx0" brushRef="#br0" timeOffset="48">29343 2547 8462,'0'-15'0,"0"1"0,0 0-843,0-1 313,0 7 0,0 3 413,0 10 0,2 3 0,1 7 0,2-1 117,-2 0 0,11 39 0,2 10 0</inkml:trace>
  <inkml:trace contextRef="#ctx0" brushRef="#br0" timeOffset="49">29488 2720 8462,'0'-14'-834,"0"6"1,0 3 832,0 10 1,0 3-31,0 6 1,-2-1 0,-1-2 8,-2-1 23,1 0-5,4 4 1,1-6 9,4-3-8,-3-4 0,9-2 0,-5-2-14,2-2 1,-3-2 0,4 3-3,3-6 0,-4 2 0,1-2-18,2-1 1,-3 3-1,2 0 1,0 0 8,-2 0 0,4 5 1,-4-3 11,0-1 1,0 6 29,-3-4 1,-3 5-7,3 5 0,-4-2 1,-1 6-1,0 3 0,0-4 0,0 1-7,0 2 0,0-3 12,0 2 10,0 0 0,2-2-22,3-4 1,-2-2-3,6-2 1,-5-2-1,2-1 0,0-2 0,-2-4 0,4 2 0,0 1-3,0 0 0,-4-4 0,4 4 0,0-1 2,0 1 0,-3-4 0,5 4 1,1-2 0,-3 5 0,1-2 0,3 3 0,-4 2 57,1 0 1,-3 0-38,4 0 1,-6 5-1,4 1-11,-1 2 0,-1 0 1,-3 4-1,2-3-11,-2 2 1,1-3-1,-1 2-58,2 1 1,4 2 0,-2 0-167,1-4 1,-5 4 225,2-3 0,15-10 0,4-2 0</inkml:trace>
  <inkml:trace contextRef="#ctx0" brushRef="#br0" timeOffset="50">29949 2764 6764,'0'-8'-95,"7"1"251,2 7 0,-1 0-76,2 0 1,-1 0-54,6 0 1,-6 0 0,1 0-31,1 0 0,-4-1 1,-1-3-39,0 0 1,-4-3-38,3 2 1,1 2-15,-1-6 1,-2 4 78,-8-5 1,2 7 18,-6-2 0,-1 4-6,-4 1 0,1 1 0,2 2 0,3 4 24,1 1 1,-2-3 0,4 4 15,2 2 1,1 2-24,2 2 0,0-1 0,0 0-11,0 1 1,2-6 0,2-1-1,4 0-57,0 0 1,5-5 0,-3 2 0,3-3-174,1-2 1,0 5 0,1-1 223,-1 0 0,39-35 0,9-9 0</inkml:trace>
  <inkml:trace contextRef="#ctx0" brushRef="#br0" timeOffset="51">30353 2706 8462,'15'0'-817,"-6"-2"362,1-2 0,-6 2 697,6-3-182,-7-3 0,4 5-77,-7-7 1,-2 7 0,-1-3-8,-2-1 0,-1 6 0,1-4 21,-5 3 0,2 2-11,-1 0 1,4 5-1,-3 2 22,2 1 0,1-4-3,5 6 1,6 0-7,4 4 0,3 0 18,1 1 1,0-2 0,1-2 8,-1-2 0,-4-4-24,-1 5 0,-4-2 0,3 3 11,-2-2 1,-1-4-8,-5 5 0,-6-7 0,-4 2-25,-3-4 0,-1 1 0,0 1 1,-1 2-54,1-2 0,-1-1 1,1-2-1,0 0-106,-1 0 1,1 0-1,0 0-182,-1 0 360,7 0 0,21-19 0,11-5 0</inkml:trace>
  <inkml:trace contextRef="#ctx0" brushRef="#br0" timeOffset="52">30699 2417 8462,'-14'-6'-1664,"6"6"1563,3 0 1,4 1 0,1 9-1,0 1 154,0 2 1,0 6-1,0 0 1,0 1 34,0 0 0,0-2 0,0 4 1,0-1-68,0-3 0,0 3 0,0 0 0,0 0-24,0 0 1,0 3 0,0-5 0,1 0-32,4 2 0,-3-5 1,2 3-1,-2-3-103,-2-2 1,0 1 0,0-1 0,0 1-108,0-1 0,-2-1 244,-2-4 0,-17-28 0,-11-13 0</inkml:trace>
  <inkml:trace contextRef="#ctx0" brushRef="#br0" timeOffset="53">30540 2692 8462,'18'-13'-118,"-2"2"1,0 3-224,1 1 0,4 2 0,-2 4 0,1-2 218,3-2 0,-4 0 1,3 5-1,1 0 101,-1 0 0,-4 0 1,1 0-1,-3 0 29,-2 0 1,5 0-8,1 0 0,-8 6 0,-5 2 0</inkml:trace>
  <inkml:trace contextRef="#ctx0" brushRef="#br0" timeOffset="54">31002 2792 7932,'0'-14'-750,"0"4"472,0 1 350,0 6 1,-2-9-111,-3 8 0,2-3 26,-7 2 1,6 4-1,-6-4-5,-1 3 1,3 2-1,-2 0 1,1 2 6,1 3 0,-4-2 0,6 5 0,-2 0 7,-3 0 0,3-3 0,-2 4 6,-1 3 1,3 0-3,-2 3 0,7-1-6,-2 0-12,4-6 1,7-1-29,4-7 1,3-2 2,1-3 1,0-3 9,1-6 0,-1 4 1,1 1-10,-1-2 0,-4 4 1,-1 1 3,2 0 0,-3 4 0,2-3 27,1 4 0,-3 1 0,2 0 22,1 0 1,-3 0-1,1 1-12,-3 4 0,4-2 0,-4 7-13,2 1 1,-5-3 0,4 0-1,-2 0-17,-1 0 1,3-3-354,-2 4 383,-4-6 0,-1 4 0,-8-7 0</inkml:trace>
  <inkml:trace contextRef="#ctx0" brushRef="#br0" timeOffset="55">31132 2792 8352,'0'-9'-1913,"2"1"1338,2 1 697,-2-4 1,9 8 59,-6-7 1,1 7-142,-1-2 0,-3 5-20,3 5 0,-4-2 1,-1 7-16,0 1 0,0-3 1,0 2-33,0 1 0,0-3 9,0 1 0,0-4 7,0 5-7,0-7 0,2 3-11,3-6-15,-4 0 1,7 0-68,-3 0-15,-3-6 68,4-2 0,-6-2 18,0 1 54,0 6-16,0-10 33,0 11-32,0-4-55,0 6-29,0 0 84,0-6 0,0-2 0,0-7 0</inkml:trace>
  <inkml:trace contextRef="#ctx0" brushRef="#br0" timeOffset="56">30786 2749 8352,'-15'8'-1829,"7"-1"1848,2-7 1,8 4 24,2 1 0,4 0 1,7-5-1,-1 0-16,0 0 0,1 0 0,-1 0 1,1 0-2,-1 0 0,0 0 1,1 0-1,-1 0-15,1 0 0,-1-2 0,0-1-20,1-2 0,-6-1 1,1 3-7,1-2 0,-3-6 4,2 1 1,-7 2-1,0 0 4,-6 2 0,0-4 1,-7 5-5,-1 2 0,-2 0 0,-1 0 0,-1-2 7,1 2 0,0 1 1,-1 2 4,1 0 1,-1 5 0,1 0-1,0 0 4,-1 1 0,6 0 0,1 6 1,0-3-4,0 2 1,5-3 0,-4 2 0,2 1-3,1 2 0,-1-3 1,5-1 24,0 2 1,6 0 0,4-1 0,2-4-14,3 1 0,4-6 0,2 4 1,0-3-36,-1-2 1,6 0-1,-2 0 1,2 0-45,-2 0 0,1 0 0,-3 0 1,0-2-36,4-3 1,-5 2 0,-2-5 0,-3 0-285,-2 0 385,1-1 0,-7-31 0,-2-7 0</inkml:trace>
  <inkml:trace contextRef="#ctx0" brushRef="#br0" timeOffset="57">31204 2504 8352,'-6'-8'-63,"2"-4"-44,-5 8 1,6 0-84,-2 9 1,3-2 0,2 7 0,0 3 183,0 4 1,0-1 0,0 5 0,0-2-3,0 0 1,0 6-1,0-4 1,0 0-11,0 0 1,0 3-1,2-3 1,1-1 16,2 1 1,0 3 0,-5-3 0,0 0-34,0-1 0,0 4 0,0-3 0,-2 2-102,-3 2 0,2-2 0,-5-1 0,0 0-32,0 2 0,0-7 1,-3 4 167,1 0 0,1-5 0,-6-8 0,1-10 0</inkml:trace>
  <inkml:trace contextRef="#ctx0" brushRef="#br0" timeOffset="58">31074 2835 8352,'0'-14'-95,"0"0"0,0-1 0,0 1-61,0 0 1,2-6-1,1 1-1,2 2 0,5 5 0,-4 4 1,2 0 181,3 0 1,4 5 0,2-2 14,2 4 1,1 1-1,-4 0 1,1 0-34,2 0 0,0 1 0,-3 3 0,2 0 50,1 0 1,0-1-1,-4 0 1,-1 2-21,1-2 1,-1 3-1,0-1 1,-1 0-7,-3 1 0,3-2-28,-4 5 0,-2 1-26,-2 4 1,-5-1-1,-4-2 0,-1-1 1,-6-5 0,2 3 0,-6-2-118,-4-3 0,1 0 1,-4 0-1,0 2-236,-1-2 376,6 5 0,-55-19 0,-7 2 0</inkml:trace>
  <inkml:trace contextRef="#ctx0" brushRef="#br0" timeOffset="59">20099 4451 8556,'-14'-8'-1284,"1"0"672,3 3 1,4 2 562,6-7 9,0 7 26,0-3-33,0 6 1,0 1 46,0 4 0,0 16 0,0 9 0</inkml:trace>
  <inkml:trace contextRef="#ctx0" brushRef="#br0" timeOffset="60">20099 4293 8534,'0'-15'-975,"0"1"0,0-1 998,0 0 0,0 6 98,0-1 1,0 5-32,0-4 0,2 4-20,2-5 0,3 1 12,2-6 0,4 1-86,-3-1 0,-2 3 0,0 0 7,-2 3 0,4 4-13,-5-5 1,-1 6-24,-4-6 22,0 7 1,-1-4 0,-4 9 5,-5 3 0,-2-2 0,-3 7 3,1 1 1,1-3 0,2 0 0,1 0 0,-1 0 0,3 1 1,-2 6 0,-1-1 0,3 1 0,0-1 0,2 0 0,1 1 0,5-1 0,0 1 0,0 0 0,0-1 0,0 1 0,0-1 0,0 0 0,5-4 0,1 0 0,1 1 0,-1 2 0,4-4 0,-4-1 0,0 0 0,1 0 0,2 2 0,-4 4 0,0 1 0,-5-1 0,0 0 0,0 1 0,-6-6 0,-4-1 0,-3-1 0,-1-4 0,0 3 0,-1-1 0,1-2 0,-1-1 0,-1 3 0,-1-1 0,-2 0 18,1-3 1,1-1-1,3 0-76,-1 0 1,6 2-242,-1 3 137,7-4 0,3 6 1,11-7-97,7 0 258,-2 0 0,50-20 0,5-3 0</inkml:trace>
  <inkml:trace contextRef="#ctx0" brushRef="#br0" timeOffset="61">20171 4638 8534,'-10'5'0,"1"0"-604,-2-2 1,-1 5 279,3 1 0,2 0 418,7 1 0,7-7-9,2 2 0,4-3 1,2-2-1,-3-2-79,-2-3 0,3 2 0,-4-7 0,4 0 4,2 2 1,-6-5 0,1 5 0,-1-2-27,-1 1 0,5 1 0,-5-3 0,2 1-10,-1-1 1,-4 0 0,3-1 0,-2 3 8,-2-2 0,-1 3-24,3-2 3,-5 1 0,-1 1 32,-10 3 1,2 5-1,0 5 1,1 4 1,1-1-1,3 2 6,-2 1 0,0 2 0,5 1-1,0 0 0,0 1 0,2-2-17,2-4 1,-2 4 0,4-5-38,1 0 0,1 3 0,6-6-98,2-2 0,-2-1 0,0-2-99,1 0 1,-6 0 250,1 0 0,-7-51 0,4-13 0</inkml:trace>
  <inkml:trace contextRef="#ctx0" brushRef="#br0" timeOffset="62">20345 4465 8534,'0'-14'-233,"0"0"1,-2-1-1,-1 1-381,-2-1 1,-1 1 643,6 0 0,0-1-35,0 1 1,2 6-1,4 3-20,3 3 1,-1 2-1,2 0 25,1 0 0,8 26 0,4 6 0</inkml:trace>
  <inkml:trace contextRef="#ctx0" brushRef="#br0" timeOffset="63">20806 4523 8521,'-2'-8'-239,"-1"2"91,-2-1 0,2 6 0,8-4-29,5 3 0,2 2 0,4 0 0,2-1 168,1-4 1,7 3 0,-2-4 0,3 1 26,2 0 1,4-4 0,1 4 0,-1 0-78,3-1 1,-1 2 0,4-4 0,-5 2-44,-4 3 0,-1 0 0,0-1 0,-2 0-10,-3 0 1,1 3-1,-6 1 1,-3-2 111,-4-3 0,0 4 0,-23-6 0,2 7 0</inkml:trace>
  <inkml:trace contextRef="#ctx0" brushRef="#br0" timeOffset="64">21397 4379 8521,'-15'0'-2140,"1"0"2168,0 0 0,1-2 0,2-1 0,1-2-46,-1 2 0,3 2 1,0-1 36,2-3-4,1 4 0,6-6-25,4 7 0,3 0 0,7 0 0,-1 0-2,0 0 0,1 0 0,-1 0 0,0 0 5,1 0 1,-1 0 0,1 0-1,-1 0-1,0 0 0,1 0 0,-1 0 7,1 0 1,4 0 0,0 2 0,-1 3 0,-7-2 23,-1 6 1,-6 1-1,0 4 36,-2 1 1,-7-1 0,-1 1 0,-3-3-38,-2-2 1,-2 3-1,-2-2 1,1 3-40,0 1 1,4 2 0,0-7 0,1 3-68,1 1 0,1 0 84,7 1 0,45-26 0,11-7 0</inkml:trace>
  <inkml:trace contextRef="#ctx0" brushRef="#br0" timeOffset="65">22305 4336 8480,'0'-10'-1214,"0"1"0,0 4 1336,0-5 0,0 1-42,0-6 0,0 1 30,0-1 1,2 2 0,1 2 0,2 1 79,-2-1 1,-1 3-12,-2-2 0,0 1-76,0-6-141,0 7 1,0 3 11,0 10 1,0 3-1,0 7 1,-2-1 4,-3 0 1,4 6 0,-4-1 0,2-1-16,-2-2 0,3 3 0,-3 1 0,4-3-121,1-1 1,0 3-1,0 1-42,0-3 0,0-1 1,0-1 198,0-1 0,0-6 0,-7-21 0,-1-11 0</inkml:trace>
  <inkml:trace contextRef="#ctx0" brushRef="#br0" timeOffset="66">22018 4220 8480,'-8'-24'0,"1"1"0,2 3-467,1 2 1,-1-3 0,5 2-1,1 3 317,4 5 0,-2-2 0,7 5 1,3 0 229,4 3 1,-1-1 0,5 1 0,-2 2 25,0 1 0,5 2 0,-3 0 1,2 2-69,2 3 0,-2-2 1,-1 5-1,0 0 0,1 0 0,-6 1 1,2 6-1,-3-1-28,-1 1 0,-1-1 1,-1 0-1,-1 2-29,-2 4 0,-2-4 0,1 4 0,-4 0 8,-3-1 0,-2 3 0,0-5 1,0 2 1,0-1 0,-2-2 0,-3-2 0,-4 2 7,-4 3 0,-2-3 0,-1 4 0,-2-4-75,-1-2 0,-5 0 0,3 1 0,0-1-36,0 1 0,-2-3 0,2-1 0,0-1 17,0 1 1,2 0-1,5-1 96,-1-5 0,20-16 0,5-5 0</inkml:trace>
  <inkml:trace contextRef="#ctx0" brushRef="#br0" timeOffset="67">22536 4437 8480,'-14'0'-1135,"6"0"1,2-2 1107,6-3 1,1 4 0,4-4 0,5 2 98,2-2 0,3 3 0,-1-4 0,1 1-48,-1 0 1,0-4 0,1 2-1,-1 1 4,1-1 0,-1-2 0,0 2 37,1-1 0,-1-1-31,0-6 1,-7 7-42,-7 4 0,-7 2 1,-7 2-1,-2 0 15,-3 0 1,1 2 0,-4 2 0,1 4 29,4 0 1,-4 5-1,2-5 1,1 2-19,2-1 0,6 1 0,2 4 0,0-1-13,0-3 1,5 3 0,-2-4-26,4 4 0,2 1 0,4-1 0,5-2-62,3-1 1,1-7 0,0 4 0,2-3-19,4 1 0,-4 0 0,3-5 1,-2 0-24,3 0 1,-4 0-1,3 0 121,-3 0 0,11-19 0,3-5 0</inkml:trace>
  <inkml:trace contextRef="#ctx0" brushRef="#br0" timeOffset="68">22868 4350 8461,'8'-6'-337,"0"3"1,-4-7-473,0-1 371,1 4 482,-5 1 0,-1 6 0,-3 2 30,0 2 1,-3 4-1,4 7-84,-2-1 1,0 1 0,5-1 4,0 0 0,0 1-14,0-1 0,0 1 1,2-3-51,3-2 0,-2 1 0,5-4 0,0-1-86,0 0 1,1 1 0,6-4 106,-1 2 0,1 0 0,-1-5 1,0 0 47,1 0 0,-1-5 0,1-2 0,-1-1 0,0 4 0,1-6 0,-1-1 0,-4 0 0,-2-1 54,-2 3 1,-1 4-22,-5-5 0,-6 7 1,-4-2 24,-3 4 1,4 1 0,-1 1 51,-1 4 1,-2-2 0,-1 7-75,-1 1 1,7-3 0,2 0 0,1 0-1,0 0 1,0-3-26,5 5 1,0-6-1,2 4-41,3-1 1,3-2-1,6-5-4,1 0 0,-1 0 1,0 0-17,1 0 0,-1-5 0,1-2 41,-1-1 1,-1-1 0,-2-6-5,-2 1 0,-5 4 50,0 1 0,-4 1 0,-4-2-35,-6 5 1,2 4 0,-1 1-1,-3 0-57,0 0 1,2 0 0,0 1-92,-1 4 1,3-3 0,0 4 145,2 1 0,39 1 0,15 6 0</inkml:trace>
  <inkml:trace contextRef="#ctx0" brushRef="#br0" timeOffset="69">23430 4379 8029,'-6'-8'-552,"-4"3"0,2 4 438,-1 1 0,6 1 0,-4 2 0,2 4 162,1 1 1,-1-3 0,5 4-59,0 2 0,0 2 1,0 2 23,0-1 1,1-4 75,4-1 0,3-6-79,7 2 1,-1-3 0,0-2-13,1 0 0,-2-2 1,-2-1-1,-3-3-34,-2-2 1,5 0-1,-3-4 1,2 3-18,0-2 1,-7-4 0,3-2 0,-1-3 40,0 3 1,1-1 0,-3 1-1,2-4 27,-2-1 1,-1 1 0,-2-1-1,0 0 41,0-1 1,0 4-1,0-3 1,0-1-27,0 1 0,0 3 0,0-4 1,0 2-5,0 4 1,0 1 0,0 2-63,0-1 15,0 7 1,0 3 10,0 10 1,0 3 0,0 7-1,0 1 4,0 3 1,0-3 0,0 4 0,2 0 4,2-1 1,-2 5-1,3-3 1,-2 1-40,2 4 1,-4-4-1,6 0 1,-3 2-33,1-2 1,5-4 0,-4 1 0,1-2 29,-1 3 0,6-4 0,-2 3-214,3-3 255,1-2 0,39-19 0,9-4 0</inkml:trace>
  <inkml:trace contextRef="#ctx0" brushRef="#br0" timeOffset="70">23805 4365 8259,'-14'0'-658,"5"-5"-185,-1 0 797,7 0 0,-2 5 27,10 0 0,-2 0 0,7 0-13,1 0 0,1 0 0,3 0 11,-1 0 0,-4-5 1,-2-1 17,-2-2 0,4 3 0,-5-4 0,1 5 0,-3-2 0,2 0 0,-2 4-3,-8-3 0,-3 4 1,-6 2 12,0 4 1,-1-2-1,1 7 9,-1 1 0,3 2 1,1 1-10,1 1 1,7-1 0,-2 0-1,3 1-5,2-1 0,0-4 1,0-1-1,2 3-30,3 0 0,-2 1 0,7-2-63,1-1 1,1-2-1,3 2 91,-1-6 0,26-8 0,7-4 0</inkml:trace>
  <inkml:trace contextRef="#ctx0" brushRef="#br0" timeOffset="71">23964 4379 8409,'0'-14'-487,"0"-1"0,0 6-127,0-1 634,0 7 1,5-2 0,1 8 0,0 4-26,1 1 0,2-4 1,-2 6-20,1 1 0,-4 2 1,4 1 32,-1 1 1,-2-6 9,-5 1 68,0 0-22,0-2-59,0-2 1,0-8 0,0-2-1,1-4-19,4 0 1,-2-5 0,3 5 0,-1-2-69,0 1 0,4-1 0,-2-3 1,1 2-178,3 1 0,2 1 258,1-6 0,0 1 0,1 0 0</inkml:trace>
  <inkml:trace contextRef="#ctx0" brushRef="#br0" timeOffset="72">24599 4191 8399,'8'0'-1403,"-2"0"1545,1 0 161,-6 0-241,12 0 1,-5 0-28,6 0 0,-4-5 0,-1-1-10,3-2 1,0-2 0,3-4 0,-1-1 0,1 1 1,-1-2 0,0 0-7,1 2 0,-7-4 0,-2 8 0,-1-2 3,0-3 0,1 6 16,-1-1-128,-3 1 1,4 2 0,-6 7 5,0 8 0,0 5 0,0 1 1,0 1 49,0-1 0,0 0 1,0 2-1,0 2 0,0 1 0,0 5 0,0-3 0,0 0 26,0 0 1,0 3 0,0-5-1,0 1 8,0 1 1,0-5-1,-2 3 1,-1-3 7,-2-2 0,-6 1 0,2-1 0,-4-1-1,-2-4 0,1 3 1,0-8-1,-2 1 7,-4 2 0,4-6 0,-3 4 0,3-3-2,2-2 1,0 0 0,-1 0-81,1 0 1,1-2-102,3-3 1,4 2 0,8-5 29,2 2 1,0 1 0,5 3 0,4-1 63,5-2 1,-2 0 0,3 4 0,-2-2 73,2-2 0,-3-5 0,4 5 0,40-12 0,11 1 0</inkml:trace>
  <inkml:trace contextRef="#ctx0" brushRef="#br0" timeOffset="73">24959 4293 8399,'10'-2'-315,"0"-3"-730,-7 4 966,3-6 0,-7 14 96,-4 2 1,2 4 0,-5 1-35,1 1 1,-2-6 0,4 1 9,2 1 0,-4 2-36,2 1 1,1-4 40,4 0 8,0-7 0,1 3-4,4-6 1,-2-6-1,7-4-3,1-3 0,-3 1 1,0 0-1,0 3-2,0-2 0,-3 3 0,3-2 0,0 0 1,0 2 0,-3-3 0,3 5 1,-2-2 1,5 5-10,-1-2 0,-2 3 0,1 2 1,-5 7-46,0 2 1,0 4 0,-1 1-56,2 1 1,1-1-1,-3 1-24,2-1 0,0-4 134,-5-1 0,12-6 0,4 4 0</inkml:trace>
  <inkml:trace contextRef="#ctx0" brushRef="#br0" timeOffset="74">25247 4119 8399,'10'-13'0,"-2"2"-349,-2 1 0,1 1 0,-3-6 1,2 1 53,2 0 0,-5 4 0,2 1 0,-2-3 537,2 0 0,-3-3-15,3 1 0,1-1-204,-1 1 0,-1 8 23,-4 6 1,0 6-1,-1 8 1,-2 2-12,-2 4 1,-1 0 0,2 6-1,0-2-14,0 1 1,-2 3 0,1 2 0,2 2-18,1 2 0,1-1 0,-2-1 0,-2-1-7,1 3 0,2 4 0,0-4 0,-1 0-56,-2 1 0,1-5 0,2 5 1,-1-1-22,-2-1 0,-5-1 1,6-6-1,-1-3-333,-2-2 383,6-2 1,-10-12 0,6-7 33,2-8 0,1-5 0,2-1 0,0-1-13,0 0 0,0 0 0,0 1 0,0 0 10,0-1 1,0 1-1,0-2 1,0-2-5,0-1 1,0 0 0,0 3 0,0-2 6,0-1 0,0-2 0,0 4 0,2-4 0,2-1 0,0 4 0,5-3 0,2 0 0,2-3 1,3 4 0,3 1 0,0 3-4,-1 7 1,2-3 0,-1 8 0,-1 0-2,-2 3 0,3 1 0,0 0 0,-1 0 0,-2 0 0,-6 6 0,-2 4 0,0 1 0,0-1 0,-5 3 0,2-3 0,-4 3 0,-1 1 0,0 0 0,0 1 0,-1-7 0,-3-2 0,-2-1-29,-2 0 1,-2 4 0,-4-2-93,0 1 1,4-5 120,0 2 0,-6-10 0,-6-3 0</inkml:trace>
  <inkml:trace contextRef="#ctx0" brushRef="#br0" timeOffset="75">25608 4307 8399,'-10'-5'-2136,"1"0"2115,5 1 0,-4 10 93,4 4 0,2 2-57,-3 3 0,5-6 37,5 1 1,3-2-29,6 2 0,-4-4 1,0-6-17,1 0 0,-3 0 0,1 0-15,3 0 0,-4 0 0,0-2-30,-2-2 0,4-4 26,-6-7 1,7 6 0,-6-1 10,-2-1 1,0 3 1,2-2-1,-3 7 5,4-3 0,-6 7-1,0 4 1,2 3 0,1 6-5,2 1 0,1-6 0,-3 1-43,2 1 0,6 0 0,-1 1-171,2-3 0,-2-6 213,0 2 0,18-3 0,11-2 0</inkml:trace>
  <inkml:trace contextRef="#ctx0" brushRef="#br0" timeOffset="76">25897 4133 8368,'0'-9'0,"0"-1"-1674,0-1 1507,0 5 0,4 1 1,1 10 192,-2 4 1,-1 4-1,-2 1 1,0 1-26,0-1 1,5 1-1,0-1 1,-2 2 3,-2 3 0,-1-3 0,0 4 1,0-4-33,0-1 1,0-1 0,0 0-1,0 2-109,0 4 136,0-4 0,0 4 0,0-5 0</inkml:trace>
  <inkml:trace contextRef="#ctx0" brushRef="#br0" timeOffset="77">25839 4379 8265,'0'-14'-547,"0"-1"220,0 1 1,2 1 0,1 2 0,3 3 218,2 1 0,2-2 0,4 2 71,1 0 1,4 3 0,0 0-1,0 2 37,2 2 0,46 0 0,-25 0 0,2 0 0</inkml:trace>
  <inkml:trace contextRef="#ctx0" brushRef="#br0" timeOffset="78">26632 4336 8265,'0'-15'-326,"2"3"1,1 0-80,2 3 0,1 4 0,-3-4 524,2-3 1,5 3 179,-5 0-281,-1 6 1,-10-4-1,-4 9-51,-2 3 1,-3-2 0,1 6 47,0 4 0,-1-1 0,1 1 0,-1-2-17,1-1 0,4-5 0,2 4 1,0 1-3,-1-2 1,6 5 18,-2-4 0,4-1-29,1 2 1,1-7-4,4 2 0,4-4 0,6-1 0,-1 0 0,0-1 1,1-2-1,-2-4-8,-4-1 1,4 3-1,-3-3 6,2 2 0,-2 0-23,-1 1 38,1 3 1,3-3-44,-4 10 1,-2-2 0,-6 5-34,4-1 1,-3 4 0,4-3-66,1 0 0,-4 3-71,6-6 216,1 6 0,17-16 0,4 4 0</inkml:trace>
  <inkml:trace contextRef="#ctx0" brushRef="#br0" timeOffset="79">26891 4162 7696,'2'-14'0,"1"-1"-324,2 1 0,0 0 0,-4 1 0,2 2 263,2 1 1,2 7 91,-3-2 1,-1 5-1,2 5 46,-4 4 0,-1 4 0,0 2 0,0 1-21,0 3 0,0-3 0,0 3 1,0-3-29,0-2 0,0 6 0,0-1 0,0-1-50,0-2 0,5 3 0,0 1 0,-2-3-43,-1-1 1,-2-1 0,0-1 0,0 0-26,0 1 0,0-1 0,0 1 0,-2-1-317,-3 0 407,4 1 0,-19-20 0,4-5 0</inkml:trace>
  <inkml:trace contextRef="#ctx0" brushRef="#br0" timeOffset="80">26862 4379 8265,'0'-14'-1794,"2"-1"1812,3 1 1,-4 4-1,6 2 1,-1 0-92,4 0 0,3 3 0,1-3 0,1 2 76,0 3 0,4 0-3,0-2 0,39 3 0,4-4 0</inkml:trace>
  <inkml:trace contextRef="#ctx0" brushRef="#br0" timeOffset="81">27584 4307 8269,'-8'0'-650,"1"0"0,9 0 0,3 0 788,4 0 1,4 0 0,2 0-105,-1 0 1,0 0 0,1 0-32,-1 0 0,1 0 0,-1 0-6,0 0 0,-1-2 0,-2-1-27,-1-2 1,-1-6 5,0 2 1,-2-4 19,-7-2 0,-2 2 7,-3 3 0,2-1 0,-6 6 30,-4 2 1,1 1 3,-3 2 0,1 2 1,1 3-11,4 4 1,-3-1 0,8 2-3,0 1 1,3 3-35,1 0 1,0 1-1,0-1-7,0 0 0,5-4 0,1-2 0,2 0-92,3 0 0,-3-3 1,2 3-1,1-2 11,2-3 1,-1 1-1,1-1 1,-4 2 96,2-2 0,2-2 0,34-13 0,7-4 0</inkml:trace>
  <inkml:trace contextRef="#ctx0" brushRef="#br0" timeOffset="82">28060 4278 8269,'8'-6'-184,"-4"-4"1,-2 1 0,-2 0-74,0-2 1,-2 4 165,-2 2 1,-4 5 112,-7 5 0,1 3 0,-1 7-49,1 0 0,4-1 1,1 1 8,-2-1 0,3 0 0,0 1 31,1-1 1,3-4-48,4-1 37,0 1 1,6-2-1,3-3-42,4-4 0,-3-1 0,-1 0 0,3-1-3,0-4 1,-2 2-1,0-7 25,1-1 0,2 0 1,1 0 12,0 1 1,-6 5 0,-1-3 11,-1 2 1,-3-1 25,7 3-29,-7 2 0,4-3 0,-7 10-5,0 5 1,0-2-1,0 1-34,0 2 0,0-3 1,0 2 7,0 1 0,4 2 0,3 0-152,1-4 1,-3-1 177,5-3 0,32-10 0,12 4 0</inkml:trace>
  <inkml:trace contextRef="#ctx0" brushRef="#br0" timeOffset="83">28363 4264 8269,'-8'-15'-1235,"3"0"1135,3 7 129,2 2 0,0 17 1,0 3-18,0 3 1,0-5 0,0-3 0,0 2-29,0 2 0,0 1 0,0 1 0,2-1 14,3 1 0,-4-1 0,6 0-31,-1 1 0,-4-6 0,3 1 0,-2 0-83,2-2 0,-2 0 0,6-5-94,2 2 0,-3-1 0,2-4 210,1 0 0,8-32 0,4-8 0</inkml:trace>
  <inkml:trace contextRef="#ctx0" brushRef="#br0" timeOffset="84">28594 4191 8269,'5'-14'-340,"1"-1"0,1 1-17,-1-1 0,3 6 0,-4-1 0,0-1 348,1-2 149,-4 5 1,4 3-75,-6 10 1,0-2-1,0 7 1,0 1-19,0 2 1,-4 6-1,-1 0 1,0-1-17,-1-2 0,2 3 0,-4 0 0,2-1-28,3-1 0,-3-3 0,1 2-8,2 3 1,-4-3 0,2 4 0,2-4 14,2-2 1,1-4 246,0-1-213,0-6 0,1 2-53,4-10 0,-2 2 0,5-6 0,0-1-11,0 2 0,2-5 0,4 5-28,0 0 1,-1 0 0,-2 5 0,-1-2 34,1 2 0,-3 1 0,2 2 21,1 0 0,2 2-38,1 3 0,-1 3 1,-2 5-1,-3-2-86,-1-2 0,2 1 0,-2 4 115,1 1 0,27-1 0,11 1 0</inkml:trace>
  <inkml:trace contextRef="#ctx0" brushRef="#br0" timeOffset="85">29242 3990 8363,'0'-15'0,"0"-4"0,0 0-487,0 1 1,2 9 0,1 2 281,2 1 0,6 4 222,-1-3 1,-2 4-1,1 1 65,2 0 1,-3 1 6,2 4 1,-2 3 0,2 7-26,-6-1 1,-2 0-1,-2 1 1,0-1-39,0 1 0,0 1 1,-2 1-1,-1 4-15,-2 1 1,-6 1-1,2 2 1,-3-1-26,3 2 1,-4-4-1,2 2 1,-3 2-24,-1 2 0,-2-1 0,7-1 0,-3-2-8,-1 1 1,4-4 0,2-2-1,2-3-15,3-1 0,3-1 30,4 0 1,0-6-1,5-3 1,2-3-36,2-2 0,2-2 0,-1-1 0,0-2-60,1 2 1,-1-5 0,0 0 38,1 0 1,-2 0-1,-2 5 1,-3-4 85,-2-1 0,5-1 0,-22-18 0,2-4 0</inkml:trace>
  <inkml:trace contextRef="#ctx0" brushRef="#br0" timeOffset="86">29041 4264 8363,'0'-15'-944,"2"2"792,2 3 1,4-1-1,7 6 1,1 2 73,3 1 0,-2 2 1,6 0-1,-1 0 80,1 0 0,1 0 1,4 0-1,1 0-9,0 0 1,-2 0 0,-1 0 0,-4 0-62,-1 0 0,-1 0 0,-4 0-93,3 0 1,-3 5 160,3 0 0,-16 13 0,-4-2 0</inkml:trace>
  <inkml:trace contextRef="#ctx0" brushRef="#br0" timeOffset="87">29502 4264 8093,'8'-9'-752,"5"3"0,-11 7 770,2 4 1,-2 4 0,-2 5-1,0 1-37,0-1 0,0-4 0,0-1 1,0 2-71,0 2 1,-2 2-1,-1-1-305,-2 0 394,1-6 0,-3-1 0,-1-7 0</inkml:trace>
  <inkml:trace contextRef="#ctx0" brushRef="#br0" timeOffset="88">29560 4191 8363,'-8'-14'-1708,"1"-1"1511,7 1 1,0 7 0,0 7 146,0 8 0,0 5 0,0 2 50,0-1 0,13 20 0,3 5 0</inkml:trace>
  <inkml:trace contextRef="#ctx0" brushRef="#br0" timeOffset="89">29689 4365 8094,'0'-15'-875,"0"7"1,0 3 919,0 10 0,0 3-53,0 7 4,-6-1 0,6-1 14,0-4 0,2-2-3,7-7 0,-4 0 0,5 0-3,1 0 0,-3-2 0,1-1-7,2-2 1,2-4 0,0 2 0,-2 1-1,-1-1 1,-1-2-1,5 2 1,-3 1-2,-1 0 1,0-4 0,4 4 2,0-2 0,-4 4 26,0 0 6,-7 2 0,3 8-18,-6 4 0,-5 3-14,1 1 1,-3-1 0,4-2-4,-2-1 0,0-5-7,5 4 9,0-6 0,7 4 6,2-7 0,4-7-2,2-2 1,-1-2 0,-1-1 0,-2 4-3,-2 2 0,1-5 1,4 3-1,1 0 0,-6-3 0,1 4-1,1-1 1,-3 5-4,2-2 21,-1 4 1,4 2-16,-3 4 1,-2 1 0,-5 6 0,2-3 1,1 1-58,-1 4 1,-2 1 0,7-1-65,1 0 0,-3-4 1,1-2 117,3-2 0,20 6 0,7-4 0</inkml:trace>
  <inkml:trace contextRef="#ctx0" brushRef="#br0" timeOffset="90">30238 4393 7540,'-5'-9'-704,"0"-1"0,1 5 890,4-4 1,0 4-230,0-5 1,1 7 32,4-2 0,3-1 1,6 0 20,1-2 1,-1 3 25,1-5 0,-1 2 1,-1-3 17,-4 2 1,-1 4-9,-3-5 1,-5 6-3,0-1 1,-1 4 0,-9 1-7,-1 0 0,3 6 0,-2 5-39,-1 1 1,3 1 0,0-2 0,2-1-9,2 1 1,3 2 0,1 1-2,0 1 1,0-6 0,1-1 0,4 0-1,5 0 0,3-3 0,1 3-37,0-2 1,2 4 0,2-5 0,1-2-41,-1-1 1,-2-2 0,-2 0-1,0 0-114,1 0 0,-1 0 0,1-2 200,-1-3 0,-6 4 0,5-31 0,-5 0 0</inkml:trace>
  <inkml:trace contextRef="#ctx0" brushRef="#br0" timeOffset="91">30656 4234 8354,'0'-9'-332,"0"-1"38,0-1 0,0 3-37,0-2 0,0 5 283,0-4 0,-1 6 115,-4-2 0,2 3-4,-7 2 1,4 5-1,-2 1 12,2 2 0,1 2 1,5 4-28,0 1 0,2-1 0,2 1-59,6 0 1,4-1-1,-1 1 1,-2-1 6,-2 0 0,-1-4 1,4 0-1,-3-1-6,2-1 0,-3 5 1,0-3-9,-1 2 0,-2-2 19,-5 0 1,-2-2-1,-3 1 1,-4-4-11,-4-3 1,-6-2 0,-2 0 0,0 0-49,-1 0 0,1 0 0,4 0 0,-2 0-121,1 0 0,2-2-1,2-3 0,1-3 0,3-6 179,6-1 0,7 1 0,3 0 0,2-1 0,3 1 0,7-1 0,1 1 0,-1 0 0,-2-1 0,4 1 0,15-14 0,5-4 0,6-3 0,1-1 0</inkml:trace>
  <inkml:trace contextRef="#ctx0" brushRef="#br0" timeOffset="92">30858 4033 8354,'8'-7'-1238,"0"4"926,-4-6 1,0 5 412,5 0 1,-6 4 8,2 4 1,-5 6 0,-3 7-57,-2 3 1,0-1 0,5-5 0,-1 2-38,-4 3 0,3-3 1,-2 5-1,2-2-27,2 1 0,0-1 0,0-3 1,0 1 2,0 4 1,0-1-1,0-2 1,0 1-85,0-1 0,0-2 1,0-2-1,0 0-109,0 1 0,0-6 0,0 1-69,0 1 0,-2 0 269,-2-1 0,-17-16 0,-10-10 0</inkml:trace>
  <inkml:trace contextRef="#ctx0" brushRef="#br0" timeOffset="93">30743 4278 8354,'9'-12'0,"1"1"0,-5-2 0,4 5 0,2-1-236,2-1 0,1 7 0,1-2 0,1 3 51,3 2 1,-3 0 0,5 0 0,-2 0 72,0 0 0,0 0 0,-4 0 0,-1 0 11,1 0 0,-1 0 0,0 0 101,1 0 0,0 0 0,-7 0 0,-2 0 0</inkml:trace>
  <inkml:trace contextRef="#ctx0" brushRef="#br0" timeOffset="94">31045 4307 7761,'-15'0'-1415,"7"0"1618,-4 0-116,10 0 0,-3 0-112,10 0 0,3 0 10,6 0 0,-4-5 1,-1-1-17,-3-2 1,-1 3 2,-5-4 1,0 4 13,0-5 1,-2 6-1,-2-1-17,-7 4 1,3 1 17,-2 0 0,6 0 0,-4 1 30,1 4 0,3-1 1,4 6 15,0 1 1,1 2-1,4-1 0,5-2 1,-3 3-1,3-5 1,1 1-20,3 1 0,-4-5 0,-1 3 0,2 0-38,2 0 0,2-5 0,-1 2-250,0-4 1,1-1 273,-1 0 0,-4 0 0,-1 0 0,-12-51 0,2-13 0</inkml:trace>
  <inkml:trace contextRef="#ctx0" brushRef="#br0" timeOffset="95">31247 4133 8354,'10'-1'-664,"-1"-4"281,-6 3 1,9-2 392,-8 8 1,1 0 0,-5 5 0,0 2 28,0 2 0,-5 6 0,1 1 0,0-1-41,3 2 1,-4-3 0,0 6 0,2 0-10,1-2 1,-2 6-1,-1-6 1,2 2-19,1 0 0,1 0 1,-3 3-1,0-1-70,0-2 1,3-5-1,1 3 1,0 1-34,0-1 0,-5-4 0,0 1 0,2-3 132,1-1 0,1-5 0,-4-1 0,-16-45 0,-9-5 0</inkml:trace>
  <inkml:trace contextRef="#ctx0" brushRef="#br0" timeOffset="96">31204 4365 8354,'6'-15'-95,"1"1"1,4-1 0,-1 3-347,1 2 1,-3-1 0,1 6 0,2 2 389,2 1 1,2 2-1,-1 0 1,0 0 84,1 0 1,-1 0 0,1 0 0,-1 0 101,0 0 0,1 5 1,-2 1-1,-2 1 60,-2-1 0,2 5-12,3-1 0,-6 3-81,-3 1 0,-3 1 0,-4-1-51,-3 0 0,-3-4 0,-6-2 1,-1 0-97,0 0 0,-1 0 0,-1 3 1,-4-3-156,-2-1 1,6 2-1,-2-2 1,1-1-632,-1 0 830,3-1 0,1-50 0,9-11 0</inkml:trace>
  <inkml:trace contextRef="#ctx0" brushRef="#br0" timeOffset="97">2764 5027 13709,'0'-14'-3355,"5"5"3496,0-1 1,1 7 254,-1-2 1,-2 3-308,7 2 0,-1 0-117,6 0 1,-6 0 24,1 0 103,-7 0-12,10 0 0,-12-1 671,4-4-499,-3 3 1,-4-4-548,-3 6 0,2-5 76,-6 0 0,4 1 85,-5 4 0,1 0 116,-6 0 1,1 0-5,-1 0 0,3 1 1,0 2 125,3 2 0,-1 6-104,-4-1 0,4 1 1,2 0-1,0-3-22,0-1 0,5 4 1,-3-2 164,-1 4 0,6-3 0,-4-1-90,3 4 1,2-1 0,0 3-149,0-1 0,2 1-88,3-1 0,-2 0 0,7 1 31,1-1 1,0-4 0,0-2 0,-1 0-26,1 0 0,2-5 0,-1 3 1,0-1-22,-3 0 1,1 1 0,4-3 74,1 2 0,-6 2 0,1-4 33,1 2 1,-5 1-17,-1-1 1,-3-2 236,-2 7 1,-7-2 0,-2 3 99,-4-2 1,-6-4 0,0 3 0,1 0-24,2 0 0,-3 0 0,0 3 0,1-3-85,2-1 1,2 2 0,-1-2-1,1-1-20,0 1 1,4 2 0,1-2-443,3 1 656,1-5-183,5 10 0,33-25 0,7 3 0</inkml:trace>
  <inkml:trace contextRef="#ctx0" brushRef="#br0" timeOffset="98">3067 5331 14314,'-8'9'361,"2"1"-1241,-1 1 1,6-3-1,-6 2 481,1 1 1,3 2 0,-1 1 245,2 0 1,-3 1 0,0-1 52,2 1 1,2-1 0,2 1-25,4 0 1,-2-3 0,7-2 23,2-5 1,1 1-1,1-1-56,1-2 1,-1-1 0,0-4 0,1-1-29,-1-2 0,-4-6 1,-1 3-1,1-2 63,-2 1 1,3-1-1,-5-5 1,1 1 38,-1-1 0,4 6 0,-5-1 0,-2-1 21,-2-2 1,-1-1-1,0-1 51,0 1 0,-4 4 0,-3 2 0,-1 2 30,-3 3 1,-2 1-1,-1 0 1,-1-1-10,1-2 0,-5 2 0,0 6 0,1 4-117,2 1 0,2 0 1,1 3 97,2-1 1,11 18 0,9 11 0</inkml:trace>
  <inkml:trace contextRef="#ctx0" brushRef="#br0" timeOffset="99">5317 5027 8588,'0'-9'-1015,"0"-1"0,0 6 925,0-6 168,0 7 0,1-8 15,4 6 1,-3-2-36,2 3 1,0 2-11,0-3 1,-2 2-22,3-2 0,-2 4 0,0-6-20,2 1 1,0 3-4,-5-7-17,0 7 1,-2-4-3,-3 7 1,-3 0 7,-6 0 0,0 2 1,-1 3-6,1 4 1,-1 4-1,1 2-2,0-1 1,4 0-1,2 1 11,2-1 1,-1 0 0,4 1-5,-2-1 1,0 1 0,5 0-5,0-1 0,5-4 0,2 0-20,1 1 0,1 2 8,6 1 1,-1-1-1,-1-2-3,-4-1 1,4-6 26,-3 6 1,-4-5-10,-1 4 0,-3-4 25,-2 5 1,-7-5 0,-2 3 10,-4-2 0,-2 0 0,1-3-26,0 2 1,-1 2 0,1-4-18,-1 2 0,6 1 0,-1-3-522,-1 2 409,5 0 0,1-5 0,10 0 128,4 0 0,49-19 0,12-5 0</inkml:trace>
  <inkml:trace contextRef="#ctx0" brushRef="#br0" timeOffset="100">5475 5187 7872,'-10'0'-1314,"1"0"1403,5 0 0,-2 1 0,6 4-58,0 5 0,0-2 1,0 1-1,0 3-47,0 0 1,0 3 0,0-1 0,0 0-78,0 1 0,0-1 0,0 1 93,0-1 0,13 26 0,3 6 0</inkml:trace>
  <inkml:trace contextRef="#ctx0" brushRef="#br0" timeOffset="101">7422 4984 8193,'0'-14'-826,"0"0"0,0 4 1002,0 0-12,0 7-72,0-3-11,0 6 0,0-2-55,0-3 0,-2 4-9,-2-4 0,0 3-39,-5 2 0,4 0 0,-5 0 11,-1 0 1,0 2 0,0 1-1,1 2 0,-1-2 1,-2 5-1,-1 0 9,0 0 0,4 3 0,2-4 0,0-1 2,0 1 0,5 4 0,-2-2 0,3 4 0,2 1 0,7 1 0,2-2-1,4-4 1,0-1 0,-2-5 0,-1 2-2,1-1 1,2 4 0,1 2 1,0-2 0,-1 2 0,-3 1 1,-4-3-1,-6 1 0,0 1 1,-1 3-1,-4-4 0,-3 3 0,-7-6 0,1 0-13,0 1 1,-1 2 0,1-2 0,0-1-32,-1 1 0,1 2 1,-1-2-1,1-1-109,0 0 1,4 1-402,0-3 554,7-2 0,-2 4 0,10-6 0,42-19 0,15-5 0</inkml:trace>
  <inkml:trace contextRef="#ctx0" brushRef="#br0" timeOffset="102">7422 5187 5772,'-8'0'522,"2"0"-322,6 0 54,0 0-199,0-7-28,0 6 1,1-7 10,4 3 1,-2 3-11,7-2 1,-1-3-31,6 2 1,-6 1-6,1 4 1,-7 1 2,2 4 0,-2-3 0,0 4-1,2 0 1,0 2 0,-7 7 0,-2-1 1,0 1 0,-4-1 1,2 0 0,-5 1 1,3-1-1,-2-1 1,1-4 1,4 4-1,-5-5 1,1 2 0,1-1 0,-5-1 0,5 4 0,0-3 0,0-6 20,3 2 21,3 3-3,-4-6 1,12 4-1,4-6-36,3 0 1,-4 0 0,1 0-1,1-1-22,2-4 0,1 3 1,1-3-48,-1 4 0,1 1 0,1 0 0,1 0 67,2 0 0,33-26 0,3-6 0</inkml:trace>
  <inkml:trace contextRef="#ctx0" brushRef="#br0" timeOffset="103">9254 4999 8501,'0'-8'-2418,"0"-5"2411,0 11 89,-6-4-40,4 6-55,-4 0 0,6 0-1,0 0 9,0 6 40,0-4 1,0 6 92,0-3-9,0-4-39,0 6-4,0-7-18,0 0-41,0-7 1,0 4 18,0-6-10,0 5 1,1-7-11,4 6 0,-3-1 2,3 1-27,-4 4 0,-2-6 4,-4 7 0,2 0 9,-7 0 0,0 2 11,-4 3 1,3-4-1,3 6-2,2-1 0,0-3 1,2 7-9,0 1 0,-1-3 0,3 0 0,-1 0 9,-2 0 1,0-3 0,5 4 9,0 2 1,0-3 8,0 2 0,2 0-26,3 5 1,3-2 0,6-2-8,1-1 1,-6-7 0,2 3-8,0 1 0,2-1 0,0 5-3,-4-1 0,4-5 6,-3 4 0,-4-4 4,-1 5 0,-4-6 0,-1 6 0,-6-2 0,-4 3 4,-2-1 0,-3-7 0,1 3 0,-1-1 9,1 0 0,-1 4 0,0-4 0,1-2-5,-1-1 0,1 3 1,0 0-1,-1-2-32,1-2 0,4 4 0,1 0-435,-2-2 306,4-1 0,2-2 1,10 0-249,5 0 401,2 0 0,60-26 0,-28 10 0,0 0 0</inkml:trace>
  <inkml:trace contextRef="#ctx0" brushRef="#br0" timeOffset="104">9384 5230 7748,'-8'-6'-473,"1"4"0,7-6 533,0 3 1,2 4 0,3-4-32,4 3 1,-1-3-59,2 1 1,-1-1-1,6 5 0,-6 0 18,1 0 0,-5 5 1,3 1 0,-2 2 0,-1-3 1,-5 4-9,0 3 0,0-4 0,0 1-12,0 2 0,0-3-3,0 2 1,0-1 20,0 6 1,0-6 7,0 1 1,0-5 11,0 4 0,2-5 29,2 0 54,-2 4 0,4-4-22,-6 5 1,-1 1-59,-4 4 0,-3-4 0,-5-1 0,2 1-99,1-2 1,1 5 0,-6-4 87,1 4 0,-20 14 0,-4 5 0</inkml:trace>
  <inkml:trace contextRef="#ctx0" brushRef="#br0" timeOffset="105">11475 4941 8485,'0'-8'-1472,"-2"-3"980,-3 6 593,4-6 0,-6 8-39,7-7 0,0 5-37,0-4 1,0 4-3,0-5 0,0 6 15,0-6 0,-1 7-2,-4-2-20,3-3 0,-6 2-34,4-4 0,-4 4 0,-7 6 9,1 0 0,4 1 1,1 2-1,-1 4-1,2 1 1,-5-3 0,5 4 7,0 2 1,-3-3 0,5 2 1,-2 1 0,4-3 0,0 2 0,2 1 0,2 2 0,0 1 0,0 1 0,2-1 0,2 0 0,0-1 0,4-2 0,0-1-14,0 1 0,-4 0 0,6 0-29,1-1 0,2 0 0,0 5 28,-4-1 0,3-4 0,-6-2 0,0 0-5,1 0 0,-2-3 29,-5 4 0,0 1 35,0 4 0,-7-6 0,-2-3 6,-4-3 1,-2 3 0,1-1 0,0 0-33,-1-3 0,1 1 0,-1 1 0,1 2-25,0-2 0,-1-1 1,0-1-143,1 4 0,4-3-150,0 2 0,9-2 101,1-2 0,6 0 198,9 0 0,-7 0 0,-2 0 0</inkml:trace>
  <inkml:trace contextRef="#ctx0" brushRef="#br0" timeOffset="106">11547 5100 8081,'-7'-8'-828,"1"0"1,-5 4 801,1-1 0,5 1 31,-4 4 1,4 1 36,-5 4 0,7 4 1,-3 4-18,-1-4 1,6 4 0,-4-3-39,3 3 1,2 1 3,0 0 1,0 1-8,0-1 1,0 1 3,0-1 4,0-6 1,7-2-20,2-6 0,-1 0 1,2 0-3,1 0 0,-3-1 11,2-4 0,-1-1 5,6-4 1,-3 2 0,0 5 16,-3-2 0,-4 0-12,5 5 1,-6-5 9,6 1 0,-5-1 40,4 5 1,-5-2 58,0-3 15,-2 4-28,-2-6-67,0 7 0,-2 0 0,-1 2 1,-3 1 2,-2 2 1,5 6 0,-4-3 0,2 2-29,1-1 1,-6 3 0,4 5-1,-1 2-132,1-1 0,1-2 136,5-2 0,-19 33 0,-5 7 0</inkml:trace>
  <inkml:trace contextRef="#ctx0" brushRef="#br0" timeOffset="107">13609 4898 8412,'0'-10'-2141,"0"1"2184,0-1 139,0-4-41,0-1-90,0 1 1,0 4-10,0 1 1,0 4-29,0-5 1,0 6-1,-2-4-21,-2 1 0,0 3 16,-5 4 0,-1 0 0,-4 0 5,-1 0 1,6 0 0,-1 0-14,-1 0 0,3 0 1,-2 0-1,1 1-2,1 4 0,0-2 0,3 7-6,-4 1 1,2-3 0,2 1 0,4 3 1,1 0 0,0 3 3,0-1 0,0 1 0,0-1 2,0 0 0,0 1 0,1-1 0,3 1-8,0-1 0,6 0 1,-4 1-1,1-1-18,-1 0 1,4 1-1,-6-1 1,1 1-8,2 0 0,-4-1 1,5 1 31,-2-1 0,1-1 1,-4-2 1,2-1 17,-1-1 1,-5 4-1,-4-3 26,-5-5 1,-2-2-1,-3 0 6,1 2 0,-1 0 0,1-5-12,0 0 0,-1 0 0,1 0 19,0 0-413,-1 0 176,7 0 1,3 0 0,10 0 67,5 0 0,-2-2 0,1-1 0,3-2 112,0 2 0,28-12 0,7-1 0</inkml:trace>
  <inkml:trace contextRef="#ctx0" brushRef="#br0" timeOffset="108">13681 5158 8412,'-10'0'-1144,"1"0"0,4 0 1156,-5 0 1,6 0 80,-6 0 0,7-2-14,-2-2 1,5 2-67,5-3 0,-2 4 0,5-1-8,-2-3 0,6 4-25,-3-4 0,4-2 0,1 3 7,1 0 0,-6 3 1,1-1 8,1-3 0,3 4 1,0-4 1,1 3 1,-6-2 0,1-1 0,1 2 1,-3 1 0,2 2 0,-7 0 0,3 0 0,-17 0 5,-3 0 1,-4 0 0,4 0-3,-1 0 0,1 5 0,-2 0 0,2-1 1,0 3 0,-1-4 0,1 5-4,0-2 0,1 1 0,2-4 0,1 2 2,-1-2 1,3 3-1,-2 1 18,-1 1 1,3-3-1,-2 4 1,2 1-18,-1 4 0,2-4-8,7-1 0,0 1 3,0 4 1,0-4 11,0-1 1,5-4 13,0 5 21,0-1 1,-4 1 23,4 0-43,-3-7 1,6 3-3,-3-6 1,-2 0 14,6 0 0,1-5-30,4 1 0,-6-3 0,-1 4-13,-1-2 0,2 0-8,7 5 0,-6 0 7,1 0 0,-6 0 36,6 0 0,-7 2 8,2 3 1,-3 3 0,-4 6-11,-3 1 0,2-6 0,-7 1 0,-1 1-18,-1 2 0,-3-4 1,1 1-1,-1 1-14,1 2 0,-2-3 1,-2-1-1,-2 1-64,-3-2 0,1 5 1,-2-5-1,3 1-225,0 2 1,5-6 291,-3 4 0,42-51 0,10-8 0</inkml:trace>
  <inkml:trace contextRef="#ctx0" brushRef="#br0" timeOffset="109">15599 4812 6616,'-8'0'-432,"2"0"489,6 0 145,0 0 9,0-7-147,0 6 1,0-7-13,0 3 1,-2 3-38,-2-3 0,0 2 1,-5 0 2,-2-2 1,-2 1 0,-2 4 49,1 0 1,0 0 0,-1 0-35,1 0 1,-1 4-1,1 1 1,0 0-36,-1 1 0,7-3 1,2 5-1,1 0-12,-1 0 1,0-3 0,3 5 11,-2 1 0,0 2 0,7 0 0,1-2-11,2-2 0,1 1 0,-3 4 0,5-1 7,0-3 0,-3 3 1,3-4-1,0 2-5,0-1 0,-4 3 1,4-4-26,-1 4 0,4 1 7,-2 1 1,-2-1 0,-1-1 5,1-3 1,-6-1 20,4-5 1,-5 3 4,-5 2 0,2 3 0,-7-8 0,-1 0 0,-2-3 1,-1 4 0,0 0 0,-1-2-3,1-1 1,-1 2-1,0 1 1,1-2-3,-1-1 1,1 0 0,0 1-1,-1 2-25,1-2 1,4-2 0,2 1-1,0 1-280,0 2-7,5 0 1,3-5 311,10 0 0,41 0 0,11 0 0</inkml:trace>
  <inkml:trace contextRef="#ctx0" brushRef="#br0" timeOffset="110">15671 5071 8412,'0'-10'0,"-1"2"-618,-4 2-186,3-6 735,-10 11 1,8-6 123,-5 7 0,1 7 1,-3 1-1,1 3-8,-1 3 0,0-2 1,-1 8-1,3-4-25,-2-2 1,-2 2 0,0 2 0,2 1-24,1-1 1,2 2 0,-1 0 0,2-1-15,1 1 1,4-4-1,-3 4 1,4-4-3,1-2 0,0 0 0,1-1 0,3-2-2,0-1 1,8-7 0,-3 2 0,4-3-43,1-2 0,1 0 0,-1 0 0,1 0 10,-1 0 0,-1-7 1,-2-1-1,-1-1-1,1-1 1,2 0 0,-1-4 44,-2 0 1,-4 4 0,-6 0-29,0-1 0,-6 5 0,-5 1 1,-7 3 34,-6 2 0,-31 8 0,-13 4 0,-6 0 0,-2 0 0</inkml:trace>
  <inkml:trace contextRef="#ctx0" brushRef="#br0" timeOffset="111">4351 8619 8439,'1'-8'-2569,"4"3"2588,-3 4 1,6 1 143,-4 0-10,-2-7 1,4 6-3,-6-6-110,0 7-20,0-6-17,0 4 50,0-4-1,0 6-42,7 0 1,-6 2-16,4 2 1,-3 4 0,-2 7 3,0-1 0,5 1 0,-1-1-5,0 0 0,4 1 0,0-1 3,0 0 0,3-4 1,-5-2-1,1 0 1,-1 0 0,5-5 0,-1 2-1,2-3 1,-2-2 0,0 0 1,1 0 0,-3 0 0,1-2 0,3-3 0,-6 2 0,0-5 0,-1 0 0,0 0 0,0 3 0,-4-4 0,4-3 0,-3 0 0,3-3 29,-4 1 1,-1 4 19,0 1 0,0 4-14,0-5-25,0 7 1,0-2-15,0 10 0,0 3 1,0 7-4,0-1 1,0 2-1,2 2 1,1 1 3,2-2 1,1 1 0,-3 1-1,2 3-7,-2 2 1,-1 3 0,-2-3 0,0 3-28,0 2 0,0 0 1,0-1-1,0 1 12,0 0 0,0-2 0,-2-1 1,-2-4-7,-6-1 1,2 3 0,-2-5 0,-1-1 16,-2-2 0,-6-1 0,0-2 0,1-2 25,2-1 0,-3-7 0,0 2 0,2-4 15,1-1 0,1 0 0,1 0 6,-1 0 0,3-1 0,0-4 0,3-5 1,6-3 0,-2-1-37,3-1 0,2 5 0,0 0 0,2-1-34,3-1 0,-2 2 0,6 0-64,3-1 0,0 0 1,1 0-1,-2 3-17,-1 1 0,0 1 119,4 1 0,19-3 0,6-6 0</inkml:trace>
  <inkml:trace contextRef="#ctx0" brushRef="#br0" timeOffset="112">4740 9023 8439,'-8'0'-2099,"2"2"2279,6 2 0,0 0 0,0 5-41,0 2 1,0 2-75,0 2 0,0-1 0,0 0-22,0 1 0,0-6 1,1-1 20,4-1 1,3-2-63,6-5 1,1 0 0,-1 0-22,1 0 0,-3-2 0,0-3 0,-3-3 8,2 0 0,-3-5 0,0 4 0,0-4 17,0-1 1,-4-1 0,0 1 16,-2-1 0,-2 1 0,0 0-16,0-1 1,-2 6-1,-2 1 1,-6 1-78,-3 4 0,-6 1 1,0 4-1,1 3-159,2 4 1,-3 4 228,0 2 0,6-7 0,7-2 0</inkml:trace>
  <inkml:trace contextRef="#ctx0" brushRef="#br0" timeOffset="113">6442 8648 6516,'-15'-8'53,"6"2"46,-1 6 1,7 1 0,-2 4 24,4 5 1,1 2-34,0 3 0,0-1-20,0 0 0,1 1-44,4-1 1,-2-6 0,7-3-20,1-3 1,2-2 0,1 0-26,0 0 0,-4 0 0,0 0 1,-1-2 18,-1-3 0,3 2 0,-4-5 0,-1 0-15,1 0 0,2 3 0,-2-3 0,-1 0 11,0 0 0,-1 4 0,-5-6 43,0-1 0,0 3 0,0-2-31,0 7 1,-1-3 0,-3 7-1,0 4 1,-6 3 0,5 8-10,2 3 1,1-3-1,2 3 1,-1-1-6,-4 1 0,3 2 1,-2 5-1,2-2-11,2 2 1,0 1 0,0 2 0,0 0-7,0-1 1,0 0 0,0-3 0,0-1-2,0 2 0,-2-5 1,-1-1-1,-3 0 19,-2-1 1,3 0 0,-5-5 0,-1 1 7,-2 0 1,-1-1 0,0-1-1,-1-2 0,1-1 0,0-7 1,-2 4-1,-2-3-2,-1 1 0,0 0 0,3-5 1,2 0 31,-1 0 1,1 0 0,0 0 8,-1 0 0,6 0 0,1-2-26,1-2 1,3-4-54,4-7 0,0 1 0,1-1-73,4 1 0,-2 3 0,7 3 0,1 0-3,2 0 1,1 1 0,0-3 0,1 4-94,-1-1 1,2 4 0,-2-5 203,0 2 0,20-12 0,4 2 0</inkml:trace>
  <inkml:trace contextRef="#ctx0" brushRef="#br0" timeOffset="114">6701 9023 8116,'-15'-6'-950,"7"2"634,3-5 0,4 7 662,1 2 0,0 7-274,0 7 1,5 0 0,-1 1-84,0-1 1,2 5-1,0 1-342,2-3 353,-4-1 0,15 18 0,-2 5 0</inkml:trace>
  <inkml:trace contextRef="#ctx0" brushRef="#br0" timeOffset="115">8490 8720 8368,'0'-8'-1963,"-7"-5"1867,6 11 1,-7-9 394,3 7 1,3-3-332,-3 2 0,4 2 15,1-6 69,0 5 1,1-2-9,4 6 0,-2 2 19,7 2 0,-7 4 0,2 7-25,-3-1 1,-2 0-1,0 1-24,0-1 1,4 1 0,1-1-12,-2 0 1,-1 2 0,0-3-1,1-2-21,2-2 1,1-4 0,-3 5 8,2 1 0,6-5 0,-1-1 4,3-3 1,-4-2 0,1 0 2,1 0 0,0-2 0,0-3 1,-1-4 0,-2-4 0,1-1 3,-4-1 0,-2 6 0,1-2 10,0 0 0,1 3 0,-5-2 1,0-1 0,0 3-15,0-2 1,-1 7-21,-4-2 17,3 4 0,-4 7 0,6 4-3,0 3 1,0-4-1,0 1 1,0 1-3,0 3 0,0 0 0,1 1 0,3-1 11,0 0 1,1 1-1,-5-1 1,0 1-3,0-1 1,5 5 0,0 0 0,-2-1 1,-1-2 0,-2 0 0,0 1 0,-2 3 1,-3-3 0,2-1 1,-7-1-1,-1-1-2,-1 0 1,2 1 0,0-2-1,-1-2 8,-2-2 1,-1-1-1,0 3 1,-1-3 42,1-1 0,-1-2 1,1-5-17,0 0-104,-1 0-136,1 0 1,7-2-1,7-1-126,8-2 1,5-5 330,2 6 0,50-39 0,-26 19 0,1 0 0</inkml:trace>
  <inkml:trace contextRef="#ctx0" brushRef="#br0" timeOffset="116">8822 9009 8107,'-8'-15'-615,"1"1"0,9 1 598,3 3 1,-2 4 28,6 6 1,1 2-8,4 2 1,-4 0 0,-2 5-3,-2 2 1,-1 2 0,-5 2-11,0-1 1,0-4 0,0-1 0,0 2 2,0 2 0,0-3 0,-2-1 1,-1 3-3,-2 0 1,-4-2 0,3 0 4,-2 1 1,-2 2 95,-4 1-2,-1-6-80,7-2 0,2-6 0,12 0-17,4 0 1,-2-5-1,1 1 1,3-1-22,0-1 0,3 4 0,-1-3 0,0 4-151,1 1 1,-1-2 175,1-3 0,37-9 0,11-9 0</inkml:trace>
  <inkml:trace contextRef="#ctx0" brushRef="#br0" timeOffset="117">10509 8734 8352,'-2'-8'0,"-1"2"-180,-2-1 0,0 4 0,4-5-289,-4 2 1,3-1 252,-2 3 223,2 2 143,2-4-58,0 6 0,0 6-23,0 4 1,0 2-1,2 3-20,2-1 1,-2-4 0,3-1-62,-4 3 1,4 0 0,2 4-6,1-2 0,-4-4 0,6-2-1,1-2 0,-3 4 8,2-5 1,-1-1 0,6-4 27,-1 0 0,-4 0 1,-2-1 5,-2-4 1,4-3 0,-6-6-7,0-1 1,2 6 0,-1-2-7,-2 0 0,-1-2-16,-2-1 0,0 4-44,0 0 1,1 6-30,4-6 71,-3 7 0,4 3 3,-6 9 0,5 4 0,0 2 1,-2-1 1,3 0 0,-1 2-21,-2-2 1,4 1 0,-3-1-1,0 0-7,-3 1 0,-1-1 0,0 1 0,0 1 10,0 3 0,0-3 0,0 3 0,0-3 12,0-2 0,-1 1 0,-3-1 0,-2 0 16,-2 1 1,-2-1 0,-4 1 37,0-1 0,-1-4 1,1-2-1,0-2-13,-1-3 0,1 4 0,-1-3 3,1 0 0,0 2 0,-1-1-40,1-2 1,4-1-246,1-2 98,5 0 1,0 0 0,7-2 0,3-1 43,2-2 1,2 0 0,4 4-1,1-3 106,-1 0 0,45-40 0,-24 20 0,0 0 0</inkml:trace>
  <inkml:trace contextRef="#ctx0" brushRef="#br0" timeOffset="118">10884 8965 8352,'9'0'-1053,"1"0"0,-7-1 1280,2-4 1,-2 2-140,2-7 0,-3 5 0,4-3-14,0 2 0,-2 0-47,5 1 1,-4 3-128,5-2 71,-7 2 0,8 4 18,-6 2 1,0 0 0,-5 5 2,0 2 0,0-3 0,-2 2-19,-3 1 0,4-3 0,-4 2-43,3 1 1,2-3 47,0 1 0,0-4 20,0 5 1,5-5 0,1 3 7,2-2 0,-3-1 0,5-5 0,1 0 1,-3 0 0,0 1 0,0 3 20,0 0 0,-3 3 79,4-2 0,-6-2 8,2 6 1,-5-4-120,-5 5 1,-3-5 0,-6 3 0,0 0-75,-1 0 1,1-4 78,0 6 0,-39-7 0,-10 4 0</inkml:trace>
  <inkml:trace contextRef="#ctx0" brushRef="#br0" timeOffset="119">12586 8634 8352,'0'-8'-851,"0"-5"0,0 10 898,0-7 0,1 7 17,4-2 1,-4 5-29,4 5 1,-3-2-1,-1 5 1,3 0-6,0 0 1,3 0-1,-4 3 1,2-1-5,-2 1 0,3-3 0,1 2-33,1 1 1,0 1-1,3 1 1,-1-2-11,1-1 0,-3-7 0,1 2 0,3-3 1,0-2 0,3 0 7,-1 0 1,-4 0 0,-1 0 4,3 0 1,-4-5 0,0-2 2,-2-1 0,0 0 0,-3-3 11,2 2 1,0-1 16,-5-4 0,0 4-23,0 1 1,0 4-1,-2-3 0,-2 1 0,2 4-8,-3 8 0,4-2 0,1 7-1,0 1 0,0 2 0,0 1 0,0 0 2,0 1 1,0-1 0,0 2 0,0 2-9,0 1 1,0 3 0,1-5 0,2 4-5,2 2 1,0-6 0,-5 4 0,0-2 7,0 0 1,0 0-1,0-4 1,0-1 5,0 1 0,-2-3 1,-1 0-1,-3-3 1,-2 2 1,-2-3 0,-4 0 0,0 0 34,-1 0 1,1-4-1,-1 0 1,1 0 13,0 0 1,-1-2 0,1 3-1,-1-4 21,1-1 0,0 0-40,-1 0 0,2-1 1,2-2-223,2-2 18,6 0 1,-2 3-1,10-1 13,4-2 1,4 1-1,0 2 1,-2-1-73,-2-2 1,1-1 231,4 1 0,26-16 0,7-9 0</inkml:trace>
  <inkml:trace contextRef="#ctx0" brushRef="#br0" timeOffset="120">12989 8922 7238,'-8'-14'-235,"2"6"0,6 3 287,0 10 1,0-2-1,0 7 13,0 1 1,-5 2 0,0 1-45,2 0 1,0-4 0,0 0 0,-2 1-32,2 2 0,0-4 0,-1 1-19,0 1 0,-1-3 0,5 2-55,0 1-1,0-5 41,0 1 0,1-7 0,4-2-5,5-3 0,-2 4 0,0-6 37,-2 1 0,4 3 1,-4-5 6,2 1 0,-3 2 1,3 4 22,-2-4 0,1 3 3,-2-2 1,-2 2 9,6 2-29,-6 0-3,10 0 1,-10 0 0,7 0 1,-5-5-3,4 0 1,-5-1 16,0 1 1,3 2 59,-2-7-18,-1 7-29,-4-10 0,-1 12 1,-2-2-16,-2 6 0,0 0 1,3 7-20,-2 1 0,2 2 1,-3 1-38,4 0 1,1 1 0,0-1 0,0 1-137,0-1 1,0 0 0,0 1 178,0-1 0,6 13 0,2 4 0</inkml:trace>
  <inkml:trace contextRef="#ctx0" brushRef="#br0" timeOffset="121">14662 8547 8317,'-8'-6'-1824,"-3"3"1622,6-7 0,0 5 272,5-4 1,2 5 27,3 0 0,-2 0-39,7 0 0,-1 2-10,6-3 1,-1 4 1,0 1 1,-4 0 163,0 0-124,-7 0 1,3 1-1,-6 4-42,0 5 0,0 2 0,0 3 0,0-1-44,0 1 0,0 1 0,0 1-18,0 2 0,0 1 0,0-6-9,0 0 0,0 1 1,2-3-1,1 0 11,2-3 1,6-4-1,-1 3 4,2-2 0,-2-1 1,-1-5-10,3 0 0,0 0 1,3 0-1,-2-1-14,-4-4 1,4 2-1,-3-5 1,2 1 1,-2-4 27,0 1 0,-6-2 0,4-3-3,-1 1 0,-2 4 0,-5 1 19,0-2 0,0 3 3,0-2-5,0 0-1,0-4-11,-7 6 0,6 3 7,-4 10 1,2-2-1,-1 7 1,0 1 6,0 2 1,3-4 0,1 1 0,0 1-4,0 2 0,0 6 0,0 0 0,0-1-12,0-2 1,5 3 0,-1 2 0,0 0-6,-3 0 1,-1 0 0,0-3-1,0 1-23,0-1 1,0 2 0,0 0 0,0-3-19,0-1 1,0-2 0,-1 1 26,-4-1 0,2-1 1,-7-3 15,-1-6 1,3 0 0,-2-1 0,-1 2 7,-2-2 0,4-2 0,-1-1 0,-1 0 3,-2 0 0,3-1 0,1-2 29,-2-2 1,-2-6-28,-1 1 1,4-1 0,2 0-16,2 1 1,1 5-1,5-4-30,0-3 1,0 4 0,1 0-109,4 2 0,3 1 0,7 4-251,-1-4 394,0 3 0,45-10 0,12 4 0</inkml:trace>
  <inkml:trace contextRef="#ctx0" brushRef="#br0" timeOffset="122">15095 8922 8317,'-15'-12'-550,"1"2"0,6 2 0,2 5 515,-1-2 1,4 0 153,-7 5 0,7 2-70,-2 3 1,4 3-1,1 6-27,0 0 0,1-4 0,3-1 0,2 1-25,2-2 0,-5 5 1,4-5-1,-3 1 2,1 1 1,5 0 0,-4 4-20,2 0 0,-5 1 0,4-1 14,-1 1 0,-4-6 1,3 1 39,-4 1 1,-1-3 7,0 2 0,-6-7 0,-4 3-27,-3 1 1,4-6 0,-1 4 0,-1-3-15,-2-2 1,-1 0 0,-1 0-101,1 0 1,0-5-143,-2 0 1,4-6-95,2 1 0,4 2 335,6-1 0,0-1 0,0-4 0</inkml:trace>
  <inkml:trace contextRef="#ctx0" brushRef="#br0" timeOffset="123">15095 8908 8195,'-8'0'-929,"1"-2"702,7-2 0,2 0 1,3-4 163,4 2 0,4 0 1,2 2-1,-1 0 63,0 0 0,26-4 0,7 0 0</inkml:trace>
  <inkml:trace contextRef="#ctx0" brushRef="#br0" timeOffset="124">16768 8590 8195,'0'-14'-104,"0"4"1,0 1-334,0-2 1,0 3 285,0-2 0,0 0 169,0-4 41,0 6 1,1 2-65,4 6 0,-2 0 0,5 1 42,-1 4 1,-3-2-1,-2 7-25,3 1 1,-4 2-1,6 1-17,-1 1 1,-4-1-1,4 0-1,1 1 1,-4-1-11,6 1 1,-4-3-1,5 0 11,1-3 0,-3-6 1,2 2 2,1-3 1,-3-2 0,1 0-15,3 0 0,0-2 1,3-1-5,-1-2 1,-4-6 0,-2 1 16,-2-2 0,4 2 0,-6 0 41,0-1 0,-1 0 0,0 0 75,2 1 1,0 5-51,-5-4 0,-2 6-53,-3-2 1,2 3 0,-5 4-7,2 3 0,-1 1 0,4 5 0,-2-1-18,2 1 0,0 2 0,0 3 1,-2 1 10,2 3 1,1 4-1,2-5 1,0 0 0,0 2 1,0-4 0,0 7 0,-1 1-8,-4-2 0,3 2 1,-3-6-1,4 1-1,1 0 1,0-4 0,-2 3 0,-1-3 4,-2-1 0,-1-6 1,3 1-1,-4 0 2,-1-2 0,-1-2 0,-6-6 5,1 0 1,-1 0 0,1 0 35,0 0 1,-1 0 0,1-2-19,-1-2 1,7 0-1,2-4 1,1 0-18,0 0 1,-1 0 0,3-3-3,-2 2 1,0 4-1,5-5-70,0-1 1,0 3-38,0-1 0,7 1 0,2-2-15,4 5 0,0 2 0,-2 0 1,-1-2 6,1 2 1,2 0-1,3-1 114,3 0 0,22-1 0,12 5 0</inkml:trace>
  <inkml:trace contextRef="#ctx0" brushRef="#br0" timeOffset="125">17200 8793 8195,'0'-11'-476,"0"2"0,0 4 33,0-5 403,0 7 199,0-3-145,0 6 1,-4 6-1,-1 4 1,0 2 75,-1 4 1,-1-2 0,-4 1 0,3-1-75,2 0 1,-1 6 0,4-1 0,-3-2-22,-2-1 0,4-1 1,0 1-1,2 1-18,2 2 1,0 1-82,0-6 72,0 0 1,6-6-1,4-3-5,3-3 1,-4-9-1,1-1 1,0-1 3,-2-1 1,3 1 0,-5-4 0,0 2 31,1 1 1,-2 0 0,-5-4 0,0 0 0,-2 4-37,-3 1 1,-3 5 0,-6 0 0,0 4-253,-1 4 289,1-2 0,-39 23 0,-10-1 0</inkml:trace>
  <inkml:trace contextRef="#ctx0" brushRef="#br0" timeOffset="126">19970 5562 8547,'-10'-13'-185,"2"2"-666,2 1 615,1 7 1,5-5 44,0 3 221,0 4 21,6 1 0,-3 8-10,7 6 0,-5-4 1,3-1 21,-2 2 0,4-3 1,-4 2-9,2 1 0,-3 2-42,5 1 0,-6-1 1,4-2-1,-1-1-14,-4 1 0,3-3 0,1 0 1,-1 0 2,0 0 1,6-3-11,-3 5 0,4-7 0,1 2-5,1-4 1,-1-1 0,1 0 7,-1 0 1,-4-5-1,-2-1 1,0-2 15,0-3 0,-4 3 0,4-2 1,0-1 43,0-2 1,-4 4 0,0-1 0,-2-1 82,-2-2 1,5 3-1,0 1 54,-2-2 0,-2 3-12,-1-2-297,0 7 0,0-2 93,0 10 0,5-2 0,0 7 0,0 1-79,1 2 0,-3 6 0,5 0 0,-1 0 45,-4 2 1,3-3 0,-1 4-1,0 0 35,1 1 0,-4-1 0,3 4 1,-4-2-6,-1 1 1,-1-2 0,-4-1 0,-5 1 6,-3 0 0,-1-6 0,0 4 1,-1-3 20,1-4 1,-2 4-1,-2-10 1,-1 1 56,2 1 1,-4-7 0,2 2 0,1-4 17,2-1 0,2 0 0,-1 0-21,1 0 0,6-6-229,3-4 0,4 2-2,1-1 1,6 6 0,3-4 176,4 1 0,34-2 0,7-7 0</inkml:trace>
  <inkml:trace contextRef="#ctx0" brushRef="#br0" timeOffset="127">20373 6253 8547,'-14'0'-727,"0"0"1,-2 0 1300,2 0 7,6 0-520,1 0 1,9 0 0,3 0-64,4 0 0,-1 0 0,0-1 0,1-2-52,-1-2 1,0-6 0,4 1 0,-3-1 20,2 1 1,-3-2 0,2 2 0,0-3 53,-2-1 1,3-1 0,-5 1 0,1 0 43,-1-1 0,5 1 0,-1-1 0,-2 1 34,1 0-123,-6 6 1,5 3 4,-3 10 1,-2 3-52,7 6 1,-5-1 0,3-2 0,-2-1 10,-3 1 0,4-3 0,-1 0 0,1 0-98,-1 0 0,0-5 0,-2 3 0,2-1-95,2 0 1,-3 0 0,4-5 0,1 1 251,-2 4 0,5-3 0,-5-28 0,6-14 0</inkml:trace>
  <inkml:trace contextRef="#ctx0" brushRef="#br0" timeOffset="128">20647 5908 8434,'-5'-25'-197,"0"1"0,0 7 0,5-3 0,0 4 44,0 2 1,-1 4 409,-4 1-283,3-1 1,-2 2 0,8 5-166,6 6 1,3 0-1,1 5 191,1-1 0,18 10 0,6-1 0</inkml:trace>
  <inkml:trace contextRef="#ctx0" brushRef="#br0" timeOffset="129">21094 5923 8366,'-7'-8'7,"6"-6"0,-1 11 1,9-5-1,1 1-12,3 4 0,2 1 0,1 2 0,0-1-54,2-4 0,0 3 1,1-2-1,2 2 18,-1 2 1,0 0 0,-1 0 0,2 0-83,-1 0 0,3 0 0,-2 0 0,0 0-130,2 0 1,-5 0-1,5 0 1,-2 0-168,0 0 420,0 0 0,2-13 0,1-3 0</inkml:trace>
  <inkml:trace contextRef="#ctx0" brushRef="#br0" timeOffset="130">21541 5778 8434,'-15'-15'-480,"3"6"-99,2-1 669,4 7 1,7-2 0,4 8-118,5 2 1,1 1 0,0-2-1,-1 0 12,1 0 0,2 2 0,2-1 0,1-2-18,3-1 1,-8 2 0,4 1 0,-3 0-15,1 1 1,2-4-1,-1 4 26,0 1 0,1-4 0,-2 7 22,-4 1 1,-2 2-1,-9 1-39,-3 0 0,-3 1 0,-8 0 0,-3 1 38,-5 3 0,-17-1 0,-9 0 0,-5 4 0,0 0 0</inkml:trace>
  <inkml:trace contextRef="#ctx0" brushRef="#br0" timeOffset="131">22233 5677 8446,'-1'-10'-262,"-4"1"1,2 6-518,-7-2 779,7 3 0,-2 2 0,10 0 1,5 0 0,-2 0 0,1 0 14,2 0 1,-3-1 0,2-3-10,1 0 0,2-6 0,0 4 23,-4-2 0,2 3 1,-4-3 112,1 1 1,0-4 4,1 2 0,3-4-33,-8-2 0,1 6-142,-5-1 0,0 9-55,0 1 1,0 6-1,0 8-7,0 1 0,0 1 0,0 1 0,0 3 25,0-3 0,0 4 0,0 0 0,0 0 24,0-1 1,-1 4-1,-3-3 1,-2 0 18,-2 0 0,3 3 0,-4-4 1,-1 1 14,2 0 1,-8-1 0,3-5-1,-1-3 11,-4-2 1,1 1-1,2-4 1,1-1-25,0 0 1,-1-1 0,1-5-161,-1 0-40,7 0 1,2-1 0,8-3 219,2 0 0,56-46 0,-21 21 0,0 1 0</inkml:trace>
  <inkml:trace contextRef="#ctx0" brushRef="#br0" timeOffset="132">22479 5792 7298,'-7'-8'-803,"6"0"1125,-4 3 29,4 4-299,1-6-42,0 14 1,1-1-9,4 4 1,-2 1 0,7-6 1,-6-1 0,6-4 1,0 0-9,4 0 0,0-6-21,1-4 1,-2 2-1,-2 0 5,-2 2 0,1 0 19,4 1 1,1 3-11,-1-3 1,-1 5 0,-2 4-30,-1 0 0,-5 6 0,3-4 1,-1 1-98,1-1 1,-3 5 0,3-1-45,-1 3 1,2-4 0,-2 1 180,1 1 0,-5-4 0,3-1 0</inkml:trace>
  <inkml:trace contextRef="#ctx0" brushRef="#br0" timeOffset="133">22825 5519 8351,'0'-15'-586,"0"9"555,0 6 1,0 6-1,0 9 1,0 1 132,0 3 1,0 3 0,0 7 0,0 0-73,0 0 1,0-1 0,0 3 0,0 1-67,0 1 0,0 6 0,0-4 1,-1 0-51,-4 1 0,2 3 0,-5-4 1,0 0-102,5 0 1,-3-1 0,-1-6 0,-1 1 42,-3 0 1,3-7-1,0-3 1,0-3-374,0-1 517,5-7 0,-16-27 0,3-13 0</inkml:trace>
  <inkml:trace contextRef="#ctx0" brushRef="#br0" timeOffset="134">22883 5792 8162,'8'-14'-125,"3"4"-1,-5 2-257,2 2 459,-5 1-28,10 5 0,-11 6-85,3 4 1,-5 1-1,-4 0 1,0-1 2,0 1 0,-2-3 0,0 0 0,-1 0-147,1 0 1,0 0-1,2 3-193,0-1 0,-6-1 374,5 6 0,0-7 0,25-15 0,3-9 0</inkml:trace>
  <inkml:trace contextRef="#ctx0" brushRef="#br0" timeOffset="135">23084 5835 7409,'0'10'-94,"0"-1"1,2-5 100,3 0 1,3 3-70,6-2 0,0-1 1,1-4-5,-1 0 1,-4-1 0,-1-2 25,2-2 0,-3-6 1,2 1 30,1-3 1,-2 4-1,1-1 20,1-1 1,-5 3 103,-1-2 141,3 7-219,-6-3 1,4 12 0,-6 4-38,0 2 0,0-2 0,0 0 0,2-1-52,3-1 1,-4 5 0,6-3-13,-1 2 0,-4-2 0,4 0-204,0 2 1,-2-6 15,5-1 1,-4 1 251,5-1 0,12-46 0,8-15 0</inkml:trace>
  <inkml:trace contextRef="#ctx0" brushRef="#br0" timeOffset="136">23430 5735 8445,'7'-15'0,"-4"-4"0,5 0 0,0 1-443,0 2 1,-3-3-1,3 0 1,0 1 257,0 2 1,-5 2-1,3-1 440,1 1 0,-4 1-105,7 4 0,-7 4-63,2 10 0,-4 3 0,-1 6 1,0 0-2,0 1 1,0-1 0,0 1 0,0 1-100,0 3 0,-5-3 0,1 5 0,0-2 14,3 0 0,1 0 0,0-3 1,0 2-74,0 1 1,0 0-1,0-5 1,0 1-81,0-1 1,0 1-1,0-1-41,0 0 1,0 1 0,1-1 192,4-5 0,-10-29 0,4-12 0</inkml:trace>
  <inkml:trace contextRef="#ctx0" brushRef="#br0" timeOffset="137">23430 5778 8445,'10'-7'-634,"0"-2"1,-6-3 0,6 1 585,1 2 1,2 6 0,1-2 47,1 3 0,25-11 0,6-3 0</inkml:trace>
  <inkml:trace contextRef="#ctx0" brushRef="#br0" timeOffset="138">23978 5864 8224,'0'-14'-144,"0"-1"1,-5 6-1,1-1-113,0-1 0,3 3 288,1-2 1,1 7-1,3-3-73,0-1 0,8 6-40,-3-4 1,4-2 35,1 3 1,1-6 15,0 5 0,-5-4 104,-1 4 24,-6-6 1,5 8 2,-3-7 0,-3 5 102,3-4-43,-4 5-111,-1-2-66,0 6 1,-1 0 0,-3 2-12,0 2 0,-1 0 9,5 5 0,0 1 0,0 4-45,0 1 0,0-6 0,0 1-59,0 1 0,0 2 0,0 1-53,0 0 0,0 1 0,-2-2-86,-3-4 1,4 4 261,-4-3 0,-9-23 0,-3-5 0</inkml:trace>
  <inkml:trace contextRef="#ctx0" brushRef="#br0" timeOffset="139">24094 5634 8404,'0'-15'-410,"0"1"-92,0 0 0,0-1 590,0 1 1,0 4 180,0 1-369,0 5 1,2-2 0,3 8-57,4 2 0,-2 0 1,-1 4-1,-1 0 2,0 0 1,4 1-1,-4 6 154,-2-1 0,-1 39 0,-2 9 0</inkml:trace>
  <inkml:trace contextRef="#ctx0" brushRef="#br0" timeOffset="140">24224 5749 6868,'8'-6'-15,"-2"4"1,-4-4 305,2 6-236,-2 0 0,4 1-34,-6 4 0,0 3 0,2 5-9,3-4 0,-4-1-44,4-3 0,-3-2 7,-2 7 0,1-7-13,4 2 0,-2-4 0,7-2-26,1-4 0,2-1 1,0-6-1,-2 3 11,-1-2 1,-1 3 0,6-2 56,-1-1 0,0 0 1,-1 0 46,-3 1 1,3 7 2,-4-2 0,-3 5 0,-1 5-14,-3 4 1,-2 4 0,0 2-69,0-1 0,0 0 0,0 1 0,0-1-69,0 0 0,0 1 1,0-1-1,0 1-195,0-1 0,0-4 292,0-1 0,20-18 0,4-1 0</inkml:trace>
  <inkml:trace contextRef="#ctx0" brushRef="#br0" timeOffset="141">24671 5504 8393,'0'-15'-665,"0"5"1,-2 2 684,-3 2 1,2 1 55,-6 5 1,5 7 0,0 2 0,2 4-68,2 2 0,-5 4 1,0 2-1,2 0-41,2 0 0,1 3 1,0-3-1,0-1-66,0 1 1,0 3 0,0-5 0,0 1-11,0 0 1,0-4 0,0 5 0,0-2-43,0 0 0,0 1 150,0-6 0,6-19 0,2-4 0</inkml:trace>
  <inkml:trace contextRef="#ctx0" brushRef="#br0" timeOffset="142">24556 5763 8389,'0'-14'-318,"0"4"0,0 1 0,0-2 61,0-2 1,6 3 0,4 1 270,2-3 0,3 6 0,-1 0 0,1 1 22,-1 0 1,5 0-1,0 5 1,0 0-185,2 0 1,-5 0-1,3 0 1,-3 0-248,-1 0 395,-1 0 0,1 19 0,-1 5 0</inkml:trace>
  <inkml:trace contextRef="#ctx0" brushRef="#br0" timeOffset="143">24843 5763 8209,'-14'2'-503,"0"3"1,6-2 576,3 6 0,3-4 1,2 5-58,0 1 0,0-3 0,2 2-36,3 1 1,3-3-1,6 0-3,0-2 0,1-1 0,0-5 0,-1 0-58,1 0 1,-1 0 0,1 0 50,-1 0 0,0-6 0,-1-4-95,-3-3 0,-4 4 0,-6-1 129,0-1 1,-1 0-1,-4 1 1,-5 4 8,-3-1 1,-3 4 0,-1-5 0,-2 2 20,1 2 1,2 3 0,1 1-96,0 0 1,1 0 0,1 1 59,4 4 0,47 10 0,19 7 0</inkml:trace>
  <inkml:trace contextRef="#ctx0" brushRef="#br0" timeOffset="144">25579 5735 8224,'0'-15'-376,"0"1"1,0-1-193,0 1 1205,0 0-558,0 6 1,0 3-1,0 10 1,-2 3-59,-2 0 0,-3 4 1,-4-2-1,1 4 14,-1 6 0,3-4 0,-1 3 0,-1-3-46,2-2 1,0 0 0,5 1 0,-2-1 1,2 1 1,1-1-1,2 0 44,0 1 1,2-7-19,3-2 0,-2-5 0,7-1 0,1-1-43,2-5 0,1-2 1,2-7-1,1 1-73,3 0 1,-1-6-1,-6 1 1,-2 0-32,-2-2 1,1 4 0,3-7 0,-2 0 48,-1 1 1,-1-4 0,0 3 0,-4-1 49,-3 1 1,-2-4 0,0 4-1,0-3 4,0-2 1,-2 1 0,-1 3 0,-4 1 43,-2-2 0,5 1 0,-6 1 0,0 4 149,2 4 0,-3 2 0,5 1 36,-2 4 1,3 2 0,-3 9-160,2 3 1,1 3-1,5 8 1,0 1-9,0 2 0,0 7 0,0-2 0,0 2-60,0-2 1,1 3 0,3-3 0,0 3-133,0 3 1,2-2-1,0 1 1,1-2-10,-1-3 1,4 4 0,-4-4 0,1 3 32,-1 2 0,4-6 0,-3 0 0,1-1-45,3 1 1,-3-6 177,2 2 0,19-28 0,9-9 0</inkml:trace>
  <inkml:trace contextRef="#ctx0" brushRef="#br0" timeOffset="145">25897 5792 8324,'-10'-2'0,"0"-1"0,1-3 93,1-2-262,-5 5 1,11-5 211,-2 3 0,4 3-93,4-3 0,3 2 1,4 0-1,-1-2-23,1 2 0,0 0 1,0 0-1,-1-2-24,1 2 1,-3-4-1,2 1 40,1-2 1,-5 3 0,-1-4 105,-3 5 0,-4-2 0,-3 6 0,-4 2 41,-4 2 1,-2 3 0,1 4 0,0-1-26,-1 1 0,1 2 0,-1 1-72,1 0 0,1 1 1,4-1-26,4 0 0,3 1 0,2-1-35,0 1 1,5-6 0,1-1 0,4 0-95,6 0 0,-2-5 0,6 2 0,-3-3-16,2-2 1,-3 0-1,4 0 1,-4 0 176,-2 0 0,39-32 0,9-8 0</inkml:trace>
  <inkml:trace contextRef="#ctx0" brushRef="#br0" timeOffset="146">26228 5663 8300,'-6'-8'-615,"3"-4"29,-7 8 1,1-6 869,-6 5 1,1 7-1,1 7-148,4 4 0,-3 2 0,8-1 0,0 0-144,3 1 1,-1-1 0,-1 1 0,-2-1 44,2 0 0,1-3 0,2 2-24,0 3 1,5 2-1,2-4-282,1 1 0,-4-6 0,6 1-80,1 1 0,2-5 1,1-1 348,1-3 0,18-21 0,6-5 0</inkml:trace>
  <inkml:trace contextRef="#ctx0" brushRef="#br0" timeOffset="147">26372 5778 8300,'-14'0'0,"0"0"-341,-1 0 0,1 0 0,-1 0 360,1 0 1,4 4 0,2 3 0,0-1 164,0 1 1,5 4-108,-2-2 1,4 4-1,2 0-84,4-3 1,3 1-1,7-6-45,-1-2 0,0-2 0,1-1 0,-1 0-7,1 0 1,-1 0 0,0 0-1,1-1-32,-1-4 0,-4 2 0,-1-7 81,2-1 0,-4 3 0,-2-2 13,-4-1 1,-1 3 0,-1-1-13,-4-3 1,-2 4 0,-4 0-1,2 2-46,-2 3 1,-2-4 0,-2 3-119,1 0 1,4 3 172,1 1 0,31 13 0,4 3 0</inkml:trace>
  <inkml:trace contextRef="#ctx0" brushRef="#br0" timeOffset="148">26747 5792 8300,'5'-10'-885,"0"1"1,5-1 948,-6-4 0,3 1 0,-4 2 533,2 1-510,0 7 1,-7-3 0,-3 6-48,-4 0 0,-4 0 0,-2 1 0,1 3 15,0 0 1,-1 8 0,2-3-1,2 4-47,2 1 1,1 1 0,-4-1 0,4 0-38,2 1 0,0-6 1,3 1 18,-2 1 1,0 2 0,7 0 8,2-4 0,0 3 0,5-8 1,2 1-22,2-4 1,1-2-1,1-4 1,1-1-58,3-2 0,-3-2 1,3-4-1,-3-2-135,-1-3 0,-1 3 1,0-5-1,1 2 88,-1 0 1,-1-5 0,-2 3 0,-3-1 62,-2-4 0,4 0 1,-5 1-1,-2 1 64,-1-2 1,-2-1 0,0-2 0,0 0 45,0 0 1,0 5 0,0 1 0,0 3 103,0 2 0,-2 2 0,-3 3 246,-4 4 0,1 2-287,-2 7 1,5 7-1,-3 4 1,2 5-16,3 3 0,0 5 0,-1-3 0,0 0-97,0-1 0,3 6 0,1-3 0,0 1-66,0 0 1,0-1 0,0 2 0,0-1-69,0 2 0,0-1 1,0 1-1,0-2-5,0 1 1,5 1 0,-1 0-1,0-2-176,-3 1 0,1-2 317,3 1 0,-4-12 0,5 1 0</inkml:trace>
  <inkml:trace contextRef="#ctx0" brushRef="#br0" timeOffset="149">27065 5792 8246,'-10'-6'-717,"1"-4"0,6 2 644,-2-2 1,3 6 153,2-6 0,7 2-28,2-1 1,4-3 0,0 6-84,-4-2 0,-1 3 18,-3-4 1,1-1 123,4-4 47,-4 6 1,-7-4 95,-4 8 0,2 0-191,-7 9 1,5 2-1,-3 4 1,2-2-58,3 3 1,1-4 0,2 1-15,0 2 0,0 2 1,0 2-123,0-1 0,2 0 0,3 1-25,4-1 1,-1-4-1,2-2 1,-1 0-173,-1 0 0,5-4 0,-3 4 326,3-1 0,1-2 0,0-5 0,-6-26 0,-1-6 0</inkml:trace>
  <inkml:trace contextRef="#ctx0" brushRef="#br0" timeOffset="150">27209 5749 7479,'5'-14'-478,"-1"-1"1,1 1-1,-3 1 660,3 3 0,-4-2 53,4 2 0,-2 2-58,2-2 0,-2 7-6,7-2 0,-2 5-92,1 5 1,-1 3-1,-4 7-44,0-1 0,1 0 0,-5 1 0,2-1-59,2 1 0,-2-1 0,3 0-3,-4 1 1,-1-1-1,0 0 19,0 1 0,0-1 145,0 1-63,0-7 0,0-4-95,0-8 1,0-4 0,2-7 0,1 1-91,2-1 1,5 1 0,-4 0-1,3-1-53,2 1 0,2 0 0,1-1 0,-1 1-157,-3-1 1,3 3 320,-4 2 0,17-3 0,4 5 0</inkml:trace>
  <inkml:trace contextRef="#ctx0" brushRef="#br0" timeOffset="151">27801 5878 7953,'-15'0'-793,"1"0"801,6 0 21,-6-6 1,8 3 86,-4-7 0,10 5 0,10-3-48,3 2 1,2-4 0,-1 4 0,1-2-71,-1-3 1,0 0 0,1-1-1,-1 3 6,1-2 1,-1-2 0,0-1-1,1-2-21,-1-4 1,-1 4 0,-2-3-1,-3 3-9,-2 2 1,4-2 0,-5-2 0,-2-1 1,-1 1 1,-2 7 0,-2 2 19,-3-3 0,-1 4 0,-5 0 0,1 2 0,5 1 0,-3 7-34,2 3 1,1 3 0,5 6 7,0 0 0,5 1 1,0-1-1,0 1 16,1-1 0,-3 2 0,5 2 1,0 1 3,0-2 0,-3-1 1,3-1-1,-2-1 6,-3 1 0,-1-1 1,-2 0-1,0 1 17,0-1 1,0 0 0,-2 1-10,-2-1 0,-4-4 1,-7-2-1,1-2-44,0-3 0,-1 4 1,1-2-123,-1-2 0,1-2-53,0-1 1,6-6-1,3-4 78,3-2 1,4 2 136,3 0 0,28-38 0,14-14 0</inkml:trace>
  <inkml:trace contextRef="#ctx0" brushRef="#br0" timeOffset="152">28160 5417 8313,'0'-14'-6,"0"-1"1,0 1 243,0-1-341,0 7 1,0 8-1,0 12 1,0 4 133,0 3 1,0 5 0,0-3 0,0 1-35,0 4 1,0 3 0,0 3-1,0 2-70,0-2 1,0 0 0,0 0-35,0 1 58,0 7 0,0-5 1,-1 5-1,-2-3-93,-2-2 1,-5 5 0,5-7 0,1-1 49,-3-1 1,4-4-1,-5-2 1,2-2-157,2-2 1,-2-2-195,1-5 442,0-6 0,5-33 0,0-15 0</inkml:trace>
  <inkml:trace contextRef="#ctx0" brushRef="#br0" timeOffset="153">28219 5720 8313,'0'-14'-238,"0"-1"1,1 3 0,3 0-359,0 3 0,3 6 493,-2-2 1,-2-2 0,6 3 241,3 0 0,-4 3 1,0 2-1,0 3-95,0 0 1,-4 3-1,6-4-35,1 2 0,-3 4 0,0-2 1,0-1-19,0 1 1,-5-1 0,2-1-202,-3 4 0,-2-1 3,0 2 1,-2-2 206,-3 2 0,4 2 0,-6-4 0</inkml:trace>
  <inkml:trace contextRef="#ctx0" brushRef="#br0" timeOffset="154">28406 5706 7609,'9'0'210,"1"0"-299,1 0 0,-3 0 78,2 0 1,-1 0-52,6 0 1,-6-5-157,1 0 122,-7-6 1,4 8 66,-7-7 0,-2 7 1,-3-2 33,-4 4 0,1 2 1,-2 2-1,0 4 0,2 1 1,-3-3-1,5 4 17,-2 2 1,0 2 0,-2 2 0,5-1-16,4 0 1,1-4 0,0-1-33,0 3 1,1 0 0,4 1-74,5-3 0,3 1 1,1-6-1,0-2-94,1-1 1,-1 2 0,1 1 191,-1-2 0,20-14 0,5-5 0</inkml:trace>
  <inkml:trace contextRef="#ctx0" brushRef="#br0" timeOffset="155">28738 5677 7455,'-10'-5'-300,"1"0"1,4-4 599,-5 4 1,1 0-240,-6 5 1,1 2 56,-1 3 1,6 3 0,1 6-127,1 0 0,3 1 0,4-1-60,0 1 1,0-1 0,0 0-66,0 1 1,6-1 0,4-1-44,2-4 0,-2-1 0,0-4 35,1 0 1,2 6-1,1-5 141,0-2 0,26-27 0,7-8 0</inkml:trace>
  <inkml:trace contextRef="#ctx0" brushRef="#br0" timeOffset="156">28853 5720 8129,'-15'0'-310,"6"0"40,-1 0 0,6 0 273,-6 0 0,7 2 0,-2 3 41,3 4 0,2 4 0,0 1-79,0 1 1,0-1-1,0 0-119,0 1 0,2-1 0,1 1-555,2-1 709,6-6 0,4-2 0,7-6 0</inkml:trace>
  <inkml:trace contextRef="#ctx0" brushRef="#br0" timeOffset="157">28882 5576 8225,'-10'0'-2081,"0"0"2081,7 0 0,22 39 0,13 9 0</inkml:trace>
  <inkml:trace contextRef="#ctx0" brushRef="#br0" timeOffset="158">29027 5778 8225,'0'-10'-1348,"0"0"1201,0-1 1,0 3 200,0-1 0,0 4 0,1-3 485,4 2-446,-3 1-70,4 5 0,-8 6 0,-1 4-34,-2 3 0,-4-4 1,2 1-1,1 1-29,0 2 1,-4 1 21,5 0 0,-5 1-3,5-1 1,0-4-67,5-1 1,2-5-29,2 0 0,4-4 1,8-3 36,-2-2 0,-4-4 0,-1 4 0,1 0 6,-2-1 0,5 4 63,-4-3 0,4-1 45,1 1 0,-4 0-19,0 5 1,-6 7-170,6 2 0,-5 4 152,4 2 0,1-1 0,4 0 0</inkml:trace>
  <inkml:trace contextRef="#ctx0" brushRef="#br0" timeOffset="159">29314 5475 7666,'0'14'-357,"0"1"0,0 0 326,0-1 0,0 2 0,0 2 0,0 2 46,0 3 1,-1-4 0,-3 5 0,0 0-29,0-2 1,1 6 0,0-5 0,-2 5-43,2 0 1,-3-4 0,1-1-1,2-1-145,1 1 0,-3-5 0,1 1 200,0-3 0,16-33 0,3-9 0</inkml:trace>
  <inkml:trace contextRef="#ctx0" brushRef="#br0" timeOffset="160">29517 5388 8225,'0'10'-407,"0"-1"374,0 3 0,0-4 0,0 1 0,-2 2-116,-3 2 1,4 2 0,-4-1 0,3 1 143,2 0 1,-5 4-1,1 2 1,0-1 7,3 1 0,-4 3 0,0-3 0,2 1-45,2 4 1,1-5 0,0 0 0,0-2-16,0 0 1,0 0 0,0-5 0,0 1-104,0-1 0,0 1 0,0-1 160,0 0 0,0-6 0,25-20 0,7-12 0</inkml:trace>
  <inkml:trace contextRef="#ctx0" brushRef="#br0" timeOffset="161">29632 5763 8225,'-13'-1'-303,"2"-3"386,1 0 1,5-1-136,-4 5 0,4 1 107,-5 4 1,7-2 3,-2 7 1,5-5-116,5 4 0,3-5 9,7 0 1,-1-2 0,0-2-8,1 0 0,-6 0 0,1 0-43,1 0 1,-3 0-1,0 2 81,-1 2 0,4 0 28,-2 5 1,-2-4-1,-3 5 23,-2 1 1,-2 2-1,0 1 1,0 2-28,0 3 0,-2 0 0,-1 5 0,-3 1-11,-2 2 1,-2 2-1,-2 2 1,0 1-26,3 1 0,-1-4 0,-4-7 1,-1 1 9,1-1 1,-5-4-1,0-1 1,1-4 15,2-3 0,2-7 0,-1 2 1,1-4 20,0-1 0,4-1 0,0-4 0,1-5 5,1-3 1,-3-1 0,6 0-29,2-1 1,1 1 0,2 0-1,0-1-121,0 1 0,2-1 0,2 1-136,6 0 1,3 1-1,1 2 261,1 1 0,19-9 0,10-4 0,3-4 0,0 0 0</inkml:trace>
  <inkml:trace contextRef="#ctx0" brushRef="#br0" timeOffset="162">30194 5706 8225,'0'-10'-163,"0"1"1,0 7 202,0 2 1,-2 5-1,-1 6 1,-2-1 41,2 1 1,0 2 0,0 1-100,-2 0 0,0 1 1,5-1-1,-2 0-79,-2 1 0,2-1 0,-3 1 0,2-3-136,-2-2 0,4 3 0,-4-4-224,3 5 1,-2-4-56,-1-1 511,0-5 0,18-37 0,3-15 0</inkml:trace>
  <inkml:trace contextRef="#ctx0" brushRef="#br0" timeOffset="163">30238 5547 8225,'0'-14'-479,"0"4"-581,0 1 868,-6 6 0,4 3 1,-3 9 191,4 4 0,1 40 0,0 9 0</inkml:trace>
  <inkml:trace contextRef="#ctx0" brushRef="#br0" timeOffset="164">30310 5792 7769,'-10'0'-366,"2"2"257,2 2 0,1 0 106,5 5 1,0 1 48,0 4 1,0-4-35,0-1 1,2-5-46,3 0 0,-2-2 19,6-2 0,-1-2 0,4-1 0,-4-3-44,-2-2 0,5 3 1,-1-5-26,3-1 1,-4 3 0,1-1-1,1-1 31,2 2 1,-4-5 0,1 5-1,-1-1 63,-1-1 1,5 7 171,-3-2-136,3 4 0,-1 2 0,-2 4 0,-5 4-1,-4 4 0,-1-3 0,2-1 0,1 3-91,2 0 1,0 3 0,-4-1 0,3 1-123,0-1 0,3 2 167,-2 3 0,-4-8 0,6 2 0</inkml:trace>
  <inkml:trace contextRef="#ctx0" brushRef="#br0" timeOffset="165">30987 5519 11502,'10'-10'-735,"-1"1"0,-5 4 0,2-4 56,0 2 719,-4-4-6,11 3 0,-12-1 4,4-1 1,2 5 227,-2-4-164,0 5 0,-5-4-11,0 4-89,0 2 5,0-4 0,0 7 0,0 4 0,0 5-13,0 2 0,0 3 0,0 1 0,-2 3-31,-2 6 0,2-3 1,-5 2-1,2 3 4,0 5 1,-5 0 0,4 5 0,0-2-56,-1-3 1,-2 3-1,4-1 1,0 0-80,-1 1 0,3-9 0,-5 3 0,1-3-65,4-4 0,0 0 0,0-4-149,-2 1 395,0 0 0,-8-36 0,-3-9 0</inkml:trace>
  <inkml:trace contextRef="#ctx0" brushRef="#br0" timeOffset="166">30843 5835 9981,'-1'-9'-766,"-4"-1"0,3 0 812,-3-4 1,5 1-1,4 2 21,0 1 1,8 6 0,-3-4 0,4 0-44,1 0 1,1 3 0,1-3-1,1 0-6,3 0 1,0 5 0,-2-4 0,3 3-139,1-1 0,-3 0 1,0 3-1,-2-1-476,3-2 576,-4 1 1,4 23-1,-5 5 1</inkml:trace>
  <inkml:trace contextRef="#ctx0" brushRef="#br0" timeOffset="167">31132 5864 7896,'14'-2'-63,"1"-2"0,-1-3 0,1-4-93,-1 1 1,0 1 120,1-6 0,-2 1 60,-4 0 1,-3 4 47,-6 0 0,-1 7 1,-4-2 1,-4 4 0,-4 6 0,0 1 1,2 2-37,1 3 0,5-3 0,-3 2 0,0 1-82,0 2 1,5-4-1,-2 1 1,2 1 12,-2 2 0,4-3 0,-4-1 0,3 2-49,2 3 1,5-4 0,2-2-1,-1 0-84,0 0 1,6-5 0,-3 3 0,4-1-26,1 0 0,1 0 0,-1-5 188,0 0 0,39-32 0,10-9 0</inkml:trace>
  <inkml:trace contextRef="#ctx0" brushRef="#br0" timeOffset="168">31550 5821 8573,'10'0'-1432,"-1"0"1542,-5-7 0,2-1 48,-6-6 0,0 4-87,0 1 0,0 4-80,0-5 0,-2 7 0,-2-2 5,-6 4 1,-3 2-1,-1 3 1,-1 2 1,1 2 0,0 2 0,-1 4-3,1 0 0,-1 1 1,2-1-28,3 1 0,-1-1-137,6 0 0,0 1 116,5 0 0,2-7-8,3-3 1,3-3 0,6-4 21,1-3 0,0-1 0,-1-6 18,1 2 1,-1 0 49,0-4 1,1 0-17,-1-1 1,-4 7 21,-1 3-27,-5 4 0,2 2-20,-6 4 1,0-2 0,0 7-86,0 1 0,2-3 1,1 2-134,2 1 0,-1-3 0,-2 0 230,3-2 0,9-7 0,9-7 0</inkml:trace>
  <inkml:trace contextRef="#ctx0" brushRef="#br0" timeOffset="169">31723 5821 7703,'9'-13'-491,"1"3"1,-5-1-1,3 5 527,-2-2 1,4-2 0,-4-3 91,2 4 435,-5-4-317,4 12 0,-9-4-159,-3 10 0,2 3 1,-5 6-54,2 0 0,-4 1 0,5-1 0,2 0-42,2 1 1,-4-1-1,0 1-62,2-1 1,1 0 0,2 1-103,0 0 0,2-2 1,3-3-39,4-6 0,4-2 0,1-2 0,1 0 210,-1 0 0,1 0 0,31-46 0,9-10 0</inkml:trace>
  <inkml:trace contextRef="#ctx0" brushRef="#br0" timeOffset="170">32055 5504 7093,'-2'-13'-145,"-3"3"1,2 4 395,-6 6 0,5 1 1,-2 4-1,1 5-172,0 3 1,-1 3 0,3 2 0,-4 3-53,-1 1 1,5 2-1,-3 3 1,1-1-13,0-2 0,-4-2 0,4 4 1,0-2-59,-1 1 0,2-4 0,-4 0 0,2-2-4,3 0 1,0-4 0,-1-6-39,0 2 65,-1-4 0,6-1-9,4-12 1,-2 3-1,7-7 1,1-1-73,2-2 1,-3 3 0,-1 1 0,2-2-26,2-2 0,2 3 0,-3 1 0,0-1 68,-3 2 0,1-5 0,4 5 47,1 0 0,-6 2 54,1 6 1,-5 0 54,4 0 0,-6 6 0,2 4 0,-3 3-56,-2 1 0,0-4 0,-2-1 0,-1 2-61,-2 2 1,0 2 0,5-1-163,0 0 1,0 1 0,2-1 2,3-5 1,-2 2 0,6-6 177,3-2 0,20-27 0,6-9 0</inkml:trace>
  <inkml:trace contextRef="#ctx0" brushRef="#br0" timeOffset="171">32256 5821 7521,'15'0'-91,"0"0"1,-5-7 87,-1-2 0,1-4 21,4-1 0,-4 1 0,-2 2 57,-2 1 1,0 2 49,-1-1-68,-3-4 0,-2 11 56,-10-3 1,2 5 0,0 5-101,2 5 1,-4 3 0,6 1 2,0 0 1,3-4 0,-1-1-67,-3 3 1,4 0 0,-4 3-58,3-1 1,4-1 0,1-2-112,2-1 0,6-2 0,-1 3-210,2-1 0,-2-7 428,0 3 0,-1 2 0,6 0 0</inkml:trace>
  <inkml:trace contextRef="#ctx0" brushRef="#br0" timeOffset="172">32531 5735 8790,'8'-2'-458,"-2"-1"-64,0-2 999,-4 0-250,4 5 1,-6 7-274,0 2 1,0 4 0,0 1-92,0 1 1,0-1 130,0 0 0,-1 1 121,-4-1 0,2-1 115,-7-3-144,7-4 0,-3-8 0,6-2-132,0-6 1,1-3 0,4-1-169,5-1 1,2 1-1,1 0 1,-2-1-507,-1 1 724,-1 0 0,44-33 0,-22 20 0,2 0 0</inkml:trace>
  <inkml:trace contextRef="#ctx0" brushRef="#br0" timeOffset="173">22465 6759 7370,'-8'-6'-459,"1"4"1,7-6 508,0 3 1,0 2-45,0-7 1,2 6 107,3 0 1,1-4 3,3-2 1,4 4 148,-3 1-58,-4-3-117,7 0-146,-11-7 0,2 7 53,-8 4 0,-4 2 0,-7 2 32,1 0 0,1 2 1,2 1-1,1 3 10,-1 2 1,3 0 0,-1 3 0,-1-1-27,2 1 0,-1 2 0,6 1 1,-2 3-26,2 2 0,1-3 0,2 4 0,0-4-63,0-2 0,5 0 0,1 1 1,3-1-27,3 1 0,-4-1 0,1 0 0,2 1-49,2-1 0,2-4 0,-1-2 2,0-2 1,1 4 0,-1-6 145,0 0 0,26-22 0,7-6 0</inkml:trace>
  <inkml:trace contextRef="#ctx0" brushRef="#br0" timeOffset="174">22709 6874 7570,'-8'0'-144,"-3"2"131,6 3-204,0 3 174,5 6 0,7-1-11,2-4 0,-1-2 0,2-7 29,1 0 0,-3 0 0,0-2 0,0-1-14,0-2 1,-5-6 56,2 1 0,-3-2 23,-2-3 1,-2 2 0,-3 4-19,-4 4 1,1-1 0,-2 1-63,-1 2 0,-2 1 0,0 4-224,4 2 1,-2 0 262,6 5 0,13 20 0,8 9 0</inkml:trace>
  <inkml:trace contextRef="#ctx0" brushRef="#br0" timeOffset="175">22897 6845 8405,'0'-14'-124,"0"0"-543,0-1 508,0 7 301,0 2 0,0 17-102,0 3 1,0-1-1,0-3 1,0 1-3,0 2 1,0-4 0,2 1-43,2 1 0,-2 2 1,4 0 2,1-4 0,-6-1 0,6-4-38,-1 0 0,-3 1-30,7-5 0,0 0-7,4 0 1,0-6 0,-1-4-15,-3-3 1,-2 4-1,-5-1 4,2-1 0,4-2 80,-4-1 1,5-1-47,-5 1 0,1 6 10,-1 3 49,-4 4 1,6 2-1,-6 4-3,4 5 0,-3-2 0,3 1 0,-2 1-38,2-2 0,-4 5 0,6-5 1,-3 1-84,1 1 1,5-5 0,-4 3-1,0 0-9,1 0 1,2-4-1,-2 4 126,1-1 0,8 4 0,6-3 0</inkml:trace>
  <inkml:trace contextRef="#ctx0" brushRef="#br0" timeOffset="176">23243 6874 8405,'0'-9'-136,"2"1"-532,3 1 585,-4 2 0,7 5 129,-3 0 0,2 2 1,4 3-57,-2 4 1,-4 4 0,3 2-48,-1-1 0,2 0 1,-4 1 9,-2-1 0,0-4-105,2-1 125,-3 1 26,4-2 1,-6-3-9,0-10 1,0-3-68,0-6 0,0-1-131,0 1 0,0-1-29,0 1 1,2 4 235,2 1 0,17 6 0,10-4 0</inkml:trace>
  <inkml:trace contextRef="#ctx0" brushRef="#br0" timeOffset="177">23603 6817 8405,'0'-15'-440,"0"1"0,0 4 348,0 1 0,0 4 192,0-5 1,-2 7-134,-2-2 0,-3 5 31,-2 5 0,2 3-10,7 6 1,0 1-1,0-1-12,0 1 1,0-1 0,2-1 0,1-2 15,2-1 0,4-1 1,-2 4-1,-1-2 11,1-1 0,2-1 1,-2 6 8,2-1 1,-6-4 0,3-2 0,-1 0 29,0 0 1,0-4-1,-5 6 9,0 1 0,-2-4-44,-3-3 0,-3-2-15,-6-2 0,-2 0-192,2 0 0,4 0-250,1 0 0,6-2 287,-2-2 0,3 0 163,2-5 0,32-14 0,9-7 0</inkml:trace>
  <inkml:trace contextRef="#ctx0" brushRef="#br0" timeOffset="178">23791 6889 8314,'-8'-7'-154,"-5"6"1,10-6 0,-5 9 229,2 3 1,1-2-1,5 6-92,0 3 0,0 0 0,0 3-143,0-1 0,0 1 1,0-1-176,0 0 0,0 1-587,0-1 921,0 0 0,6-12 0,2-4 0</inkml:trace>
  <inkml:trace contextRef="#ctx0" brushRef="#br0" timeOffset="179">23834 6701 8405,'-9'0'-1216,"-1"0"0,7 1 1190,-2 4 1,3 3 25,2 6 0,20 34 0,4 6 0</inkml:trace>
  <inkml:trace contextRef="#ctx0" brushRef="#br0" timeOffset="180">23949 6946 8285,'-8'2'-431,"2"1"312,0 2 239,4 0 1,-4-4-73,6 4 1,-2-2-194,-3 7-20,4-7 159,-6 3-17,7-6 0,2-1-60,3-4 0,-2-3 1,5-6 3,-2-1 0,4 6 0,-4-1 1,2 0 16,3 2 1,-3-3 0,0 5 0,0-1 10,0 1 1,2-4 40,4 6 1,1-1 72,0 5 0,-5 0 0,-2 1-31,-2 4 0,-1-2 0,-5 7 0,1 0-21,4-2 0,-3 4 0,3-2-108,-4 3 0,4 1 1,0 1-141,-2-1 1,3 0 236,-1 1 0,19-1 0,0 0 0</inkml:trace>
  <inkml:trace contextRef="#ctx0" brushRef="#br0" timeOffset="181">24396 6831 8405,'0'-14'-219,"0"4"1,-1 0 0,-2-1-167,-2-2 0,-2 4 0,3 1 503,-6 1 0,-1 1 0,0 3 0,1-2-17,-1 2 1,0 3 0,-1 3 0,3 3-51,-2 2 0,3 0 0,0 4 0,0-3-32,0 2 0,4 2 0,0 2-101,2-1 1,2 0 40,0 1 0,2-1 0,2-1-48,6-3 1,-2-4 0,2-6-47,1 0 0,2 0 0,1 0-48,0 0 1,1 0 110,-1 0 0,-1-2 0,-2-1 167,-1-2 1,-5-4 487,4 4-401,-6 0 1,4 7 0,-7 3-119,0 4 1,-5 4-1,0 1 1,2 1-62,1-1 0,2 2 1,0 2-1,0 2-22,0 3 0,0-1 1,0 4-1,0-2 4,0 1 0,0 2 1,0-1-1,-1-2-17,-4 1 0,-1 2 0,-7 0 0,0-1-29,-3-2 0,-6-6 0,1 1 0,-3-3 23,-7-2 1,3-1 0,-6-2 0,4-3 30,1-1 0,7-3 1,2-5-1,4-4 41,2-5 1,0 2 0,5-1 0,4-2-32,3-2 1,4-2 0,3-1 0,4-1-96,5-2 0,0-1 1,2 6-1,4 0-21,4-1 0,3 1 113,2-1 0,-7 8 0,-1 0 0</inkml:trace>
  <inkml:trace contextRef="#ctx0" brushRef="#br0" timeOffset="182">19970 8490 8463,'-15'0'-291,"7"0"0,2 6 0,6 4 1,-2 2 399,-3 3 1,4-1 0,-4 2 0,3 2-76,2 1 1,0 5 0,0-5 0,0 0 6,0 2 1,0-5-1,0 3 1,0-3-55,0-1 1,0-1-1,-1 0 50,-5 2 0,4-2 0,-4-1 142,0-3 0,2-4-123,-5-6 0,1-2 0,-2-2-39,5-6 1,-1-3 0,1-1 0,2-2-14,1 2 1,1 0-1,-2-1 1,-2-1-17,2-3 0,1 3 0,2-5 0,0 2-4,0 0 1,-5-7 0,1 2 0,0-3-8,3-2 1,-1 1-1,-1-1 1,-2-1-2,2-4 0,1 3 0,2-3 1,-1 4 19,-4 1 0,3 0 0,-2 2 1,2 1 3,2 2 1,0 7-1,0-2 1,2 3 21,2 1 0,0 2 0,4 2-11,-2 2 0,5 5 0,-1 0-10,2 2 0,3 2 1,-1-2-1,1-1-22,-1-2 1,1 1 0,0 4 0,-1 0-42,1 0 0,1-5 0,1 0 0,2 2-71,-1 1 1,-2 2-1,-2-1 1,1-3-128,-1 0 1,0-1 0,1 5-136,-1 0 1,-4 1 394,-1 4 0,-25 22 0,-1 12 0</inkml:trace>
  <inkml:trace contextRef="#ctx0" brushRef="#br0" timeOffset="183">19839 8490 7833,'10'0'-107,"-1"0"0,1 0 0,4-2 24,1-3 0,-1 4 0,1-4 1,0 3-101,-1 2 0,-3-5 0,4 1 183,6 0 0,11 3 0,4 1 0</inkml:trace>
  <inkml:trace contextRef="#ctx0" brushRef="#br0" timeOffset="184">20142 8490 8463,'-9'0'-232,"-1"0"146,-1 0 0,3 0 0,0 1 52,1 4 1,-2 3 0,4 6 0,0 1 83,-1-1 1,4 2 0,-3 2-1,4 3-112,1 1 0,0-3 0,0 4 0,0-1 41,0 0 1,6-4 0,4 1-54,3-3 0,-4-6 0,1-2 47,1-2 1,2 0 0,1-6-20,1 0 0,-6-8 1,-1-1-39,-1-4 0,-1 0 1,-3 2-1,2 1 56,-2-1 0,-1-2 0,-4-1 21,-3 0 0,2 1 0,-5 2 0,0 3 18,0 1 1,3-2 0,-3 2 0,0 1-16,0 0 1,4-4 0,-6 5-185,-1 2 0,3 1 188,-2 2 0,13 20 0,-1 4 0</inkml:trace>
  <inkml:trace contextRef="#ctx0" brushRef="#br0" timeOffset="185">20272 8562 8463,'1'-8'-1053,"4"3"0,-2 3 1411,7 2 0,-5 7 1,3 2-295,-2 4 1,0 1-1,-2 1 1,0-1-64,0 1 1,-3 4 0,-1 0-6,0-2 1,0-1 0,0-1-39,0-1 69,0-6 0,0-3-27,0-10 1,0-3 0,0-6-1,2-1-80,4 1 1,-3-5 0,6 0-1,3 0-85,0-2 0,3 5 1,-2-3-1,-1 3-144,3 1 0,-4 1 309,8-1 0,23-18 0,4-6 0</inkml:trace>
  <inkml:trace contextRef="#ctx0" brushRef="#br0" timeOffset="186">21354 8345 8463,'0'-15'-579,"1"3"195,4 2 0,-2-3 0,5 4 490,-1-4 1,4 3 0,-2 1-16,4-3 0,2 0 0,-1-3-46,0 1 1,-4 4 0,0 1 63,1-2 0,-3-1 0,0 1-32,-2 2 1,-3 5-35,-7 0 0,-6 4 1,-8 3-19,-1 2 1,-2 7-1,4 1 1,-4 5-27,-1-1 0,4 4 0,-3-2 0,2 0-13,0 2 1,0-3 0,4 4 0,1-1-23,0-3 0,1 3 0,2-1 0,3-3-62,1-1 1,2-2 41,5 1 0,2-2 0,3-4 28,4-4 1,4-5-1,2-3 1,-1-4-55,0-1 1,-1 4-1,-2-6 1,-1 0 20,1 3 0,-3-6 63,2 3 0,-7 2 54,2-1 1,-5 5 0,-5 1 68,-5 6 1,-2 1 0,-3 5-1,1 2-26,-1 2 0,1 1 0,0 1 0,-1-1-66,1 1 1,4 4-1,1 0 1,-1-1-15,2-2 1,0-2 0,5 0-55,-3 1 1,1-1 0,5 1-132,0-1 0,8-1 1,1-4-58,4-4 0,1 2 1,1-3-1,-1-1 13,1-1 1,-1-2-1,0 0 1,1 0 209,-1 0 0,1-5 0,-1 1 0,26-33 0,6-3 0</inkml:trace>
  <inkml:trace contextRef="#ctx0" brushRef="#br0" timeOffset="187">21483 8562 8463,'15'-5'0,"-1"-2"-398,0-1 0,-4 4 1,0-4-1,-1 0 190,-1 0 1,-1 3 0,-5-3 189,3 1 1,-2-2-97,7 4-44,-7 0 158,3 5 0,-25 0 0,-6 0 0</inkml:trace>
  <inkml:trace contextRef="#ctx0" brushRef="#br0" timeOffset="188">21570 8475 6365,'-8'-1'107,"1"-3"93,1 0 1,4-3 322,-3 2-101,4 4-74,1-6-285,0 7 1,0 2 0,0 3-18,0 4 1,6 4-1,2 2-86,0-1 0,1 0 1,-6 1-1,4-1 4,1 1 0,-4-1 0,4 0 1,0 1-199,0-1 1,-4 1 0,2-1-116,0 0 1,1 1 0,4-3 348,-1-2 0,-7 3 0,16-37 0,-3-2 0</inkml:trace>
  <inkml:trace contextRef="#ctx0" brushRef="#br0" timeOffset="189">21758 8475 8463,'-15'8'-434,"1"-3"0,-1-3 0,1-1 535,0 4 1,4-2-1,0 5-24,-1-1 0,-2 4 0,-1-3 0,1 1-108,4 1 0,-3 0 0,6 2 0,-2 0-89,-4-3 0,4 1 1,0 4-1,2 1-115,2-1 1,-2 0 234,1 1 0,0 5 0,5 3 0</inkml:trace>
  <inkml:trace contextRef="#ctx0" brushRef="#br0" timeOffset="190">21989 8461 7837,'0'-15'-556,"0"1"0,-2 6 830,-4 3 0,-2 4-173,-6 1 0,0 6 1,-1 4-1,1 2-98,-1 3 1,6-1 0,1 1 0,0-1-33,0 0 1,3 1 0,-3-1 0,2 1 29,2-1 1,3-4-1,-1-1-41,-3 2 0,4-3 1,-2 0 25,6-1 1,0-2 0,7-5-21,1 0 0,2-7 0,1-1-110,0 0 1,1-5 0,-1 4 53,1-4 1,-1-1 0,0 1 54,2 3 0,-8 2 0,-2 5 46,1-2 1,-4 0 214,6 5-171,-5 0 1,2 7-1,-6 2-48,0 4 1,0 2-1,0-1-159,0 0 0,0 1 1,0-1-532,0 1 683,0-7 0,6 11 0,2-3 0</inkml:trace>
  <inkml:trace contextRef="#ctx0" brushRef="#br0" timeOffset="191">22147 8504 6356,'8'0'1185,"-2"2"-1061,-6 2 1,0 0-151,0 5 1,-4 1-27,-1 4 0,0-4 0,3-2-53,-2-2 116,2 5-115,-4-3-13,6 0 0,1-3 0,4-10-6,5-4 0,-2 1 0,1 0 0,1 0 78,-2 0 1,5 3 0,-4-5 23,4-1 1,-3 5 64,-1 1 1,-4 3 218,4 2-215,-5 0 0,2 2 1,-6 3-15,0 4 0,0-1 24,0 2-18,0-7 0,2 4-68,2-7 1,0 0-29,5 0 0,-4 0 0,3-2 1,0-1-14,0-2 0,-3-1 53,4 1 1,-1 2 0,4-5 64,-3 1 0,-4 2 447,5 5-112,-7 0-360,10 0 0,-12 7-58,4 2 1,2 4-70,-2 2 0,2-6 1,-4 1-374,2 1 0,6-5 476,-2-1 0,-2-3 0,25-28 0,0-6 0</inkml:trace>
  <inkml:trace contextRef="#ctx0" brushRef="#br0" timeOffset="192">22652 8244 6854,'-8'14'398,"0"1"1,4 1 0,-2 3-223,-2 5 1,3 3 0,-4 3 0,-1 0-136,2 4 0,-5-2 1,4 6-1,-4 2-103,-2 2 0,1 1 1,0 0-1,-1 0 19,1 0 0,0-3 1,-1-3-1,2-1-112,4 1 1,-4-7 0,5 1 0,0-7-214,2-3 0,0-2-435,1-5 637,0-6 0,7-8 1,1-9 165,2-4 0,26-59 0,-15 29 0,0 0 0</inkml:trace>
  <inkml:trace contextRef="#ctx0" brushRef="#br0" timeOffset="193">22680 8518 8171,'8'0'-103,"5"0"0,-11 2 0,2 3 150,-2 4 1,-2 4 0,-2 2-131,-2-1 1,0 0 0,-4 1-53,2-1 1,-3-4 0,2-2-1,1 0-225,-1 0 0,-4 0-237,2 1 597,2 4 0,20-62 0,11-9 0</inkml:trace>
  <inkml:trace contextRef="#ctx0" brushRef="#br0" timeOffset="194">23012 8187 8282,'-9'4'-348,"1"3"1,1 1 488,4 3 1,0 3-1,0 4 1,-2 3 4,2 1 0,-1-3 1,1 5-1,-2 0-134,2 0 1,2 3 0,1-3 0,-2 3-101,-3 2 1,4-5 0,-4 0 0,2 0-83,-2-2 0,3 4 1,-3-6-1,2 1-189,-2 0 0,4-2 1,-4-5-299,3 1 657,2-7 0,7-21 0,1-11 0</inkml:trace>
  <inkml:trace contextRef="#ctx0" brushRef="#br0" timeOffset="195">23027 8533 8414,'-10'0'-1422,"0"0"1906,7 0-423,-3 0-91,19 0 1,-4-2-8,10-3 0,-4 2 0,-4-5-86,-1 2 1,-6-1 66,6 3 0,-7 0 42,2-5 0,-5 6 164,-5-2 0,2 3 0,-7 4 35,-1 3 0,-2-2 0,1 6 0,0 1-69,3-2 1,4 5-1,-3-4 1,2 4-69,2 2 0,-2-6 0,1 1 0,2 1-16,1 2 1,2-4-1,0 1 1,2 0-104,3-2 0,3 3 1,5-5-1,-2 1-136,-2-1 0,6-1 0,4-5 0,-1 1-192,-2 4 0,0-3 0,1 2 399,2-2 0,32-15 0,5-3 0</inkml:trace>
  <inkml:trace contextRef="#ctx0" brushRef="#br0" timeOffset="196">23748 8389 8414,'-8'0'-560,"2"-6"678,6 4 1,0-4-1,0 12-145,0 4 0,0-2 0,0 1 30,0 2 0,0-3 0,0 2 8,0 1 0,4-3 0,3 0-3,1-2 0,-3 4 0,4-5-11,2-2 1,2-1 0,1-2-62,1 0 0,2-2 0,1-1 0,-2-4-24,2-1 0,-1 4 0,-2-4 54,-1 1 0,0-2 0,1 4 3,-1 2 1,1 1 86,-1 2-91,0 0 0,-1 2 0,-2 3-46,-7 4 0,-2-1 1,-2 2-1,0 1-109,0 2 1,0-4 0,-2 1 0,-1 1-12,-3 2 1,-5 1 200,2 1 0,-36 12 0,-9 3 0</inkml:trace>
  <inkml:trace contextRef="#ctx0" brushRef="#br0" timeOffset="197">23676 8734 8414,'-13'10'0,"2"-2"0,3 0-382,2 0 1,1-3 71,5 4 423,0 2 0,6-3 0,4-3-105,3-4 1,-4-1 0,1 0 0,1 0-28,2 0 1,1-1-1,1-3 1,-1-2-3,0-3 1,2 4 0,2-3 0,-1 0 2,-4 0 1,2 5-1,-6-3 1,4 1 5,1 0 0,-4 0 0,0 5 4,1 0 0,2 0 1,-1 2-101,-2 3 0,-4 3 108,-6 6 0,-6 40 0,-2 8 0</inkml:trace>
  <inkml:trace contextRef="#ctx0" brushRef="#br0" timeOffset="198">24873 8345 8386,'0'-10'-494,"0"1"0,0 4 227,0-5 1,0 5 529,0-4 1,0 4-173,0-5 1,7 2-1,0-3-3,1 2 1,0 4 0,-3-5 1,5-1 0,-2 3 0,1-2-54,3-1 0,-6-1 1,0-1-39,1 3 1,-6-3 0,4 4-22,-3-4 1,-9 5 0,-2 3 0,-6 4 27,-4 1 0,2 0 1,-7 0-1,-3 1 66,0 4 1,-2 3 0,0 6 0,1 2 8,-1 4 0,2-3 0,1 7 1,4 2-59,1 1 1,3-3 0,7 0 0,3 1-66,2 3 1,1 1 0,5-1-1,0-3-69,0-1 1,2-2 0,1 4-1,3-4-69,2-1 1,2-2 0,4-3-267,1 4 0,-1-1 0,0 2-97,1-7 544,-1-3 0,0-3 0,1-2 0</inkml:trace>
  <inkml:trace contextRef="#ctx0" brushRef="#br0" timeOffset="199">24829 8490 8157,'-10'0'-356,"1"0"0,6 1 390,-2 4 1,3-2 0,2 7 0,0 1-52,0 2 0,0 1 1,0 1-52,0-1 0,7 0 8,2 1 1,2-6 0,1-1 48,-3-1 1,1-2 10,5-5 1,-1-2 0,-1-3 0,-3-4 0,1 1 0,-6-2 1,-2-1 0,-1-2 0,-1 0 0,2 2 1,2 1-26,-2-1 1,-3 3-1,-4 0-35,-6 2 1,2 1-1,-2 5 1,-1 0-161,-2 0 1,-1 0 0,-1 2 217,0 2 0,7-2 0,-11 30 0,3 0 0</inkml:trace>
  <inkml:trace contextRef="#ctx0" brushRef="#br0" timeOffset="200">25003 8475 7259,'8'-8'-64,"-2"2"1,-6 12-1,0 4 19,0 3 1,0 1 0,0 0-1,0 1 0,0-6 1,0 1-16,0 1 1,2-4 0,1-1-4,2 0 0,1-4 39,-1 3 0,-2-4 0,7-2-13,1-4 0,-3 2 0,1-7 5,3-1 0,-1-2 0,0 0 34,-2 4 0,1-4 9,4 3 1,-4 4 44,0 1 0,-6 4 0,4 2-32,-1 4 0,-1 3 0,-3 6-43,2 1 0,0-6 0,-5 1 0,0 1-41,0 2 0,0-3 0,2-1 60,2 2 0,-2 9 0,4 2 0</inkml:trace>
  <inkml:trace contextRef="#ctx0" brushRef="#br0" timeOffset="201">25392 8389 8433,'-14'0'-644,"-1"0"1,1 0 641,-1 0 0,7 6 0,4 4 65,2 3 1,2 1 0,0 0-81,0 1 1,0-1-1,0 1 1,2-1 24,2 0 1,-2 1 0,4-1-1,1 1 0,-6-1 0,6 0 52,-1 1 1,-4-1-17,3 1 1,-5-6 0,-4 1 0,-2-1-36,-2-1 1,-2 0-1,-5-4-61,-5 0 1,4 6 0,-4-4-48,4 2 1,2-5-1,-1 2-637,1-3 736,6-2 0,34-19 0,14-5 0</inkml:trace>
  <inkml:trace contextRef="#ctx0" brushRef="#br0" timeOffset="202">25522 8547 8433,'-10'2'-617,"0"3"1,6 3 0,-4 6 643,1 0 0,2 1 0,5-1-82,0 1 0,0-1 1,0 0-428,0 1 482,0-1 0,7-6 0,1-2 0</inkml:trace>
  <inkml:trace contextRef="#ctx0" brushRef="#br0" timeOffset="203">25550 8418 8433,'0'-15'-342,"0"1"1,0-1-377,0 0 1,0 6 649,0-1-249,0 7 317,0 9 0,13 43 0,3 20 0</inkml:trace>
  <inkml:trace contextRef="#ctx0" brushRef="#br0" timeOffset="204">25695 8504 8433,'-10'0'-439,"0"0"1,5 0-1,-3 2 564,2 2 1,-1 3 0,4 4 0,-2-1-65,2 1 0,2 2 0,1 1 0,0 0-58,0 1 0,0-1 0,0 1 1,0-1 18,0 0 0,1-4 0,4 0 27,5 1 0,-2-5 0,1-1-26,2-4 1,-3-1-1,3-1 1,-1-4-53,-2-5 1,4 3-1,-4-3 1,2-1-128,0-2 1,-3-3 0,5-2 0,-3-1 48,2 2 1,-3-1 0,0 0 0,0-2 53,0-3 1,-4 4 0,2-5 0,-1-1 28,0-3 0,-1 4 0,-4-1 0,0 0 15,0-2 1,0-2 0,0 0-1,0 0 19,0 1 1,-4 4 0,-3 1 0,1 2 50,-1 4 1,-2 1-1,2 3 54,-1 3 0,4 6 1,-4 10-54,1 8 0,2 2 1,5 7-1,0-1-22,0 1 1,0 1 0,0 4 0,0 1-55,0 0 1,0 0 0,0-1 0,0 0-40,0-3 1,5 2 0,0-5 0,0 2-51,1 0 1,-3-2-1,5 4 1,0-4-98,0-1 1,-4 0 0,2-3-321,0 1 520,2 0 0,13-24 0,2-4 0</inkml:trace>
  <inkml:trace contextRef="#ctx0" brushRef="#br0" timeOffset="205">25997 8562 8148,'2'-13'-1653,"1"2"1700,2 1 1,0 5 93,-5-4 0,4-1-90,1-4 0,6-1-12,-1 1 0,-4 4 168,-1 1-45,-3-1-56,-2-4 1,-2 7-61,-3 7 1,4 7 0,-6 6-1,3-2-41,-1-2 0,0 1 1,5 4-29,0 1 1,0-1 0,0 0-1,2-1-48,2-3 0,0 1 1,4-5-1,0 1-164,0-1 1,-4 4-1,6-4-91,1 2 326,2-5 0,28-15 0,5-12 0</inkml:trace>
  <inkml:trace contextRef="#ctx0" brushRef="#br0" timeOffset="206">26257 8432 8433,'8'-6'-353,"-1"3"0,-6-5-100,4 1 648,-3 2 1,9 7-166,-6 3 1,-1 3 0,-4 6-43,0 0 0,0 1 0,0-1-38,0 1 0,0-6 0,0 1 27,0 1 1,-4 2 36,-1 1 0,-5-4 29,5-1 0,-1-5-34,1 0 1,4-4 0,-3-4-32,8-6 1,-1-1 0,5 0 0,0 1-91,0-1 0,1-2 0,6-1 50,-1-1 1,1 1 0,-1 1 0,0 2-59,1 1 1,-1 2 0,0-3 0,1 3 65,-1 2 0,-4 1 0,-2 3 0,0-1 129,0-2 0,-3 0 0,3 6 97,-2 5 0,-1-3 1,-5 7-5,0 1 1,0 2-1,0 1-102,0 0 0,0 1 0,0-1-127,0 1 1,0-1 0,0 0-275,0 1 1,0-1 334,0 1 0,0-14 0,0-2 0</inkml:trace>
  <inkml:trace contextRef="#ctx0" brushRef="#br0" timeOffset="207">26647 8403 8433,'-10'0'-641,"1"0"0,4 2 771,-5 3 1,7-2 0,-2 7-71,4 1 0,1 1-160,0 3 0,0-1 1,-2 1-258,-3-1 0,4-4 357,-4-1 0,-3-6 0,0 4 0</inkml:trace>
  <inkml:trace contextRef="#ctx0" brushRef="#br0" timeOffset="208">26647 8461 7283,'0'-10'-251,"0"1"1,0 4 914,0-5-334,0 7-244,0-3 0,0 7 0,-2 3 0,-1 2-23,-2 2 0,-1 1 0,3 6-53,-2-1 1,-2-4 0,4-1 0,-2 3-54,2 0 0,2-2 0,-1-2 1,-1 0-2,-2 0 0,0-3 62,5 4-73,0-5 1,0 0-20,0-8 0,7-4 1,2-7-112,4 1 0,1-1 0,1 1 51,-1 0 0,0-1 0,1 2 0,-2 2 58,-4 2 0,4 4 0,-3-5 87,2-1 1,3 5 27,-1 1 0,-4 3 0,-2 4 61,-2 3 0,-1 3 0,-5 6 64,0 0 0,0 1 1,0-1-44,0 1 1,5-1 0,0 0-106,-2 1 1,-2-6-1,1 1-25,3 1 1,-2-3 0,7 0 6,1-1 0,1-3 0,3-4-21,-1 0 0,-4 0 0,-1 0 0,3 0-10,1 0 1,-3-6 0,0-2 0,-1-2-25,-1 1 0,5-1 1,-3-3-1,1 2 1,-2 2 1,3-1 0,-8-4 0,1 1 29,2 3 0,-6-3 0,4 4 12,-3-4 33,-2-1 9,0-1 1,-5 9 0,-2 6 81,-1 8 1,5 5 0,-3 1-1,1 0-39,0 1 1,0-1 0,5 1-1,0 1 13,0 3 1,0-3 0,0 5 0,0-1-36,0 4 0,0 4 0,0 0 1,-1 1-54,-4 0 0,2 0 1,-7 1-1,-1 5-9,-2 3 1,-1-3 0,-2-1-1,-4-2-57,-4 1 1,-4-2-1,0 1 1,-1-5-23,0-3 0,0-11 1,1-1-1,-1-4 81,0-4 1,7-3-1,3-2 41,3-4 1,8-3 0,3-7 0,3-1-64,2-3 0,0 2 0,2-6 1,1 1-75,2-1 0,6 1 1,-1-4-1,2 4-12,3 1 0,4-3 119,0 5 0,32-26 0,4-2 0</inkml:trace>
  <inkml:trace contextRef="#ctx0" brushRef="#br0" timeOffset="209">26416 8215 8460,'0'-9'-606,"0"-1"0,1 2 158,4-1 635,-4-4 0,7 6-99,-3-2 1,-3 1 0,4 5 169,1-2-194,-6 0 0,7 5-66,-3 0 1,-3 2-61,2 2 55,-2-2 42,-2 11 133,0-12-402,0 6 29,0-7 1,0 1 204,0 4 0,0-3 0,0 4 0</inkml:trace>
  <inkml:trace contextRef="#ctx0" brushRef="#br0" timeOffset="210">27786 8302 5852,'-8'0'-30,"-5"-7"1,5-1 0</inkml:trace>
  <inkml:trace contextRef="#ctx0" brushRef="#br0" timeOffset="211">27786 8273 6137,'8'0'464,"0"0"-201,-3 0-163,-3-7 1,9 4 103,-6-6-107,6 5 1,-8-4-51,7 4 1,-7 0 42,2-5-67,3 6 10,-7-10 1,6 10-13,-7-7-25,0 7 0,0-5-50,0 3-58,0 4 85,0-6 45,0 7 534,0 0-524,0-6 0,0 3-20,0-7 64,0 7 1,0-5-61,0 3-26,0 3 0,0-6 55,0 4 45,0 2 0,-2 7-48,-3 9 1,-3 9-1,-6-3 1,-1 3-37,1 2 0,-2 2 0,-2 4 1,-2 1-69,-4 1 0,5 2 0,-3-5 0,1 2-12,3 2 0,4-5 0,3-7 0,3-1-5,1-4 0,1-5 0,3-3-121,-2 2 1,2-4 45,8-2 0,3-4 0,6-1 22,0 0 0,-4-5 0,-2-1 0,0 0-34,0-1 1,-3 1-1,4 1 170,3-5 0,7-28 0,3-8 0</inkml:trace>
  <inkml:trace contextRef="#ctx0" brushRef="#br0" timeOffset="212">27613 8432 8545,'-15'8'0,"1"-3"-219,-1-4 1,6-1 91,-1 0 0,9 0 1,1 0 156,8 0 0,4-4 0,3-1 0,-1 0-66,1-1 0,4 4 0,0-4 0,0 1-28,2 0 1,-3-1-1,4 3 1,1-2-118,0 2 0,-6-1 1,4 1-1,-2-2-446,0 1 627,1 3 0,0-6 0,3-1 0</inkml:trace>
  <inkml:trace contextRef="#ctx0" brushRef="#br0" timeOffset="213">27988 8374 7984,'8'7'5,"-4"3"0,-2-2 1,-2 1-1,-2 2 24,-2 2 0,2 1 0,-4 1 0,1-1-155,0 1 1,-1-1 0,2 0 0,-2 1-174,-2-1 0,5 1 1,-2-1-1,2-1 299,-2-4 0,-3-28 0,-6-13 0</inkml:trace>
  <inkml:trace contextRef="#ctx0" brushRef="#br0" timeOffset="214">28031 8258 8478,'-2'-8'-605,"-3"4"1,2 2 0,-5 4 211,2 2 393,1 4 0,-1 45 0,-2 10 0</inkml:trace>
  <inkml:trace contextRef="#ctx0" brushRef="#br0" timeOffset="215">28176 8475 8233,'-14'2'-1462,"3"1"1439,1 2 0,7 6 61,-2-1 1,4 2-1,1 3 10,0-1 0,0 1-37,0-1 27,0-6 1,1-2-1,4-6-43,5 0 0,-2 0 0,2-1 18,1-4 0,-3 2 0,2-5 0,-1 0-40,-1 0 1,5 0 0,-3-3 0,1 1-79,-1-1 1,2 0-1,-2-1 1,3 3 57,1-2 0,-4 3 0,-1 0 0,1 0 61,-2 0 0,5 5 198,-4-2 10,-2 3 1,-1 9-153,-6 2 0,-5 4 1,1 1-1,-1-1-27,-2-3 1,6 2 0,-6-2-47,1 3 1,4-4-27,-2 1 28,2-7 0,4 4-66,2-7 0,0 0 0,5-2 4,2-3 0,2 2 0,1-7 0,1 1-9,-1 1 0,1-3 1,-1 4-1,0 1 51,1-1 0,-6-2 0,1 4 0,0 0 65,-2-1 1,4 4 127,-2-3 0,-4 5-121,-1 5 0,2-2-53,-3 7 1,1 0-143,-5 4 0,0 0-384,0 1 528,0-1 0,7-6 0,2-1 0</inkml:trace>
  <inkml:trace contextRef="#ctx0" brushRef="#br0" timeOffset="216">28651 8518 8190,'-8'0'-1182,"2"0"1212,6 0 1,2-4-64,2-1 1,-2-2 0,4 4 51,1-2 1,-4-4 0,5 2 124,-2-1 0,-1 4 41,-5-6-69,0 7 1,-6-4-1,-4 7-22,-3 0 1,-1 7 0,0 1 0,-1 1-74,1 1 0,1 0 0,1 4 0,4 0-30,2 1 1,-4-6 0,5 1-1,2 1-55,1 2 1,2-3-1,2-1-36,3 2 0,3-4 0,6-2 0,2-4-111,-2-1 1,0 0 0,2 0 0,2 0-527,1 0 737,0 0 0,34-32 0,9-8 0</inkml:trace>
  <inkml:trace contextRef="#ctx0" brushRef="#br0" timeOffset="217">28998 8374 7979,'5'-15'-315,"-1"1"1,1 4 0,-5 1 310,0-3 0,0 0 107,0-3 1,-1 2-29,-4 4 1,2 2 37,-7 7 1,-1 2-75,-3 3 1,1 3 0,4 6 0,4 1-25,3-1 1,2 0 0,0 1 0,0-1-11,0 1 1,0 0 0,0-1 0,2 1-3,3-1 1,-4 0 0,6 1 7,-1-1 1,-4 1-1,4-1 18,0 0 0,-4 1 0,3-1 17,-4 1 0,-2-6 0,-4 1-47,-5 1 0,-7-3 0,-2 0 1,1-2-27,2-2 1,2 2 0,-1-1 0,1-2-139,-1-1 0,1-2-129,0 0 1,6-2 0,5-3 70,6-4 1,5-4-1,6-2 223,0 1 0,19-23 0,6-11 0,5-3 0,0 0 0</inkml:trace>
  <inkml:trace contextRef="#ctx0" brushRef="#br0" timeOffset="218">29214 8215 8467,'4'-9'363,"1"-1"1,0 9-398,-5 1 1,0 6 0,0 8 0,0 1 83,0-1 1,-5 0-1,0 2 1,1 2-16,-3 1 1,6 0 0,-4-3 0,3 2-154,2 2 0,-5-1 0,1-3 1,0 2-66,3 1 1,-4 0-1,0-3 1,0 2-212,-1 1 0,3 0 1,-5-4 78,1-1 0,-2 0 1,2-1 314,-1-3 0,-14-29 0,-8-13 0</inkml:trace>
  <inkml:trace contextRef="#ctx0" brushRef="#br0" timeOffset="219">29055 8533 8467,'0'-15'-461,"0"1"0,0 0 325,0-1 0,0 6 0,0-1 242,0-1 0,2 3 1,3-2-80,4-1 0,4 5 0,1-1-75,1 1 0,-1 4 0,1-2 0,-1 2-147,0 2 1,1 0 0,-1 0 0,1 0 194,-1 0 0,7 0 0,1 0 0</inkml:trace>
  <inkml:trace contextRef="#ctx0" brushRef="#br0" timeOffset="220">29372 8403 8467,'-15'0'-1333,"1"7"1408,6-6 1,3 6 0,10-7-30,5 0 1,2 0 0,3 0-17,-1 0 0,-4 0 0,0 0-116,2 0 0,0-5 0,1-1-64,-3-2 0,1 3 51,-6-5 0,4 5 49,-4-5 1,-2 7 0,-7-2 64,-6 3 1,-3 2 0,-1 0 58,-1 0 1,1 7 0,0 1 7,-2 1 1,7 3-1,1-2-54,1 3 0,-2 1 0,4 0-20,2 1 1,1-6 0,2 1-38,0 1 0,6 0 0,4-1-107,3-5 0,1 1 1,2-1-1,-2-2-203,0-1 0,1-2 339,-1 0 0,26-32 0,6-8 0</inkml:trace>
  <inkml:trace contextRef="#ctx0" brushRef="#br0" timeOffset="221">29632 8287 8467,'8'-6'-1152,"-2"3"653,-6-7 754,0 7 1,0-2-1,0 10 1,0 4-47,0 4 1,-1 2 0,-3-1 0,0 2-116,0 3 0,-2-3 1,0 6-1,-1-1-81,1 3 1,-1-2-1,4 2 1,-3 0-30,-2-2 1,3 6 0,-5-4 0,1 3-150,1 2 1,-3-2-1,4-2 1,-1-2-185,-3-3 0,3 4 0,0-4-224,2-2 1,-4-2 572,5-1 0,1-7 0,10-34 0,2-15 0</inkml:trace>
  <inkml:trace contextRef="#ctx0" brushRef="#br0" timeOffset="222">29545 8475 8417,'8'-6'0,"-1"-2"-255,-1 0 1,-3-5 54,7 4 0,-2 1 0,3 0 0,-1 1 262,1 4 1,2 1-1,1 2-21,1 0 0,-1 0 0,0 0 1,1 0 49,-1 0 1,-1 2 0,-2 1-9,-1 2 0,-7 6-59,2-1 1,-5 2-1,-5 3-136,-5-1 0,-3 1 1,-3-1 111,-3 0 0,-35 14 0,-15 2 0</inkml:trace>
  <inkml:trace contextRef="#ctx0" brushRef="#br0" timeOffset="223">30136 8244 8431,'-4'-10'0,"-3"2"-433,-1 2 0,3 1 0,-4 5 445,-2 0 0,-2 2 1,-2 3 294,1 4 0,0 4 0,-1 3 0,1 2-156,-1 1 0,3 6 1,0-1-1,3 4-158,-2 1 1,4-1-1,2-3 1,4-1 14,1 2 0,0-1 0,0 1 0,0-4-137,0-1 1,6-2 0,4-4 0,3-1-95,1 0 0,0-6 0,1-3 0,-1-2-6,1 2 0,-1-3 0,0 2 0,1-2 26,-1-2 1,1 0 0,-1 0 202,0 0 0,1-19 0,-1-5 0</inkml:trace>
  <inkml:trace contextRef="#ctx0" brushRef="#br0" timeOffset="224">30252 8374 8431,'5'-10'0,"0"0"-578,-2-1 0,0 3 0,2-1 711,5-3 1,-2 6 0,1 1 57,3 4 0,-4 1-118,1 0 0,-1 6 1,2 4-55,-5 2 1,-4 3 0,-1-1-1,0 1-14,0 0 1,0-1 0,0 1 0,-1-1-23,-4 0 1,-3 1-1,-5 1 1,2 1-8,1 3 1,1-1 0,-4-5-1,2-1 38,1-3 1,2 2 0,-3-2 78,1 3-20,7-5 0,-2-2 1,10-6-1,5 0-44,2 0 1,-2-5 0,0-1 0,1 0-162,2-1 1,1 1-1,0 3 1,1-2-283,-1 2 0,1-4 414,-1 2 0,7-19 0,1 0 0</inkml:trace>
  <inkml:trace contextRef="#ctx0" brushRef="#br0" timeOffset="225">30569 8258 7552,'5'10'0,"1"0"224,2 1 1,-3 2 0,3 1-1,0 0-64,0 1 0,0 1 1,1 4-1,-3 2-95,-4 1 1,-2 2 0,0-4 0,-2 1-166,-4 4 0,-3 1 0,-12 2 0,-6 0 100,-5 0 0,-10-8 0,-14 2 0,-1 0 0,-3 2 0,-1 1 0,0-1 0</inkml:trace>
  <inkml:trace contextRef="#ctx0" brushRef="#br0" timeOffset="226">30786 8648 8326,'0'-14'-466,"0"-1"1,0 1 78,0-1 513,0 7 1,0 4-1,-2 8-109,-3 6 1,2 3 0,-5 3 0,0 1-92,0 3 1,3-1 0,-4-3 0,-1 1 73,2 2 0,8 13 0,8 0 0</inkml:trace>
  <inkml:trace contextRef="#ctx0" brushRef="#br0" timeOffset="227">31247 8359 8460,'0'-14'-369,"0"-1"172,0 1 1,0 4 0,2 2 345,2 2-67,-2-5 1,4 8 33,-6-7-61,0 7 0,0-2 5,0 10 0,0 3 0,0 6 1,0 1 8,0-1 1,-1 0 0,-2 1 0,-4 1-69,-1 4 1,4-4-1,-4 5 1,1-2-5,4 0 1,-3 0-1,1-4 1,2-1-34,1 0 1,2 1 0,0-1-73,0 1 1,0-6 44,0 1 1,2-7 0,2 2-44,6-4 0,-2-5 0,2-1 0,-1 0-21,-1-1 0,5-2 0,-4-7 40,4 1 0,-3 4 0,-1 1 7,3-3 1,-4 4 57,1-1 58,-6 6 0,4-2-15,-7 10 0,0-2 0,1 5-3,4-2 0,-3 5 0,3-1 1,-2-4 0,0 1-3,2-1 1,6-4 24,-1 3 0,-2-4-25,1-1 1,-4-1-1,3-4 7,-2-5 1,4 2 0,-5-1 48,-2-3 1,3 0 0,-1-3 8,-1 1 1,-2-1-94,-2 1 1,0 0-317,0-1 1,0 6-73,0-1 1,2 5 399,2-5 0,-2 7 0,43-36 0,3-1 0</inkml:trace>
  <inkml:trace contextRef="#ctx0" brushRef="#br0" timeOffset="228">31694 8115 8460,'10'-5'346,"-1"0"-324,-6 0 1,2 10-1,-8 1 1,-3 2-135,-2 4 1,3 5 0,-3 4 0,0 0 125,0-1 1,3 4-1,-3-3 1,0 2-6,0 2 1,3 2 0,-3 1 0,0-2-53,0-2 0,5-5 0,-3 4 0,1-1-177,0 0 1,-4-4 77,4 1 91,0-3 0,5-9-15,0-7 1,0-7-1,2-6-15,2 4 1,3-4-1,4 5 1,-3-2-96,-2 1 1,6 4 0,-3-5 98,4-1 1,0 3 0,-2 0 95,-2 2 1,-4 1 30,5 5 0,-2 2 4,1 3 0,-2 2 1,-7 8-84,0-1 0,0 1 0,0-1-120,0 0 0,1-4 0,3 0 15,0 1 0,3 0 134,-2-1 0,3-4 0,6-6 0,0-2 0,1-1 0,-1-2 0,-4-6 0,-1 3 0,3-1-11,0-1 1,-2 2-1,1-3 1,-2 1-28,-1-1 0,3 3 0,-4-2 46,1-1-17,1-2 87,-1 6 1,-8 0-1,-9 7 80,-4 0 0,3 5 0,1 1 0,-2 1-10,-3-1 1,4 4 0,1-4-48,-3 2 0,4-3 214,-1 4-466,-1 1 100,2-2 0,3-2 0,10-6-3,5 0 1,-2 0 0,0-1-1,0-2-47,0-2 1,1-5 0,6 4 30,0-2 1,0 3 46,-1-5 1,0 7 128,1-2-4,-7 4 1,3 7-189,-6 4 1,-1-2 0,-4 1-119,0 3 1,0-4-1,2 0 204,3-2 0,-2-1 0,7-5 0,31-32 0,14-8 0</inkml:trace>
  <inkml:trace contextRef="#ctx0" brushRef="#br0" timeOffset="229">32343 8143 8460,'8'0'38,"-1"7"0,-7 2 0,-2 4 23,-3 2 1,2-1 0,-5 2 0,0 1 38,0 3 0,4 4 0,-4-4 0,1 1-89,4 0 1,-3 3 0,-1-2-1,0-1-222,0-1 1,-2 4 0,2-3 0,1 0 2,0 0 1,-4-2 0,4-5 0,-1 1-140,1-1 1,-4 0 0,4-1 0,-1-2 346,1-1 0,-5-7 0,-4-28 0,-7-15 0</inkml:trace>
  <inkml:trace contextRef="#ctx0" brushRef="#br0" timeOffset="230">32141 8403 8460,'14'0'-341,"-1"-1"270,-3-4 1,3 3-1,-4-4 136,4 0 1,1 4 0,1-4 0,1 5-212,3 1 0,0-5 0,3 0 1,0 2 145,1 1 0,13-4 0,9-2 0</inkml:trace>
  <inkml:trace contextRef="#ctx0" brushRef="#br0" timeOffset="231">24858 9312 5756,'-8'0'242,"1"0"-194,7 0 298,0 0 0,0-7-265,0-2 0,0 1 27,0-2 1,0 1-31,0-6 1,2 2 0,1 2 37,2 2 0,0 4-68,-5-5 1,0 4 48,0-3 0,0 7 1,0 2-43,0 8 0,-2 6 0,-1 0 0,-3 2-22,-2 4 1,3 2 0,-5 7 0,-1 1-30,-2 4 1,-1 3 0,-1 6-1,1 0-40,0 0 0,-2-5 0,-2 2 0,-1-2-105,1-1 0,2 3 1,2-7-1,0-1 51,-1-1 0,1-7 0,-1-2 0,1-1-136,0-4 1,4-2-23,0-6 1,2 1 133,-1-10 0,2 2 0,9-12 1,1-1 113,2-2 0,6-21 0,2-10 0,-1-3 0,0-1 0</inkml:trace>
  <inkml:trace contextRef="#ctx0" brushRef="#br0" timeOffset="232">24786 9441 8431,'8'-14'-698,"0"6"0,-5 2 731,2-1 1,1 6 0,-1-4 83,5 3 0,-2 2 1,1 0-96,2 0 0,-2 0 0,-1 2 0,0 1-5,0 2 0,-3 6 7,5-2 0,-7 4 0,2 2-21,-4-1 0,-1-4 0,0-1 1,-1 1-4,-4-2 0,-3 5 0,-5-4 0,2 2-9,1-1 1,-5 3 0,-4-5 0,1 1-64,2 1 1,0-2 0,-1 3 0,-3-2-29,3-2 1,1 4 0,1-3-213,1 0 0,4 0-364,1-3 676,6-4 0,28-20 0,15-13 0</inkml:trace>
  <inkml:trace contextRef="#ctx0" brushRef="#br0" timeOffset="233">25031 9556 8422,'7'-14'-907,"-4"4"0,5 1 787,-2-2 0,4 3 0,-4 0 389,2 1 0,-4-4-33,0 1 0,3 2-133,-2-1 1,-2 6 0,-8-2-19,-5 3 0,-2 9 0,-3 2 0,1 2-44,-1-1 1,1 4 0,0-1 0,-1 5-54,1-1 1,-1-1 0,1-1 0,0-1-44,-1 1 0,6 0 0,-1-1-11,-1 1 1,3-2 0,0-2-37,1-2 0,3-6 81,9 2 0,-1-5 1,6-3-1,-1-3-45,-1-2 1,5-2-1,-3-3 1,3 2-31,1 2 0,-1-1 0,-2-4 0,-1 3 81,1 1 0,0 1 0,0-4 26,-1 3 0,-5 4 1,3 4 9,-2-2 0,0 2 12,-1-3 0,-3 10-96,3 5 1,-4 2-1,-1 3-92,0-1 1,0-4 0,0-1-259,0 4 413,0-7 0,0 0 0,0-6 0</inkml:trace>
  <inkml:trace contextRef="#ctx0" brushRef="#br0" timeOffset="234">25161 9470 8404,'6'-14'-400,"-4"-1"0,6 7 469,-3 3 0,-4 5 0,6 5-36,-1 5 0,-4-1 1,2 4-1,-2 3-10,-2 0 0,0 0 0,0-1 1,0-1-108,0 0 0,0 1 0,-2-1 28,-2 1 1,2 0 0,-4-1 51,-1 1 50,6-7-36,-6-2 1,7-12 0,0-4-32,0-3 1,7-1 0,1-1 0,1 0-99,1 1 0,-5-1 0,4-1-13,2-3 1,2 3 0,0-3 0,-2 3-72,0 2 1,-2-1 0,6 2 202,-1 4 0,0-10 0,1 3 0</inkml:trace>
  <inkml:trace contextRef="#ctx0" brushRef="#br0" timeOffset="235">25464 9181 8338,'-14'0'63,"6"2"1,3 3-1,2 4-49,-2 5 0,3 0 1,-3 2-1,4 2-20,1 1 1,0 5 0,0-3 0,0 0-52,0 0 1,-5 4-1,0-2 1,2 0-18,1 1 0,2-1 0,-1 2 1,-2-2-149,-2-2 0,0 3 0,3-5 0,-1 1-207,-2 1 0,-4-5 429,4 3 0,-19-16 0,0-5 0</inkml:trace>
  <inkml:trace contextRef="#ctx0" brushRef="#br0" timeOffset="236">25334 9528 8404,'2'-13'-293,"3"3"1,-4-3 84,4 4 1,2 1 0,-1 0 65,2 1 0,2 1 1,4 3 6,0-2 1,-4 0-1,0 5 135,1 0 0,14 19 0,6 5 0</inkml:trace>
  <inkml:trace contextRef="#ctx0" brushRef="#br0" timeOffset="237">25622 9484 8404,'0'-9'-1306,"0"-1"1293,0 1 1,-1-4 93,-4 3 0,3 5-53,-3 10 1,4-2 0,2 7 11,4 1 0,-3 2 0,3 1 1,-2 1 0,0-1-19,2 1 1,0-6 0,-4-1 0,2 0 23,2 0 0,0-3 0,-5 5-22,0 1 0,-2-3-49,-2 1 0,-3-4 0,-4 4 0,3-1-57,2 0 1,-6-5 0,3 4-200,-4-1 1,3-4-145,1 3 425,6-4 0,15-14 0,12-3 0</inkml:trace>
  <inkml:trace contextRef="#ctx0" brushRef="#br0" timeOffset="238">26185 9441 8404,'-14'0'0,"4"0"0,1 0-203,-2 0 0,-2 0 0,0 2 141,3 3 0,-2-2 0,7 6 105,2 3 1,0 0-1,0 3 1,-2-1-63,2 1 1,1-1 0,2 0 42,0 1 0,2-6-12,3 1 1,3-7-1,6 2-4,1-3 0,-5-2 0,-2-2 0,0-1-41,0-2 0,0-6 1,3 1-1,-1-3 1,1-1 0,-3 0 0,0-1 0,0 1 20,0-1 0,-3 1 0,4 0 0,1-2 2,-2-4 1,3 5 0,-5-5 0,1 4 28,-1 2 1,1 4 0,-4 1 0,3-1 33,2 2 0,-3 0-35,5 3 0,-2 5 1,1 0 4,-4 8 0,-3 5 0,-1 3 1,2 2 6,2 1 1,0 5-1,-5-3 1,0 1-21,0 4 1,-5 1-1,0 0 1,1-1-13,-3-2 0,1 4 0,-5 7 0,1-3-60,-1-2 0,0-1 0,-1 0 0,3 1 15,-2 4 1,3-9 0,0 3-1,0-6-124,0-5 1,4-1 126,0-1 1,2-9 0,2-6 46,0-8 0,5-9 0,0-2 0,-1 1 24,3 2 0,-6 0 0,4-2 0,-2-1-18,2 2 1,-3 5 0,3 3-1,-4-2 2,-1-2 1,0 3 0,0 1-51,0-3 0,-1 6 0,-3 0-502,0-1 541,-1 6 0,56-19 0,13 4 0</inkml:trace>
  <inkml:trace contextRef="#ctx0" brushRef="#br0" timeOffset="239">26747 9542 8369,'-8'-2'-1727,"4"-2"1776,2 2 1,4-6-53,2 3 0,3 2 1,4-5-1,-1 2-5,1 2 0,-3-2 0,1 1 1,1 0 5,-2-1 1,5-2 48,-4-6 1,3-1 49,-3 1 0,-3 4 1,-7 2-12,-4 2 0,-3 1 0,-6 5 0,-1 2 10,1 3 1,0-2 0,-1 6-1,1 2-41,-1 2 1,1 2 0,1-1 0,2 0-57,1 1 1,7-1 0,-2 1 0,4-1-79,1 0 0,0-4 0,0 0 0,1 1-73,4 2 0,3-4 1,7 0-1,-1-2-63,0-4 0,6 3 0,-1-1 1,-2-2 214,-1-1 0,-1-2 0,25-26 0,6-7 0</inkml:trace>
  <inkml:trace contextRef="#ctx0" brushRef="#br0" timeOffset="240">27007 9470 6540,'-8'-6'687,"0"4"-681,4-3 0,2 5 47,-3 5 0,4 3-56,1 6 1,-2 1 0,-1-1-48,-2 1 0,0-6 92,5 1-53,0-1-21,0-1 0,2-1-30,3-7 0,-2-5 1,6-1-67,3-2 0,0-2 82,3-4 1,-1 1 0,1 3 62,-1 5 1,-5 2 0,1 0 38,1-2 0,-3 0 1,0 7 2,-1 3 0,-1-4 0,-3 6-44,2-1 0,5 2 1,-6 7-85,0-1 1,2-4-1,0-1-305,2 2 0,-3-3 374,5 2 0,-1-7 0,6 4 0</inkml:trace>
  <inkml:trace contextRef="#ctx0" brushRef="#br0" timeOffset="241">27281 9484 8339,'0'-14'-444,"0"4"1,0 1 159,0-2 0,0 3 560,0-2 0,-2 7-121,-3-2 1,4 10-1,-6 4-117,1 4 1,4 2 0,-2-1-63,2 0 1,2 1 0,0-1 0,0 1-99,0-1 1,0-4-1,0-1-4,0 2 0,5 2 1,1 2-94,2 0 0,-3-7 1,3-2-1,0-1-41,0 0 0,-3 0 260,4-5 0,21-26 0,8-7 0</inkml:trace>
  <inkml:trace contextRef="#ctx0" brushRef="#br0" timeOffset="242">27426 9542 6623,'-10'0'705,"0"0"-584,7 0-94,-3 0 1,6 2-89,0 2 1,6-2 11,4 3 1,3-4 1,1-1 1,-4-1 29,-1-4 1,-1 2 16,2-7 0,-4 5 5,-6-4 1,-1 6-1,-4-2 1,-5 3-14,-3 2 0,4 0 0,-1 2 0,-1 1-131,-2 2 1,-1 6-1,-1-3-134,1 0 0,6 5 273,3-4 0,4 17 0,1 5 0</inkml:trace>
  <inkml:trace contextRef="#ctx0" brushRef="#br0" timeOffset="243">27656 9513 8339,'0'-9'-801,"0"-1"1,-2 7 936,-3-2 1,2 3-1,-5 4-3,2 3 1,-4-2 0,5 7 0,1 1-138,-3 2 1,4 1-1,-5 0-25,2 1 1,1-1 57,5 1 0,0 0 119,0-1-138,0-6 0,6-3 1,4-10-30,3-4 0,-4-4 1,1-2-1,-1 0-68,-1 1 1,4-1 0,-6-1 0,2-1 8,3-2 0,-3-5 0,2 3 0,-1-2 49,-1-2 1,4-2 0,-6-2 0,0 0 12,2 0 1,-4 2-1,-2 2 1,1 1 34,2-3 1,0 6 0,-5 2 0,0 3 259,0 2 1,-2 6-134,-3 3 0,4 5 0,-6 5 0,3 4-20,-2 4 1,-1 6-1,4 2 1,-2 0-70,2 1 0,2 3 0,1-2 1,0 1-76,0 0 1,0-5-1,0 3 1,0 1-148,0-1 0,1-3 0,3 3 0,2 1-136,2-1 0,-2-3 0,2 4 0,0-2 68,0-4 0,0-1 1,3-3-1,-2-2 233,3 0 0,26-35 0,8-1 0</inkml:trace>
  <inkml:trace contextRef="#ctx0" brushRef="#br0" timeOffset="244">27930 9499 8339,'-9'-5'-492,"-1"0"404,0 0 1,1 5 40,-1 0 0,9 0-4,1 0 9,6 0 1,8-1-43,1-4 0,-6 3 1,-1-4-152,-1 0 150,4 4 201,-9-11 52,4 12 1,-12-4-14,-4 10 1,-1 3 0,0 6-147,1 0 0,2 1 0,-2-1 0,6 1-17,2-1 1,2 0 0,0 1 0,0-1-139,0 1 0,0-6 0,0 2 1,0 0-115,0 2 1,2-4-1,2 1-155,6 1 415,3-5 0,20-25 0,6-13 0</inkml:trace>
  <inkml:trace contextRef="#ctx0" brushRef="#br0" timeOffset="245">28103 9456 8328,'6'-15'-252,"4"1"0,-2 6 373,1 3 0,-4 4-33,5 1 0,-5 4 0,4 3 1,-3 1-43,-3 3 0,-1 2 0,-1 1-141,4 0 0,-3 1 0,2-1 35,-2 1 1,-2-1-1,-2-1 56,-2-4 112,2 4-155,-4-5 0,6-6-25,0-7 0,4-6 1,3-4-1,1 1-88,3 0 1,2-1-1,1 1 1,1-1-343,-1 1 502,0 0 0,26-33 0,7-7 0</inkml:trace>
  <inkml:trace contextRef="#ctx0" brushRef="#br0" timeOffset="246">28723 9513 8328,'8'-14'-103,"-3"-1"-80,-3 1 1,-2 0 0,1-1-143,4 1 633,-3 0-287,4 6 1,-11 3 0,-1 10 0,0 4-28,-1 4 1,-4 6 0,3 0-1,-2-1-50,1-2 0,1 3 0,-3 0 0,3-1 33,1-2 1,1-2 0,3 1-1,-2 0 4,2-1 0,1-4 10,2 0 1,2-7 0,2 2-2,6-4 0,-2-2 0,2-3 0,1-2-7,2-2 0,-4-2 0,1-2 0,-1-1 5,-1 4 1,5-1 0,-5-4 0,2-1 5,-1 1 1,-4 4-1,3 1 8,-1-2 0,2 3-49,-4-2 41,0 7 0,-5-2 1,0 10-54,0 4 1,0-1 0,0 2-34,0 1 0,5 2 0,-1 1-83,0 1 1,-1-6-1,0 1-131,2 1 306,6-4 0,10-7 0,9-8 0</inkml:trace>
  <inkml:trace contextRef="#ctx0" brushRef="#br0" timeOffset="247">28925 9484 8328,'1'-12'-199,"3"0"-337,0 3 1,3 1 695,-2-2 0,-2 4-30,6 6 0,-5 1 0,2 3 0,-1 2-71,0 2 1,-1 2-1,-4 4-53,0 0 1,2 1-1,2-1 1,1 1-120,-2-1 1,-1 0 69,-2 1 0,0-1 54,0 1 1,-2-6 52,-3 2 1,4-10-68,-5-1 1,4-1 0,2-10-29,0 0 0,0 3 1,0-2-32,0-1 0,6-2 0,1-1 1,1 1-126,3 4 0,-3-3 0,1 6-73,3-2 1,0 3 0,3-3 259,-1 2 0,26 1 0,6 5 0</inkml:trace>
  <inkml:trace contextRef="#ctx0" brushRef="#br0" timeOffset="248">29185 9499 8328,'-15'0'-451,"1"0"126,0 0 1,1 1 541,3 4 1,4-2-96,6 7 1,1-7-138,4 2 0,-2-3 1,7-2-25,1 0 1,2 0-1,1 0 5,1 0 0,-6-2 1,-1-3-19,-1-4 0,2 1 28,-4-2 1,0 5 49,-5-4 65,0 5 0,-2-2 0,-2 6 18,-6 0 0,2 6 1,-2 2-1,1 2-69,1 0 1,-3-1 0,6 6-1,0-1-39,-1 0 0,4 1 0,-3-1 0,4 2-117,1 4 1,1-4 0,4 2-1,5-5-157,2-4 1,8-1 0,0 3 0,1-3 272,0-1 0,19-14 0,9-7 0,3-2 0,0 0 0</inkml:trace>
  <inkml:trace contextRef="#ctx0" brushRef="#br0" timeOffset="249">29820 9427 8328,'0'-14'-133,"-2"-1"-219,-3 1 474,4-1 1,-13 7 10,4 4 0,2 7 0,0 3 0,0 2-60,0 3 1,4 2-1,-4 3 1,0 2-75,0 1 1,4 0 0,-2-5-1,1 1 8,1-1 0,-1 1 1,5-1-147,0 0 0,0 1 1,0-1-61,0 1 1,1-6 0,4 0-24,5-2 1,1-1 0,0-3 0,-1 2-64,1-2 0,2-1 0,1-2 285,0 0 0,2 0 0,11-40 0,3-8 0</inkml:trace>
  <inkml:trace contextRef="#ctx0" brushRef="#br0" timeOffset="250">29892 9513 8328,'-15'0'-209,"3"2"138,2 3 1,-3-2 85,4 6 1,-3 1 0,3 4-48,3 1 1,4-6 0,2 1 4,0 1 1,0-3 0,2 1-59,4-2 0,2 2 0,6-4 44,1-2 1,-1-1 8,0-2 1,-1-7 0,-2-1 30,-1 0 0,-7-5 42,2 3 0,-3 2 0,-2-2-1,0-1 1,-2 3-42,-3-1 0,-3 5 1,-6 0-110,-1 2 1,6 2 0,-1 0-153,-1 0 1,3 5 0,0 1 261,2 2 0,20 8 0,10 7 0</inkml:trace>
  <inkml:trace contextRef="#ctx0" brushRef="#br0" timeOffset="251">30021 9528 8328,'-8'8'-500,"-3"0"408,6-4 0,-1-2 0,3 4 114,-2 1 1,0-4-24,5 7 18,0-7 0,2 3-27,2-6 0,4 0-17,7 0 0,-1-1 0,1-4-2,-1-5 1,-4 4 0,-1-1-10,2 1 0,1 3 0,-1-5 16,-2 1 1,-4 3 23,5 4 1,-5 0 5,4 0 0,-6 6-114,2 4 0,-3 2 0,-2 3-208,0-1 0,0-4 314,0-1 0,12 2 0,4 3 0</inkml:trace>
  <inkml:trace contextRef="#ctx0" brushRef="#br0" timeOffset="252">30353 9225 8328,'0'-14'-323,"-1"6"1,-4 4 532,-5 8 0,4 4 1,-1 6-1,3 2-137,-1 4 1,-5-3-1,5 6 1,1-1-81,-3 0 0,6 1 1,-6 2-1,2-2 40,1-3 0,-3 6 0,4-4 0,-3 2-345,-2 0 0,4-4 0,0 2 1,0-1-17,0-4 1,2 0 0,-4-2-1,0-1 328,1 0 0,0-6 0,5-20 0,0-12 0</inkml:trace>
  <inkml:trace contextRef="#ctx0" brushRef="#br0" timeOffset="253">30179 9484 8205,'0'-14'-120,"0"0"1,0 4 0,0 0 131,0-1 0,2 3 0,3 0-37,4 2 1,-1 1 0,2 5-1,2 0 73,1 0 0,3 0 0,2 0 0,1 0-35,-2 0 0,-1 0 1,-1 0-1,-1 0-2,1 0 1,-1 5 0,0 0 0,1 0-8,-1 1 1,0-3 0,1 7-28,-1 1 0,-6-3 0,-1 0 0,-3 0-27,1 0 0,0 1 0,-5 6-48,0-1 1,0-4 0,-2-1 38,-2 3 1,0-6 0,-4 0 0,0-1-5,0 0 0,4 0 41,-6-5 1,7-2 95,-2-3 1,3 2 0,2-6-61,0-3 1,2 0-1,1-3 1,4 2-85,1 4 1,0-4-1,3 3 1,-2-2 3,3-3 0,-4 6 0,1 1 0,2 0 38,2 0 0,0 3 0,-2-3 74,-1 2 1,-1 1 56,6 5 0,-3 1 4,-2 4 1,-4-2 0,-4 5 0,1 0-15,3 0 0,-1 2 0,-5 4-55,0 1 1,0-6 0,0 1-95,0 1 0,0 2 0,0 1-204,0 1 0,0-1 0,0 0 260,0 1 0,0-20 0,0-5 0</inkml:trace>
  <inkml:trace contextRef="#ctx0" brushRef="#br0" timeOffset="254">30685 9269 8328,'-6'-15'-1059,"4"1"281,-3-1 836,4 1-181,1 6 0,0 8 1,1 8 122,4 0 0,9 18 0,9-2 0</inkml:trace>
  <inkml:trace contextRef="#ctx0" brushRef="#br0" timeOffset="255">30886 9109 8328,'7'-8'0,"-6"0"-132,4 4 0,-2 2 200,2-3 0,-3 10 1,3 6 37,-4 7 1,-1-1 0,0 6-1,-1-1-76,-4 0 0,3-1 0,-3 3 1,2 1-58,-2 2 1,2-3 0,-5 0 0,0 2-38,0 1 0,0-3 0,-3-2 1,1-1-93,-1-3 0,3-2 0,-1-2-55,-2 1 147,-2-1 0,-2-6 1,9-6-1,4-9 1,7 1-165,3-1 1,2-2 0,4 4 117,0 2 0,-4 0 0,0-1 62,1 0 0,2-1 62,1 5 1,-4 0 0,-2 1 46,-2 4 1,-1-2 116,-5 7 1,0-5-83,0 4 0,-7-4 1,-2 3-76,-4-1 1,-1-1-1,-1-3-69,1 2 1,1 1 0,2-2 0,1 0-130,-1 0 1,5-1 0,-1 0 176,1 2 0,17 0 0,-1-5 0</inkml:trace>
  <inkml:trace contextRef="#ctx0" brushRef="#br0" timeOffset="256">31016 9470 8118,'-14'0'-162,"-1"0"0,6 6 279,-1 4 0,7 3 0,-4 0 0,3-2-94,-1-2 1,0 1-1,5 4-61,0 1 1,0-6-238,0 1 168,0 0 0,6-2 40,4-4 0,3-4 0,1-3-46,1-2 0,-6-4 1,-1 2-1,0-1 9,0-3 0,0 3 0,4 0 0,-4 0 64,-1 0 0,4 5 0,-3-3 82,0-1 0,5 6 199,-4-4-19,-2 3 0,4 4 0,-6 3-129,-2 4 1,-2 4 0,-1 1-100,0 1 1,0-6 0,0 1-128,0 1 0,0 3-196,0 0 0,0 1-462,0-1 791,0-6 0,13-33 0,3-16 0</inkml:trace>
  <inkml:trace contextRef="#ctx0" brushRef="#br0" timeOffset="257">31333 9196 8099,'-8'7'-509,"0"-5"0,4 2 533,-6-2 0,2 4 1,0 4 146,2 3 1,-4 1 0,5 2 0,2 2-52,1 1 0,1 5 0,-2-3 0,-2 0-118,2-1 0,1 6 1,1-2-1,-3 1-173,0-1 1,-1 4-1,3-4 1,-1 1 8,-2-1 0,-1 3 1,3-8-1,-2 0-223,2 2 1,-4-5 384,2 3 0,1-22 0,4-7 0</inkml:trace>
  <inkml:trace contextRef="#ctx0" brushRef="#br0" timeOffset="258">31161 9470 8328,'5'-10'-464,"1"2"191,2 2 1,2-4 0,4 6 223,0 0 0,-4 1 1,0 0-1,1-2 90,1 2 1,3 2 0,-1 1 0,1 0-51,-1 0 0,0 0 0,1 0-35,-1 0 0,1 0-122,-1 0 1,-1 1-310,-4 4 475,-2-3 0,-20 17 0,-3-3 0</inkml:trace>
  <inkml:trace contextRef="#ctx0" brushRef="#br0" timeOffset="259">31478 9470 7867,'0'-8'663,"0"2"1,-1 17-622,-4 3 1,3 4-1,-3-4 1,4 1-71,1-1 1,-6 0 0,1 1 0,2-1-105,2 1 0,-4-6 0,0 2 0,0-2-306,-1-1 1,4 5 0,-4-5-773,-1 0 1210,6 5 0,7-63 0,10-8 0</inkml:trace>
  <inkml:trace contextRef="#ctx0" brushRef="#br0" timeOffset="260">31464 9470 8328,'9'-22'0,"-1"1"-338,-1 0 1,2 4-1,-4-6 1,0 2 8,1 4 0,-4 1 0,4 3 1187,1 3-495,-6 4 0,6 8-349,-7 2 1,-5 4 0,0 7-1,2-1-169,1 1 1,1-1-1,-2 0 1,-2 1-221,2-1 1,-4 2 374,2 3 0,-6 16 0,3 10 0</inkml:trace>
  <inkml:trace contextRef="#ctx0" brushRef="#br0" timeOffset="261">31579 9542 8435,'0'10'295,"0"-1"1,0-4-522,0 5 0,-2-7 1,-1 3-211,-2 1 403,1-6 0,4 4 27,0-10 0,1 4 1,2-6-37,2 1 1,2-1-1,-4-4 1,3 2-30,2-3 1,-3 4 44,5-1 1,-6 6 0,4-4-1,-1 1 0,-1 4-1,-1-3 0,-3 10-52,2 5 1,-2 3-1,-2 1-19,0 0 1,0 1 0,0-1-66,0 1 1,0-6 0,0 2-48,0 0 0,2-3 140,2 2 1,0-2 67,5 1 0,-4-3 0,4-6 0,3 0 0,-4-4 0,0-3 0,0 1 9,0 0 1,-4-6 0,6 3 0,0-4 5,-2-2 1,3 5 0,-5 0 0,2-1 2,3-2 0,-3-1 0,0 0 63,-1-1 0,-1 1 1,-3-1 163,2 1 0,0 4-3,-5 1 0,-2 1-49,-2-2 0,0 4 0,-4 7-89,2 4 1,-4-2-29,6 7 1,-6 0-54,5 4 0,-1-6 0,3-2-17,-2 1 0,0-4-18,5 7-124,0-7 1,0 5-73,0-3-217,0-4 0,2 6 89,2-7 1,0 0 251,5 0 0,-6-2 1,4-1 80,-1-2 1,-4-1 23,3 1 1,-4 2 44,-1-7 1,0 5 130,0-4 1,-5 4 73,1-5 1,-8 7 42,3-2 0,1 4-177,-2 1 0,7 6-107,-2 4 0,4-2-99,1 1 0,0-4 22,0 5 0,6-7-49,4 2 0,2-4 0,3-2-34,-1-4 0,-4 3 1,-1-3 81,3 4 1,-4-4 383,1 0-169,1 0 1,-1 7-1,-4 3-51,-4 4 1,-1 4-1,0 2 1,0 1-40,0 3 1,-5-2 0,-2 7 0,-1 3-86,-3 0 1,-2 3 0,-1 2 0,-2 4-21,-4 0 1,3-2 0,-7 3-1,-2-2-41,-1-3 1,-2 0 0,1-2 0,0-1 28,4-6 0,-1-7 0,6-6 1,1-5 49,2-4 1,6-1 0,2-1-1,2-4 91,3-5 0,1-2 1,2-3-1,0 0-113,0 0 0,2 1 0,3 0 0,3-2-79,0-4 0,4 4 0,-2-3 0,3 3-41,1 2 1,1-2-1,-1-2 1,0-1-543,1 2 676,-1 1 0,39-31 0,-22 20 0,0 0 0</inkml:trace>
  <inkml:trace contextRef="#ctx0" brushRef="#br0" timeOffset="262">32444 9225 8394,'-8'7'0,"-5"-4"0,4 5 0,-4 0-156,-1 0 0,4 3 0,0 7 0,-1 3 245,-1 1 0,2 0 0,2 4 0,0-2 8,0 1 1,0-2 0,-3 1 0,2 0-135,2-2 1,-2 4 0,2-5 0,1-1-153,0 1 1,-4-1 0,4-5-1,-1-1-233,1 0 0,1 1-489,5-1 911,0-6 0,0-40 0,0-16 0</inkml:trace>
  <inkml:trace contextRef="#ctx0" brushRef="#br0" timeOffset="263">32184 9513 8394,'5'-9'-84,"0"-1"0,4 5 1,-2-3-1,-1 0-43,1 0 0,4 5 1,-2-3 129,4-1 0,-3 6 0,-1-4 0,4 3-56,-1 2 0,3-1 0,-1-3 0,0 0-13,1 0 1,-6 3-1,1 1 90,1 0 0,-3 0 0,2 0 119,1 0 1,-5 6 7,-1 4 1,-3 3 0,-2 1-27,0 0 1,-5-4 0,-1 0 0,-1 1-62,1 2 1,-1 1-1,4 0 1,-2 1-35,2-1 1,0-1 0,0-2-1,-2 0-67,2 0 1,1-3 0,2 2-63,0 1 0,7-5 58,2-1 0,-1-4 1,2-1-1,-1-1-31,-1-4 0,0-3 1,-4-6 31,0-1 1,1 1 0,-5-1 0,0 0-26,0 1 0,0-1 0,0 1 0,-1 0-31,-4-1 0,3 6 0,-4 1 0,1 0-196,0 0 1,-6 4-78,1 0 0,2 2 369,-1 2 0,6 0 0,28 6 0,15 2 0</inkml:trace>
  <inkml:trace contextRef="#ctx0" brushRef="#br0" timeOffset="264">32978 9167 6367,'8'6'2890,"-2"2"-2770,-6 7 1,0 0 0,0 1 0,0 2-94,0 1 1,-5 2 0,-1-4-1,-1 4-75,1 1 1,-5 2-1,3 5 1,-2-2-134,1-3 0,-1 3 0,-4-3 1,-1 4-85,1 0 0,-1 0 1,1-3-1,-2-1-62,-3-4 0,3 3 0,-2-7 0,6-5 327,2-3 0,7-3 0,-10-44 0,5-9 0</inkml:trace>
  <inkml:trace contextRef="#ctx0" brushRef="#br0" timeOffset="265">32790 9427 8460,'2'-8'-235,"1"2"38,2-1 1,6 6 145,-1-4 1,3-2-1,1 1 121,0-2 1,-4 5 0,0-4 0,1 3-55,2-1 1,1-5 0,0 5-1,1 1-55,-1-3 1,1 4 0,-1-5 0,0 0-20,1 0 1,-1 3 0,0-4 0,1-1-26,-1 2 0,1-3 1,-3 4 61,-1-1 1,0 4 0,-4-4 90,1 1 1,-7 2 54,-1 5 1,-1 2 0,-9 3 0,-1 4 76,-3 4 1,0 6-1,-1 1 1,1-1-82,-1 2 1,1-4 0,0 7 0,-1 2-114,1 1 1,0 0 0,-1-1 0,1-2-103,-1 1 1,6 1 0,1-1 0,0-2-53,0-1 0,5-8 1,-2-4 88,3 1 0,4-6 92,3-5 0,-2-2 1,6-8-1,3 1-69,0 1 0,-2-5 0,0 5 0,1-3-132,2 2 0,-4 1 0,1-3-180,1 1 1,2 2 289,1-2 1,-4 4 250,-1 6-111,-6 0 1,4 6 0,-7 4-13,0 3 0,0 1 0,0 1-103,0 0 1,0-5-1,0-1-218,0 2 1,0 2-20,0 1 1,0-4 0,1-2 267,4-2 0,-3-1 0,17-30 0,-3-7 0</inkml:trace>
  <inkml:trace contextRef="#ctx0" brushRef="#br0" timeOffset="266">33137 9600 8460,'-7'8'-319,"4"-1"-141,-6-7 515,5 0 1,0 0 8,8 0 0,0 0 0,5 0-101,2 0 0,-3 0 1,2-3-29,1-1 0,2 0 1,1-4-55,1 2 0,-6 0 0,1 2 13,1 0 1,-3-6 0,0 4 0,0-1 20,0 1 0,-3-5 58,4 1 0,-5 2 86,0-2 1,-4 7 0,-4-2 140,-6 4 0,-3 2 1,0 4-1,2 3 233,2 0 0,1 5 0,-3-3-182,1 2 1,2 3 0,-2-1-110,6 1 1,2 0 0,2-1-161,0 1 0,6-7 0,6-2 0,5-1-633,7 0 1,-2-1 650,2-4 0,14-10 0,6-5 0,6-1 0,1 0 0</inkml:trace>
  <inkml:trace contextRef="#ctx0" brushRef="#br0" timeOffset="267">24858 10393 8952,'10'0'-1105,"0"0"0,-5 0 1046,4 0 51,-6 0 1,4-13 0,-7-3 0</inkml:trace>
  <inkml:trace contextRef="#ctx0" brushRef="#br0" timeOffset="268">24902 10350 6550,'0'8'0,"0"-2"0,0-6 0,0 0 0,0 7 0,0 1 0</inkml:trace>
  <inkml:trace contextRef="#ctx0" brushRef="#br0" timeOffset="269">24931 10451 6084,'0'8'204,"0"-1"0,4-9 0,3-1-29,1-2 1,-3-4 0,3 2 0,0 0-28,0 0 0,-4-4 0,4 2 0,0-4 20,0-1 0,-3 4 0,3 0 0,0 1-41,0 1 1,-5-5 0,4 5 0,-2-2 0,-1 1 0,1 4-101,-5-5 0,-1 7 0,-4-2-65,-5 4 0,-3 7 0,-1 4 0,-2 3-33,-3 1 1,-2 2-1,-5 2 1,4 2 38,1 3 0,-3-4 0,4 4 1,3-2-17,1-3 1,1 2 0,2 0-30,4-3 0,2-1 48,7-1 1,2-7-1,3-4 31,4-2 0,4-7 0,2-1 0,-1-2-4,0-3 1,6-4 0,0-2 0,-3-3-54,-1 3 0,3-4 0,1 0 0,-3-1 4,-1 2 1,-1-6-1,-1 4 1,0-2 24,1 0 0,-1 0 0,1-5 0,-1 0 27,0 0 0,-4 1 0,-2-1 1,0 0-18,0 0 1,-5 5-1,2 2 1,-4 0 105,-1 5 1,-1 2-31,-4 6 1,2 2 0,-5 9 0,0 3 2,0 4 1,3 6-1,-5 4 1,1 4 19,1 0 1,-3 4-1,4-3 1,1 3-66,0 2 0,1-1 0,5 1 0,0-2-115,0-3 0,0 4 1,0-4-1,0 3-107,0 2 1,5-1-1,1-1 1,2 0-121,3-3 1,2-5-1,3 4 1,1-4-478,3-6 801,-1 1 0,21-38 0,6-2 0</inkml:trace>
  <inkml:trace contextRef="#ctx0" brushRef="#br0" timeOffset="270">25218 10436 8394,'-14'0'-580,"4"0"412,1 0 365,6 0-201,-4 0 1,9 0 0,1-2-34,2-2 0,4 0 1,-2-4-1,-1 0 51,1 0 1,-1 4 0,-3-6 79,2-1 1,0 3 276,-5-2-268,0 7 0,-7-3 0,-2 7-7,-4 4 1,-1 3 0,-1 7 0,1-1-88,-1 0 1,1 1 0,1-1 0,2 1-10,1 0 1,7-1-1,-1 1 1,2-1-42,2 0 0,0 1 0,0-1 0,2 1-218,2-1 0,4-4 0,7-2 0,-1 0-31,0 0 1,6-5-1,-1 2 1,-2-4 289,-1-1 0,4 0 0,-1 0 0,-2 0 0,32-57 0,-22 21 0,1 0 0</inkml:trace>
  <inkml:trace contextRef="#ctx0" brushRef="#br0" timeOffset="271">25450 10379 8533,'0'-15'-1468,"0"1"1784,0 6 1,-7 1 0,-1 9-231,0 3 0,-3 3 0,6 6 0,0 1-73,-1-1 0,4 0 0,-4 1 0,1-1-58,0 1 1,1 0 0,4-1 0,0 1-5,0-1 0,0 0 0,0 1 0,1-2-190,4-4 1,-2 2 0,5-4-1,0-1 28,0 1 1,2-3-1,4-4 1,1 0 210,-1 0 0,13-19 0,4-5 0</inkml:trace>
  <inkml:trace contextRef="#ctx0" brushRef="#br0" timeOffset="272">25565 10451 8497,'-10'0'-192,"0"0"-139,-1 0 0,3 2 1,-1 1 379,-2 2 1,3 6 37,-2-1 1,7 3-1,-2 1-89,3 0 0,2-4 0,0 0-79,0 1 1,7-5 0,2 1 52,4-1 0,-3-4 0,-1 2 0,3-2 4,0-2 0,-2 0 0,-1 0 0,1-2 15,-2-2 0,3 0 0,-4-4 1,1 2 1,-4-4 0,4 4 0,-1-2 0,-2-2 14,-5-4 1,-2 1 1,-3 4 0,-3-3-67,-6 8 1,-1-1-305,1 5 362,6 0 0,-5 6 0,5 2 0</inkml:trace>
  <inkml:trace contextRef="#ctx0" brushRef="#br0" timeOffset="273">25853 10495 8415,'8'-7'-905,"-1"4"1,-7-7 916,0-1 0,0 3 0,1 0 0,3 0 328,0-1 1,1 4-83,-5-4 0,0 4 31,0-5-224,0 7 1,-1-3-1,-3 8 1,-2 2-1,-2 6 1,-2 3 0,-4 1 0,1 1-81,4 0 0,-4 4 0,3 0 0,-3 0-28,-1 2 1,5-5 0,-1 3 0,0-3-15,2-1 0,2-1 1,6 1-58,0-1 102,0-6 0,6-2 0,4-7-6,3-4 0,1-5 0,0-7 0,2-2-63,4 1 1,-4 0-1,3 1 1,-3-4 10,-2-1 0,1 2 0,-1-4 0,-1-1 7,-4-3 0,4 4 0,-3 0 1,3-2 24,1-1 0,-6-2 0,-2 2 0,-1 1 23,0 2 0,0 0 1,-4-3-1,2 3 49,2 5 1,0 3-1,-7 2 237,-2-1 0,-4 7-125,-7 4 0,6 8 0,1 6 0,0 4-27,0 6 1,3-3 0,-3 6 0,0-1-81,0 0 1,5 2 0,-2 3 0,3-1-89,2-2 0,0-2 1,0 4-1,0-2-79,0 2 0,0-4 0,0 3 0,0 0-134,0 3 1,2-6 0,1-1-1,4-2 29,1 0 1,-4 0 0,6-6 0,1-3 232,2-5 0,20-29 0,6-8 0</inkml:trace>
  <inkml:trace contextRef="#ctx0" brushRef="#br0" timeOffset="274">26055 10495 6867,'9'0'-88,"1"0"0,-5 0 132,4 0 0,-4-2-32,6-3 0,-8 2 1,3-5 39,1 2 0,-4-4 1,5 4 57,-2-2 1,-1 3 149,-5-6-140,0 8 0,-1-3-45,-4 6 1,2 6-1,-7 5-29,-1 1 1,3 3 0,-1-1-1,2 1-54,4-1 0,2-4 1,1-1-1,0 2 16,0 2 1,0 2-1,0-1-35,0 0 0,1-6 0,2-1 0,4-2-1,2-1 1,0 1-1,6-5-37,-1 0 0,4-1 1,-1-3-1,-1-2 7,2-2 0,-5-2 0,-4-4 0,2 0-2,2-1 1,2 1 0,-1-1 0,-1 1 30,-4 0 0,3-1 1,-6 1 45,2-1 1,-5 0-1,2 1 14,-3-1 0,-2 6 1,-2 1 15,-3 1-28,-3-4-14,-6 10 1,6-7-6,3 3 1,5 3-1,5-3-21,4 4 0,-1-1 0,2-1 0,1-2-36,2 2 1,1 1-1,1 2 37,-1 0 0,0-1 0,1-2-5,-1-2 193,1 0-79,-1 5 1,-6 6-1,-3 4-51,-4 3 1,-5-4 0,-1 1 0,0 1-46,-1 2 1,4 1 0,-3 1-132,4-1 0,1 1 1,0 0-1,0-1 138,0 1 0,32 5 0,9 3 0</inkml:trace>
  <inkml:trace contextRef="#ctx0" brushRef="#br0" timeOffset="275">27122 10120 8415,'-4'-15'-211,"-1"1"0,0 1-324,-1 3 776,4 4 0,-9 8 0,4 2 0,1 6-74,0 3 0,-5 3 0,3 1 1,-2 4-127,0 1 1,1 1 0,-4 2-1,2-1-70,1 2 1,5-4 0,-3 1 0,0-1-132,0 1 0,0-4 1,-1 5-1,2 0-99,1-1 0,2-1 1,-4-4-1,1 3-31,4 1 1,0-4-1,0 1 1,-2-3-238,2-2 527,1-6 0,21-14 0,6-10 0</inkml:trace>
  <inkml:trace contextRef="#ctx0" brushRef="#br0" timeOffset="276">26848 10436 8415,'0'-10'-577,"0"1"49,0-2 1,0 3 609,0-2 1,2 2 0,3-3-41,4 1 1,4 7 0,1-2-1,1 4-2,-1 1 0,3 0 1,1 0-1,1 0-51,-2 0 0,-1 0 0,-1 0 0,-1 0 56,1 0 0,-1 1 47,0 4 0,-1 3-32,-3 7 0,-4-1 0,-6 0-35,0 1 0,0-6 1,0 2-34,0 0 0,0-3-39,0 2 1,2-7-38,2 2 0,4-4 1,7-1 10,-1 0 0,-4-5 0,-2-1 1,0 0 39,0-1 1,-3-4 0,3 0 31,-2-1 0,-1 2 0,-5 0 19,0-1 0,-2 3 0,-3 0-41,-4 2 1,-4 1-1,-1 5 1,-1 0-82,1 0 0,4 0 0,2 2 0,0 1 104,0 2 0,24 12 0,2-1 0</inkml:trace>
  <inkml:trace contextRef="#ctx0" brushRef="#br0" timeOffset="277">27656 10278 8415,'-7'-15'-152,"6"6"1,-6 1 105,1 1 1,3 3 0,-7 5 5,-1 4 0,3-2 0,0 7 0,0 1 17,0 2 0,0 1 0,-3 1 0,3-1 16,1 0 0,1-1 0,3-2 0,-2-1-5,2 1 1,1-3 0,2 2-422,0 1 394,0-5 20,0 1 0,5-9 0,1-1 1,1-4-14,-1-1 1,4 4-1,-4-4 31,2 1 0,-3 1 115,5 1 1,-6 4 2,6-4 0,-7 10 0,4 6-17,-1 6 1,-4 1 0,2 7 0,-4 0-60,-4 3 0,-3 0 1,-4 1-1,0 2-37,-5 2 0,1-4 0,-5 1 1,0-4 9,1-1 1,-6-2 0,1-1-1,-2-3 26,2-6 0,-1 0 0,5-8 0,3-2-17,0-1 1,2-2-37,1 0 1,6-2-217,3-3 0,10-1 0,5-5 1,2 3-282,3 1 0,-1-4 510,2 1 0,36-22 0,11-6 0</inkml:trace>
  <inkml:trace contextRef="#ctx0" brushRef="#br0" timeOffset="278">27713 10552 6709,'0'-8'55,"0"0"0,2 5-71,3-2 0,-2 0-1,7 5 1,-1-4 0,6-3 2,0-1 0,-1 5 0,-1-3 1,-2-1 16,-1-2 1,-5 1 0,4 0 0,1 0 52,-2 0 1,-2 3 174,-6-6-174,0 8 1,-1-3 0,-4 6-1,-5 1 18,-3 4 0,4 3 0,-1 7 0,-1 0-57,-2-1 1,0 2 0,4 2 0,2 1-20,0-1 1,5-2-1,-2-2 1,2 0-86,2 1 1,0-6 0,0 1-1,2 0-77,2-3 0,5 1 1,6-4-1,-1 0-126,1 0 1,4-3 288,0-1 0,-6-6 0,-7-2 0</inkml:trace>
  <inkml:trace contextRef="#ctx0" brushRef="#br0" timeOffset="279">28160 10235 7973,'-12'1'0,"0"2"-196,3 2 1,4 5 0,-3-4 0,0 2 292,0 3 1,3 2-1,-3 2 1,2-1-10,3 0 0,-4 2 0,2 2 0,2 1-62,2-1 1,-4 2 0,0 1 0,2-4-79,1-1 0,2-1 1,0-1-1,0 0-203,0 1 0,0-1 0,0 1-563,0-1 818,0 0 0,0 1 0</inkml:trace>
  <inkml:trace contextRef="#ctx0" brushRef="#br0" timeOffset="280">27973 10436 8382,'0'-14'-120,"0"-1"0,2 6 0,3 1-60,4 1 0,6 3 1,2 4-1,2 0 11,-1 0 1,4 0 0,1 0 0,1 0 168,0 0 0,33-7 0,11-1 0</inkml:trace>
  <inkml:trace contextRef="#ctx0" brushRef="#br0" timeOffset="281">28723 10393 8382,'10'-2'-287,"0"-2"1,-6-3 0,4-4 64,-1 1 1,2 6 547,-4-6-295,0 0 1,-7 2 4,-2 4 0,-4 2 0,-7 4 0,1 1 6,-1 2 0,1 6 0,0-2 0,-2 4-14,-4 2 1,9-6-1,-3 1 1,1 1-25,0 2 0,-1 1 0,1 1-50,3 0 0,-2-6 16,8 1 0,-1-5 12,5 4 1,1-5-1,4-1-71,5-6 1,4-1-1,0-5-29,0-2 1,1 3 0,-1 0 0,0 0 71,1 0 1,-1 4 0,1-3 55,-1 1 1,0 4 0,1-3 8,-1 4 0,1 1 0,-1 0 1,0 0-75,1 0 1,4 6 54,0 5 0,0-5 0,-4 0 0</inkml:trace>
  <inkml:trace contextRef="#ctx0" brushRef="#br0" timeOffset="282">29517 10292 8401,'-15'-13'-431,"1"4"1,0 2 0,-2 7-1,-2 0 666,-1 0 0,-8 7 0,5 2 0,-2 4-68,0 2 1,5-1-1,-5 2 1,0 2-129,1 1 0,4 0 0,8-5 0,3 1-15,2-1 1,-4 1 0,5 0 0,2-1-108,1 1 1,2-6 0,2 1-55,3 1 0,3-3 0,6 0 0,1-2-89,-1-2 0,0-3 1,1-1-1,-1 0 37,0 0 0,1 0 0,-1 0 1,1 0 188,-1 0 0,0 0 0,1 0 0,13-25 0,2-7 0</inkml:trace>
  <inkml:trace contextRef="#ctx0" brushRef="#br0" timeOffset="283">29502 10451 8401,'0'-9'-1885,"0"-2"2277,0 8 0,-1-3-229,-4 6 1,-2 1 0,-4 4-108,2 6 0,1 1 0,-3 3 0,3-1-45,1 1 0,-2-1 0,4 0 0,2 1-74,1-1 1,2-4 0,0-1 15,0 3 1,2-1 0,2-2 22,6-4 0,3-3 0,1-2 2,1 0 0,-1-2 0,0-1 0,1-3-25,-1-2 1,-4 3 0,-2-5 0,-2-1-9,-3-2 1,4 4 0,-3-1 60,0-1 1,-4-2 1,-5-1 0,2 6 0,-7 1 4,-1 1 0,3 4-134,-2-3-149,1 4 235,1 1 1,3-2 18,10-3 0,3 4 0,6-6 30,0 1 1,1 4-1,-1-2 1,1-1-8,-1 1 1,0 2 0,1-3 45,-1 4 0,1 1 1,-1 0 4,0 0 1,-4 0-1,-2 1 1,0 2-32,0 2 1,-3 7 0,3-2-31,-2 3 0,-1-4 0,-4 1 0,4 1 0,-3 2 0,3 1-19,-4 1 1,-1-1 52,0 1 1,-1-7 257,-4-4-217,3-2 0,-4-4 0,6-2-30,0-6 0,0 2 1,0-2-39,0-1 1,5-2-1,1 1 1,2 0-39,3 3 1,2 1-1,0-3 1,-1 3-42,-2 1 1,-1-2 0,6 4-1,1-1 22,3 0 1,-3 4 0,3-3 41,-3 4 1,-2 1 0,-1 1 0,-2 2 4,-1 2 0,-5 6 0,3-5 11,-2 2 1,-1 2-29,-5 4 0,0 1 9,0-1 0,-7-4 20,-2-1-2,2-6 0,1 2 55,6-10 0,0-3 0,0-6-20,0 0 1,0 4 0,0 0 0,2 1-59,2 1 1,0-3 0,4 4-1,0 0-62,0 0 1,-4-2-1,4 2 1,0 1-77,0 0 0,2 1 0,3 3 0,-2-1 158,-1-2 0,12 1 0,8 4 0</inkml:trace>
  <inkml:trace contextRef="#ctx0" brushRef="#br0" timeOffset="284">30194 10436 7587,'-10'0'-1462,"2"3"1851,2 1-298,1-2 0,7 4 0,2-6-99,6 0 0,-2 0 1,2 0-1,-1-1 4,-1-4 0,6 2 0,-4-8 0,-2 8 1,0-3 63,-2-1 0,-1 4 1,-4-5 121,4 2 1,-3-1 1,3 3 0,-10 2-108,-5-3 1,2 8 0,0 4-81,2 1 0,-4 1 1,4 6-195,-3-1 0,6 1 0,-2 0-299,3-1 0,2 1 497,0-1 0,0-6 0,0-2 0</inkml:trace>
  <inkml:trace contextRef="#ctx0" brushRef="#br0" timeOffset="285">30483 10364 8384,'-8'2'0,"1"1"-92,1 2 1,3 1 0,-7-1 22,-1 5 1,4-3-1,3 3 1,0 0 66,0-2 1,2 5 0,-3-3-25,4 3 1,1 1 0,0 1 8,0-1 1,4-4 0,3-2 0,1 0-15,3 0 1,2-5 0,1 2-1,1-4-39,-1-1 1,0 0-1,2 0 1,2 0-102,1 0 1,0-1-1,-4-3 1,-1-2-516,0-2 686,2 5 0,11-48 0,3-6 0</inkml:trace>
  <inkml:trace contextRef="#ctx0" brushRef="#br0" timeOffset="286">30800 10220 8384,'-6'10'-141,"-4"-1"1,2-1-1,0 4 1,0-3 68,0 2 0,3 2 0,-3 2 1,2-1 31,3 0 1,0 1-1,-1-1 1,0 2-38,0 3 0,-2-3 0,1 3 0,2-2-64,1-2 1,-2 4 0,-1 0 140,2-1 0,-12 11 0,-1 1 0</inkml:trace>
  <inkml:trace contextRef="#ctx0" brushRef="#br0" timeOffset="287">30555 10509 8243,'0'-14'0,"1"-1"-201,4 1 1,-2 4 0,5 1 0,0-2 106,0 3 1,2-3 0,6 4 0,1 1 61,3 0 0,4-4 0,-3 5 0,2 1 92,2-3-60,2 6 0,10-11 0,6-2 0,4 2 0,-1 0 0</inkml:trace>
  <inkml:trace contextRef="#ctx0" brushRef="#br0" timeOffset="288">31521 10134 8384,'-9'-5'117,"-1"0"1,5 1 0,-3 5 0,0 2 48,0 2 0,4 8 1,-4 0-1,-1 6-27,1 3 0,-2-3 0,-4 5 1,1 2-114,3 1 1,-2 2 0,2 0 0,-4 1-142,-6 4 0,4-1 1,-3 3-1,3 1-40,2 0 0,-5-3 1,-2 2-1,0-1-82,0-3 0,2-1 0,5-4 0,-1-1-285,1-2 0,0-7 12,-1 2 0,6-3 510,-1-7 0,7-15 0,-4-11 0</inkml:trace>
  <inkml:trace contextRef="#ctx0" brushRef="#br0" timeOffset="289">31233 10495 8384,'13'-18'0,"-2"4"0,-2 1-150,2-1 0,2 4 0,0 1 1,-2-1 97,-1 2 0,-1 0 1,6 5-1,-1-2 121,1 2 0,-6 2 0,1 1 0,1 0-23,2 0 0,-4 0 0,-1 1 0,0 2-60,0 2 0,-4 6 1,1-1-39,-3 3 0,-2-4 1,0 2 36,0 0 0,-7 2 0,-3 1-5,-3 1 1,-1-3 0,-1 0-1,1-4-1,0-2 0,4 4 1,0-4-1,-1 0-118,-2 1 1,-1-1 0,0-3-138,-1 2 0,6 5 0,-1-4-245,-1 2 521,4-5 0,33-9 0,14-10 0</inkml:trace>
  <inkml:trace contextRef="#ctx0" brushRef="#br0" timeOffset="290">31493 10451 8256,'14'-8'-615,"-4"-4"712,-1 7 1,1 1-13,4 4 0,-6 1 0,-3 4-137,-3 6 0,-2 1 0,0 3 2,0-1 1,0-4 0,0-1-33,0 3 1,-2-1 0,-1 0 62,-2-1 1,0-6 28,5 6 25,0-7 0,0 2-27,0-10 1,2-3-1,3-6-48,4-1 0,-1 6 0,0-1 1,0 1-106,0 1 0,-3-4 0,5 6-79,1-2 0,2-2 7,1-5 1,0 7 185,1 3 302,-1-3 1,-4 7 158,-1-4 0,-6 5-74,2 5 1,-2-4-220,2 4 0,-3-2 1,4 0-79,1 2 1,-4 0-161,6-5 0,-4 0-281,5 0 149,-1 0 1,4-2 57,-3-2 0,-2 0 132,-3-5 1,-4 4 0,2-3 64,-6 2 0,0 1 80,-7 5 1,1 0-1,-4 2 1,2 1-25,1 1 0,5 8 0,-3-3-77,2 4 0,1-2 1,4-3-1,-3 0-112,0 0 0,-1 1 0,5 6-341,0-1 0,1-4 452,4-1 0,61-12 0,-23 2 0,1 0 0</inkml:trace>
  <inkml:trace contextRef="#ctx0" brushRef="#br0" timeOffset="291">31997 10436 8384,'-14'7'-173,"-1"-3"153,1 5 0,0 1 0,-1 3 162,1-4 0,4 4 0,1-3-9,-2 2 0,4-2 0,0 0-98,0 1 1,6 2 57,-4 1 0,3-4 349,2-1-454,0-6 1,5-3 0,2-8-144,2 0 1,-5-4 0,4 2 0,0-3-20,0-1 1,0-1-1,2 1 1,-4 0 21,1-1 1,-1 1-1,4-1 1,-4-2 56,0-2 0,-2 3 1,4-4-1,0-1 41,0-3 0,-4 1 0,4-1 0,-1-1 7,-4-2 0,3-4 0,1-1 0,-1-1 28,1 1 0,2 1 0,-4 3 0,0-2 11,1 1 0,-4 7 119,3 2 1,-4 12-1,-1 8 62,0 8 1,-5 7 0,-1 2 0,0 4-12,-1 2 1,-2 2 0,4 3-1,0 1-102,-1 0 0,4-2 1,-3-1-1,4-2-45,1 1 1,0 2-1,0 2 1,0 0-108,0 0 1,0-2 0,0-2 0,0-1-163,0 3 1,0-1 0,0-2 0,1-4-67,4 1 0,-3-5 0,2 3 320,-2-3 0,11-14 0,3-4 0</inkml:trace>
  <inkml:trace contextRef="#ctx0" brushRef="#br0" timeOffset="292">32199 10422 8144,'-8'6'192,"0"-4"1,4 4-134,0 1 1,-1 1 0,3 5 0,-1-2-137,-2-1 1,0 0 0,5 4 0,0 0-42,0 1 1,0-1-1,0 1-177,0-1 1,0-4 294,0-1 0,13-6 0,3 4 0</inkml:trace>
  <inkml:trace contextRef="#ctx0" brushRef="#br0" timeOffset="293">32271 10292 8384,'-15'-14'-176,"6"4"65,-1 1-15,0 5 1,2 0 0,4 8-1,2 6-205,2 3 1,0-4 0,0 1 330,0 1 0,13 28 0,3 7 0</inkml:trace>
  <inkml:trace contextRef="#ctx0" brushRef="#br0" timeOffset="294">32372 10451 8230,'8'0'388,"-1"-6"1,-9 4-285,-3-2 1,2 7-1,-5 3 1,2 2-85,2 3 0,-2 2 0,1 2 0,2-1-114,1 0 0,2 1 0,0-1 41,0 1 0,0-1 0,2 0 0,3-1-34,4-3 1,-1-2 0,2-5 0,1 2-171,2-2 0,1-1 0,1-2 1,-1 0-1000,1 0 1256,-1 0 0,20-32 0,4-8 0</inkml:trace>
  <inkml:trace contextRef="#ctx0" brushRef="#br0" timeOffset="295">32660 10177 8384,'0'-14'28,"0"-1"0,-5 9 12,0 6 1,1 6 0,2 9 0,-1-1 10,-2 0 0,0 6 1,5 0-1,0 1-72,0 0 1,0 3 0,-1-3 0,-3 1-16,0 4 1,-1-4-1,5 0 1,0-1-161,0-2 1,-2 3 0,-1 1-1,-2-1-114,2-3 1,0-1-1,0-1 1,-2 3 309,2-3 0,1-1 0,-4-21 0,-2-4 0</inkml:trace>
  <inkml:trace contextRef="#ctx0" brushRef="#br0" timeOffset="296">32516 10509 8384,'0'-10'-328,"2"1"-129,3-2 1,-2-1 0,5 1 0,0 3 487,0 2 1,-3-5 0,4 5 0,2-1 52,2 1 0,1-4 0,1 6 0,-1 1 38,1 1 0,-1 2 0,0 0 1,1 0 56,0 0 0,-5 0 0,-1 0-37,3 0 0,-1 6 1,0 2-1,-3 2-17,-2-1 0,-1 1 0,-5 5-80,0 0 0,0-1 1,0 1-87,0-1 1,0 0 0,0 1 0,0-1-135,0 1 0,-5-6 1,1 1-1,0 1-237,3 2 0,-4-4-683,0 1 1095,0-7 0,5 2 0,0-10 0,0-3 0,0-6 0,0-2 0,0-3 0,0 3 0,0-4 0,0 3 0,0-2 0,2 3 0,1-5 0,2 2-50,-2-2 1,4-3 0,-3 5 0,1 0 52,1-2 0,-4 5 1,3-3 165,-4 3 0,4 7-67,0-1 1,0 8-67,-5 2 0,0 7 0,0 7-64,0 1 1,0-1 0,0 0-301,0 1 328,0-1 0,-7 26 0,-1 7 0</inkml:trace>
  <inkml:trace contextRef="#ctx0" brushRef="#br0" timeOffset="297">32848 10567 8142,'-8'0'169,"-3"1"-108,6 4 1,0-2-60,5 7 1,0-1-48,0 6 1,7-7-28,2-3 0,4-4 13,1-1 1,1-1-2,-1-4 1,-6 2 0,-3-7 21,-3-1 1,2 3 0,1-2 32,-2-1 1,-3 0-1,-3 0 19,-2 1 1,-6 0-71,2-4 1,-4 6-253,-2 3 1,6 4-150,-1 1 0,7 6 457,-2 4 0,36 9 0,9 3 0</inkml:trace>
  <inkml:trace contextRef="#ctx0" brushRef="#br0" timeOffset="298">33049 10523 6788,'0'15'432,"0"-1"1,0-4 0,0-1-441,0 3 1,0-4 0,0 1 51,0 2 1,0-3 40,0 2-108,0-7 23,0 4 1,5-14-34,0-2 0,6-4 0,-3-2-70,0 1 0,3 4 1,-4 1 27,2-2 0,0-1 1,4 1-1,-2 3 39,-1 2 0,-5 1 0,4 5 74,3 0 0,-4 0 42,1 0 0,-6 6 0,2 4-11,-3 3 0,-2 1 0,0 2-86,0 3 0,5-7 1,-1 2-1,-1-1-264,-1 0 0,3 2 0,1 3-195,2 1 1,-3-1 475,5-9 0,-7 4 0,3-5 0</inkml:trace>
  <inkml:trace contextRef="#ctx0" brushRef="#br0" timeOffset="299">33439 10292 11136,'8'-22'-416,"3"-5"1,-5 4 0,1 1 13,-1 3 0,1-2 0,-4 2 1,2 1 745,-2 2 0,3 2 0,1 1 140,1 3 1,-5 2-315,3 4 1,-3 2 0,0-1-81,2 6 1,0 0-1,-5 7-101,0 1 0,1 2 0,2 1-47,2 1 0,0-1 1,-5 0-1,0 1 48,0-1 0,0 0 0,0 1 0,0-1-18,0 1 0,-2-1 0,-1 0 0,-2 1-3,2-1 0,2 1 0,1-1 0,0 0 11,0 1 0,-5-1 1,0 1-1,2-1 13,1 0 1,-3 1 0,0-1-1,0 1 9,-2 0 1,6-6 0,-6 1-1,3 1-57,-1 2 0,-5 1 0,4 1 0,-1-1-163,1 1 1,0 4 0,2 0 0,0 0-432,1 2 0,-1-5 659,0 3 0,2-3 0,-4-2 0</inkml:trace>
  <inkml:trace contextRef="#ctx0" brushRef="#br0" timeOffset="300">33425 10999 26145,'-15'0'-69,"1"0"1,-1-1 185,1-4 1,1 2 0,4-7-1911,4-1 0,3 3 1528,2-2 0,0 7 0,0-3 0</inkml:trace>
  <inkml:trace contextRef="#ctx0" brushRef="#br0" timeOffset="301">20417 11879 8531,'-15'0'-257,"6"0"-253,-1 0 587,7 0 0,-4-2 157,7-3-214,0 4 1,7-12-1,2 5-20,4 0 0,-3-3 1,-1 5-1,3-2-34,0-4 1,3 1 0,-1 0 0,1 1 29,-1-1 0,-1-6 1,-2-3-1,-2 3 27,3 1 1,-1 1 0,0 0-1,-3 1 39,-2-1 0,4 1 0,-5 0 7,-2-1 1,-1 1 63,-2-1-151,0 7-3,0 2 0,0 8 0,0 2 12,0 6 0,0 3 1,0 1-1,-2 1 0,-3-1 0,4 0 1,-4 1-1,3-1-15,2 1 0,0 0 0,0-1-21,0 1 0,0-1 0,0 0 0,2 1-39,3-1 0,-2-4 0,5-1 0,0 1-30,0-2 0,1-2 1,4-4-1,-2 1-106,-1 2 0,0 0 0,4-5 0,0 0-6,1 0 0,-1-5 1,0-1 225,-5-2 0,11-47 0,-4-15 0</inkml:trace>
  <inkml:trace contextRef="#ctx0" brushRef="#br0" timeOffset="302">20763 11346 8339,'-5'-15'-920,"0"1"676,-7 6 1,12 1 111,0 7 0,2 2 132,8 3 0,19 22 0,9 11 0</inkml:trace>
  <inkml:trace contextRef="#ctx0" brushRef="#br0" timeOffset="303">20907 11692 8078,'-7'-8'-1685,"6"0"2452,-4 2-614,3-2 0,4-2 0,3 2-143,4 2 1,4 1 0,1 5 0,1 0-98,-1 0 1,1-5-1,-1 1 1,0 1-116,1 1 0,-1 2 0,1 0 0,-1 0-355,0 0 557,1 0 0,6 6 0,1 2 0</inkml:trace>
  <inkml:trace contextRef="#ctx0" brushRef="#br0" timeOffset="304">20864 11893 8339,'-15'0'-483,"7"0"0,3 0 0,10 0 572,5 0 0,3 0 0,1 0 1,0-1-77,1-4 0,4 3 0,2-4 1,-1 1-81,1 0 0,5-1 1,-2 3-1,3-2-415,2 2 482,-7-5 0,51-13 0,-34 6 0,0 0 0</inkml:trace>
  <inkml:trace contextRef="#ctx0" brushRef="#br0" timeOffset="305">21657 11533 6867,'-8'-8'24,"-5"1"1,10 9-15,-7 3 25,7-4-11,-3 6 0,6-9-22,0-3 1,4-3-1,3-5 1,1 2-7,3 2 1,-3 4 0,2-3 0,1 1 13,2 4 0,-4 0 0,1 0 119,1-2 1,-3 0 0,2 5-6,1 0 0,-5 7 0,1 2-63,-1 4 0,-4 1 1,2 1-1,-2-1-40,-2 1 0,-5 4 0,-1 2 0,-2-1-23,-3 1 1,-4 3-1,-2-3 1,-4 1-69,-2-2 1,4 4 0,-5-3 0,0 0-30,2 0 0,-6-2 1,5-6-1,-1-2 68,0-1 1,7-7-1,-2 2-4,3-4 1,1-1-21,1 0 1,6-6-4,3-4 1,3-3 0,4 1-1,3 0-25,4 3 0,-1 4 1,2-3-1,0 0 81,-2 0 0,4 5 0,-2-2 123,3 3 0,-4-2 0,1-1 210,1 2 1,2 3-199,1 4 0,1 4 0,-1 5 0,1-2-92,0-1 1,-1 0 0,1 4 0,1-1-272,3-4 0,0 4 230,10-3 0,12-1 0,7 1 0,10 1 0,-1 0 0</inkml:trace>
  <inkml:trace contextRef="#ctx0" brushRef="#br0" timeOffset="306">4566 4682 23200,'-6'-8'-6738,"4"1"4370,-4 7 3366,6 0 0,0 1-1190,0 5 1,0-3-1,0 7 52,0 1 0,0-3 0,0 2 58,0 1 1,0 2-1,0 1 1,0 1-3,0-1 0,0-5 0,0 1 0,0 1-415,0 2 0,5 1 0,0 1 0,-2-1 57,-2 1 534,-1-1 1,0 13-1,0 4 1</inkml:trace>
  <inkml:trace contextRef="#ctx0" brushRef="#br0" timeOffset="307">4480 4711 23056,'-14'0'-2649,"4"-5"1732,1 0 0,1-1 0,-4 3 649,3-2 0,4 0 347,-5 5 1,6 0 574,-6 0-426,7 0 1,-4 2 0,7 3-310,0 4 0,-1-1 0,-2 2 0,-2 1-51,2 2 1,1 1 0,2 1 0,0 0-83,0 5 0,0-4 0,0 4 0,0 0 135,0-1 1,5 5-1,0-3 1,-1-1-160,3 1 1,-4-2 0,5-4 0,0 1-82,0 3 0,-3-8 1,4 3-1,3-2 106,0-4 0,3 1 0,-1-6 0,0 2 87,1-2 0,-1-2 0,1-2 0,1-2 366,3-2 1,-3-7 0,3 2-1,-3-3-67,-2-1 1,1-1 0,-1 1 0,0 0 16,-5-1 1,4 1-1,-5 0 1,0-1-20,-3 1 0,1-1 0,-1 1 1,-2 0-20,-1-1 1,-2-4 0,0 0-1,-2 1-69,-2 2 0,0 2 0,-5 0 0,-2-2-225,-2-4 0,-1 4 1,-2-3-1,2 3-62,-1 1 0,1 5 0,0 2 0,-1 0-66,1 0 0,-5 5 0,-1 0 0,1 6 386,-2 7 1,5 7-1,-3 5-225,3 0 1,2 53-1,7-28 1,0-1 0</inkml:trace>
  <inkml:trace contextRef="#ctx0" brushRef="#br0" timeOffset="308">6542 4667 22949,'0'-15'-8224,"0"6"7040,0-1 0,0 5 854,0-4 0,0 4 0,2-3 714,3 2 1,1-1 0,5 4 373,-1-2 0,0-1 0,4 3-226,0-2 1,-1-2-1,-2 4 171,-1-2 0,0 1 48,4 4-227,0 0 1,-1 1 0,-3 4-659,-6 5 0,-2 2 1,-2 3 249,0-1 1,-5 1 0,-1-1 0,-1 0-126,1 1 1,-5 0 0,1 0 0,-1-1-231,2 0 0,-4 1 0,3-1 0,-3 1 19,-1-1 1,4 0 0,1 1 0,-2-1 63,-2 0 0,0-4 1,2-2-1,3 0-211,1 0 0,-2-3 1103,4 4 147,0-5 1,7 0-262,3-8 0,3-3 1,6-4-275,0 1 0,1 7 0,-1-3-30,1-1 0,-6 6 1,1-4 36,1 3 0,2-2-174,1-1 0,1 0-183,-1 5 1,-5 0-498,1 0 0,0 0 753,4 0-434,-6-6 1,5-9-1,-4-7 1</inkml:trace>
  <inkml:trace contextRef="#ctx0" brushRef="#br0" timeOffset="309">6629 4537 21998,'-15'0'0,"1"0"-510,0 0 1,-1 0 0,1 0-1,-1 0 474,1 0 0,0 0 1,-2 2-1,-2 3 272,-1 4 0,4-1 0,6 2 0,-2 1-237,-2 2 0,0 1 0,2 1 0,3-1-146,2 0 1,-4 2 0,5 3-1,2 2-146,1 1 0,2-4 1,0 3-1,0-2 37,0 0 1,5 2 0,2-4 0,1 2-119,3-1 1,-3-2 0,1-2 0,3 1 97,0-1 1,3-1 0,-1-2 0,0-3 104,1-1 1,1 2 0,1-4 0,3-2 36,-3-1 0,4-2 1,0 0-1,0 0 179,-1 0 1,0-5-1,-6-1 1,2-2 114,3-4 1,-3 0 0,4-3 0,-4 1 32,-1-1 0,-3 1 1,0-2-1,-3-2-19,2-1 0,-3 0 1,0 3-1,-1-2 25,-4-1 0,3 0 0,-1 5 0,-2-1-239,-1 1 0,-4 0 1,-2-1-1,-6 0-136,-3 0 0,-1 1 1,-1 1-1,1 2-14,0 1 0,-6 6 0,0-4 0,1 1-23,-2 4 1,5 1-1,-4 2 243,-1 0 1,-2 13-1,-5 3 1</inkml:trace>
  <inkml:trace contextRef="#ctx0" brushRef="#br0" timeOffset="310">8749 4552 21493,'-8'0'-3315,"1"0"3315,7 0 0,0 0 0,0-7-1365,7 6 1471,1-12 1,0 10 544,-4-7-981,-2 7 15,-2-3 1,0 4-446,0-3-34,0 4 296,0-6 1,0 6 491,0-4-1105,0 3 320,0-4 0,2 6 990,2 0 0,0 0 69,5 0 0,-4 0 0,5 0 243,2 0 1,-4 0-171,1 0 0,-4 0 0,3 1-106,-1 4 0,-3-2-473,-4 7 1,0 0 237,0 4 0,0 0 0,0 1 0,0-6-512,0 1 0,0-5-512,0 4 512,0-6 1,7 4 255,2-7 1,-1 0 528,2 0 0,-1 5 610,6-1-631,-7 1 0,3-3 33,-6 3 0,0-2-208,-5 6 0,-5-4 0,-2 3 254,-1-1 0,0-1 0,-3-3 1,3 4 165,2 2 1,-5-5-312,1 6 0,-1-5 1,0 3-350,1-2 70,7-1 1,-3-18 0,6-3 0</inkml:trace>
  <inkml:trace contextRef="#ctx0" brushRef="#br0" timeOffset="311">8792 4465 21493,'-15'0'-434,"6"0"0,-1 0-443,-1 0 0,-2 0 903,-1 0 1,-1 2 199,1 3 0,4 3 0,2 6 1,2 1-440,3-1 0,1 0 0,2 2 0,0 2-50,0 1-1,0 2 1,0-4 0,0 4 69,0 3 1,0-5 0,2 3-1,1-1-178,2-3 0,4-2 0,-2-2 0,-1 0-90,1 1 0,4-6 0,-2-1 287,4-1 1,2 2-1,-1-4 1,0-2 136,1-1 0,2-4 1,0-1-1,3-3-27,-3-2 0,1-2 1,-1-4-1,2-2 170,-1-4 1,-2 5 0,-2-6 0,1 2 37,-1-1 1,-4 0-1,-2 1 1,0 0-50,0 1 1,-5-3-1,2 2 1,-4 2 42,-1 1 1,0 0 0,0-2-1,-1-1-173,-4 1 0,-3 2 0,-6 4 0,-2 0 61,-4 3 0,3 4 1,-6-3-1,1 2-87,0 2 0,-1 3 0,-2 2 1,2 3-109,2 0 0,1 9 65,6 2 1,0 31-1,-1 15 1</inkml:trace>
  <inkml:trace contextRef="#ctx0" brushRef="#br0" timeOffset="312">10595 4652 23435,'0'-14'-3253,"0"0"0,0 4 2423,0 0 0,0 6 671,0-6 0,2 7 0,1-4 757,2 1 1,1 4 1117,-1-2-1341,-4 2 0,7 2 179,-3 0-585,-3 0 0,4 2 0,-6 2 162,0 6 1,-1-2 0,-3 2 0,0 1 72,0 2 1,-2-4-1,1 1 1,1 1-73,-3 2 1,6-3 0,-4 0 0,2 1-358,-2 2 1,3 1-474,-3 1 1,4-1 56,1 1 1,0-6-63,0 1 0,1-7-13,4 2 1,3-10 1365,7-5 1,-6 2-359,1-1 1,-6 4 34,6-5 1,-5 7 329,4-2 0,-4 4-74,5 1 1,-5 0 42,4 0 0,-4 0 32,5 0 1,-6 0-132,6 0 0,-2-2 1,3-1-553,-1-2 1,-7-1 0,3 3 12,1-2 1,-6-2 0,6 4 0,-2-3-165,-1-2 1,1 3-466,-5-5 0,0 6-841,0-7 190,0 8-16,0-4 828,0 20 1,0-2 0,0 8-113,0-3 0,0-2 1,0 1 40,0-1 1,0 1-1,0-1 120,0 0 0,0 1 0,0-1 544,0 0 0,-13-6 1,-3-1-1</inkml:trace>
  <inkml:trace contextRef="#ctx0" brushRef="#br0" timeOffset="313">10595 4494 21734,'-16'0'-77,"-3"0"0,3 0 0,-3 0 0,3 2-95,1 3 0,3-2 1,0 5-1,3 0 63,-2 0 1,2 1 0,1 6 0,1 1-204,4 3 1,1-2 0,2 6 0,0-1 22,0 2 1,0-2 0,0 4 0,0-2 33,0 1 1,5-3 0,2 2-1,1 2-36,4 1 0,-4-4 0,1-3 0,3 0-202,0-1 0,3 0 0,-1-5 248,1 1 1,1-2 0,1-4 0,2-3 24,-1 1 1,-2-6-1,-2 4 1,1-3 191,-1-2 1,5-2 0,0-1 0,-1-3 255,-2-2 0,-2-2 1,1-4-1,-1-1-34,1 1 1,-1 0 0,0-1 0,-1 1-20,-3-1 0,3-4 0,-5 0 1,0 0 28,-3-2 0,2 5 1,-3-5-1,0 2-132,-3 0 1,-1-5 0,0 5 0,0 0-145,0-2 0,-1 2 1,-4-3-1,-5 1-144,-3 3 1,-2 2-1,1 2 1,-2 0 39,-3-1 0,1 7 1,-6 3-1,0 4 97,2 1 0,-7 0 0,2 1 0,-5 4 111,0 5 0,-5 35 0,0 9 0</inkml:trace>
  <inkml:trace contextRef="#ctx0" brushRef="#br0" timeOffset="314">12729 4624 18785,'0'-15'-2255,"0"6"1,2 1 2213,3 1 1,-2 1 0,7 3 387,1-2 0,-3-5 1,1 5-1,3 1-91,0-3 0,-2 6 0,-1-6 0,3 2-45,0 1 0,-2-1 0,0 3 76,1-2 0,-3 2-69,1-3 1,-4 4-175,5 1 0,-9 0 1,-1 0 224,-8 0 0,0 0 0,-1 0 0,-2 1 5,-2 4 1,-2-3-1,1 4-234,0 0 1,-1-3-1,1 5 1,0 0-96,-1 0 0,1-3 30,-1 5 0,1-2 0,1 3-93,4-1 1,-3-6 0,6 4-149,-2-1 1,5 4-117,-2-1 0,3-2-120,2 1 1,2-1-356,3 3 0,-2 0 166,7-6 1,-6 0 418,6-5 0,0 0 200,4 0 1,0 0-1,1 0 121,-1 0 1,-4-5 0,-1 0 130,3 2 0,-1 0 0,0-1 326,-2 0 0,-4-2 339,5 6-21,-1 0 1,-1 1-654,-3 5 1,-3-3 0,-4 7-187,-3 1 0,2-3 0,-6 0 0,-1 0 1,2 0 0,-5 0 0,4 3 0,-4-1-5,-1 1 0,-1-3 0,1 0 0,-1 0-69,1 0 0,0-3 0,-1 3 1,1-2-13,-1-3 1,6-1 51,-1-2-252,1 0 0,13-32 0,6-8 0</inkml:trace>
  <inkml:trace contextRef="#ctx0" brushRef="#br0" timeOffset="315">12758 4494 21171,'-6'-9'-1978,"-4"-1"1,-3 2-1,-1-2 1865,0 6 1,-1 2 0,1 2 599,-1 0 1,1 6 0,0 4-334,-1 3 0,2 1 0,2 1 0,3 0-194,2 5 0,-5-4 1,3 4-1,0 0-100,3-1 1,3 5-1,2-3 1,0 2-31,0 3 1,0-1-1,0 1 1,0-2-184,0 1 1,7 1 0,1-1 0,1-1 224,1 2 0,0-5 0,4-2 0,2-3 19,3-2 1,-3 1-1,5-2 1,-2-4-74,0-4 0,5 1 0,-3-1 0,0-2 167,0-1 0,4-9 1,-3-2-1,2-2 134,0 1 0,-1-7 1,2 2-1,-4-1 22,-1 0 1,-5-3 0,2-2 0,-4 0-24,-2 1 0,4-4 0,-11 4 0,0 1-38,-3-2 1,-1 1 0,0-6 0,-1 4-80,-4 1 0,-8-6 0,-6 3 0,0-1-60,-2 1 1,5-3-1,-5 4 1,2-1-99,-1 0 1,-6 2 0,4-2-1,-2 5-71,0 3 0,6 1 1,-2 3-1,0 2 133,1 5 1,0 5-1,5 7 1,1 7-1,3 8 1,-5 22-1,-2 10 1,1 4-1,0 1 1</inkml:trace>
  <inkml:trace contextRef="#ctx0" brushRef="#br0" timeOffset="316">14777 4566 23223,'10'-2'-2041,"-1"-2"1920,-5 2 0,4-4 0,-5 4 24,2-3 1,-1 2-504,-4-7 1,0 6-912,0-6 961,0 1 1,0-1-423,0 0 320,0 7 1,-1-3 733,-4 6 0,2 6 0,-7 2 0,1 2-110,1-1 1,-5 1 0,3 6 0,-2 1-18,-3 3 0,1-1 1,-1-3-1,1 1 141,0 3 0,1 5 1,2-6-1,1 0 97,-1 2 0,4-5 0,3 3 37,2-3-319,2-2 1,6-6 0,4-3 361,3-3 0,1-2 0,1-2 0,-1-1-396,0-2 1,1-6 0,-1 3 0,-1-2 87,-3 1 0,2 1 0,-4-3 0,2 1 38,-1-1 0,-5 3-67,0-2 0,-4 2 18,-4-1 0,-4 2 0,-7 7 0,1 0 330,0 0 1,-1 2 0,1 1 0,-1 3 474,1 2 1,1-3-707,4 5 0,-4-7 1,5 3-1</inkml:trace>
  <inkml:trace contextRef="#ctx0" brushRef="#br0" timeOffset="317">14763 4480 15329,'-2'-8'-1796,"-1"1"1,-3 3 990,-2-1 1,3-5-1,-5 5 811,-1 2 0,3-3 0,-1 1 140,-3 2 1,0 1 0,-3 2 0,1 0 95,-1 0 0,1 7 0,0 1 0,-1 1-110,1 1 0,-1-1 0,0 7 0,1 2-28,-1 1 1,1 2 0,0-4 0,-1 4-121,1 2 0,4-1 0,1 4 0,-3-1 120,0 0 0,2 2 0,2 2 1,2 0-116,2 0 0,3-5 0,1 0 0,0 0-86,0-2 0,1 4 0,4-7 1,5-2-12,3-1 1,3-1-1,3-1 1,3-1-1,1-4 0,2 3 0,-4-8 0,1 0 86,5-3 0,0-1 1,0 0-1,-1-1 49,-2-4 1,1-3 0,6-7 0,-1 1 0,-3 0 0,-3-1 0,2-1 0,-4-1-20,-1-2 0,1-5 0,-6 3 0,-3 0 39,0 0 0,-5-4 1,1 2-1,-3-1-8,-2 0 0,-3 5 1,-2-3-1,-4-1-53,-6 0 1,-3 5 0,-5-2 0,-5 0-24,-4 1 0,0 0 0,0 5 0,3-1-48,1 1 0,0 4 0,-5 2 0,0 2 5,1 3 1,0 1 0,4 2 0,5 2-22,3 3 19,2 3 0,12 31 0,4 8 0</inkml:trace>
  <inkml:trace contextRef="#ctx0" brushRef="#br0" timeOffset="318">16840 4638 23979,'-10'-2'-2350,"0"-2"0,7 0 736,-2-5 0,4 4-517,1-5 1891,0 7 1,0-5 184,0 3 0,1 4 0,4-4 644,5 3 1,-2 2 0,1 0-168,3 0 1,0 0-435,3 0 1,-1 0-1,1 0 161,-1 0 1,0 0 0,1 0 337,-1 0 1,-4 0 0,-1 0 391,2 0 1,2 0-237,2 0 1,-6-4 823,2-1-1749,-8 0-260,3 5 549,-6 0 0,0 2-408,0 2 1,-1 4-1,-2 7 160,-2-1 1,0-4-1,5-1 1,0 3-213,0 0 1,0 3 0,0 0 137,0 0 1,-2-1 0,-2 2 0,-1 2-107,2 1 1,2 0-1,1-5 1,-2 1-133,-3-1 0,4-3 1,-6 2 16,1 3 517,4 2 0,-23-10 0,1-2 1</inkml:trace>
  <inkml:trace contextRef="#ctx0" brushRef="#br0" timeOffset="319">16883 4812 19055,'0'-10'-1803,"0"0"1,6 2-1,4-1 2114,3 4 1,-4 2 0,1 0 0,1-2 193,2 2 0,1 1-375,0 2 0,26-19 0,8-5 1</inkml:trace>
  <inkml:trace contextRef="#ctx0" brushRef="#br0" timeOffset="320">16897 4509 16104,'-14'-5'0,"-1"0"-431,1 2 0,0 1 0,-1 2 1,1 0 520,-1 0 1,-4 2 0,0 3-1,2 3 54,1 0 0,1 4 0,-1-2 0,0 3-91,2 1 1,-4 0 0,9 1-1,-4 1-84,4 3 1,-2-3 0,6 5 0,2-1-110,1-1 1,2 7 0,0-4 0,0 2-7,0 0 0,6-2 0,4 4 1,3-4 12,2-1 0,6 3 1,1-3-1,2 0-5,0 0 1,0-2-1,5-5 1,0 0 8,0 1 0,-1-2 1,1-2-1,0-3 17,0-2 0,4 0 0,1-6 0,-1-2 116,-3-3 1,-1-3 0,0-7-1,-2 1 48,-3-1 1,1 0-1,-5-3 1,-3-1 41,-1 1 0,-3-3 1,-3 1-1,-4-3-12,0-2 1,-4 2 0,1-1 0,-6 0-112,-7 2 1,-2-5-1,-4 4 1,-4-1 34,-4 0 1,-3 4 0,-1-2 0,-1 1-26,0 3 0,0 2 1,-1 2-1,-3 0-48,-1-1 1,6 7 0,4 3 0,-2 5-142,-1 5 0,0 3 103,3 7 0,3 37 0,6 11 1</inkml:trace>
  <inkml:trace contextRef="#ctx0" brushRef="#br0" timeOffset="321">20373 12340 19300,'0'-9'-3882,"0"-1"2357,0-1 0,0 3 663,0-2 725,0 7 66,0-10-19,0 12 126,0-6 1,0 6-780,0-4 797,0 3 0,0-6-100,0 4 0,-1 2 0,-4-3 242,-5 4 1,2 1 0,-1 0 19,-3 0 1,-1 0 0,-2 1 0,1 4 80,0 5 0,-5-2 0,-2 1 1,0 2-24,0 2 1,-4 2-1,2-1 1,-1 0 4,0 1 1,7-6-1,-3 1 1,3 1 253,-2 2 0,8-4 394,-4 1-369,4 0 1,5-2-761,6-4 0,6-2 0,8-2 203,1 0 1,-1-2-1,1-1-13,-1-2 1,0 1-6,1 4 1,-1-5 71,0 0 0,-4 0 58,0 5-142,-1 0 1,-1 2-1,-3 3-267,-3 4 1,-2-1 0,0 2 0,-2 1 438,-3 2 1,-1 1 0,-5 3 0,3 1-265,1 1 0,-4 7 1,3-2-1,-2 3-64,1 1 0,-1-2 0,-3 1 0,2 2 11,2-3 0,1 2 0,-3-4 0,1 5-65,-1 5 0,3-6 0,0 4 0,0-7 26,0 1 1,0-4 0,-2 1 0,4-1 59,-1 1 1,6-6 0,-4 2 0,2-3 296,-3-1 1,4-1-1,-2 0-240,2 1 0,2-1 0,0 1-13,0-1 0,0-4 0,2-2 0,2-2 146,7-3 1,-3-1 0,2-2 0,1 0 78,2 0 1,1 0 0,2 0 0,2 0 2,1 0 1,1 0 0,-2 0 0,3 0 0,1 0 0,-3 0 1,4 0-1,-1 0 1,1 0 1,-4 0 0,3 0 0,1 0-37,-1 0 0,-5 0 1,3 0-1,-2 0-32,1 0 1,-7 0 0,2 1-15,-1 4 0,-26 3 0,-5 7 0</inkml:trace>
  <inkml:trace contextRef="#ctx0" brushRef="#br0" timeOffset="322">20460 12543 9443,'8'0'-54,"0"0"55,-3 0 0,-4 0 1,7 0 85,-3 0 129,-4 0 24,6 0-24,-7 0-154,0 0 0,5-2-6,-1-3 0,1 2-94,-5-6 1,0 4-17,0-5 0,0 5 0,2-5 58,3-1 1,-4 3-18,4-2 1,-3 0-50,-2-4 1,0 4-58,0 1 0,0 4-266,0-5 238,0 7 0,0-2 1,0 10 96,0 5 1,0-2-1,0 1 1,0 3 43,0 0 0,0 3 1,0-1-1,0 2-22,0-2 1,0 0 0,0 1 0,0-1-27,0 1 1,1-1 0,2 0 0,4 1-30,1-1 0,-3 0 0,4 1 38,2-1 0,1-4 0,-1-2 0,-2-2 46,3-3 1,0-1 0,3-2 53,-1 0 1,1-2 0,-1-2 6,0-6 0,-4 2 0,-2-2 1,0 1-4,0 1 1,-5-5-1,3 3 1,-3-1-11,2 2 0,-4-4 1,4 3 80,-3-2 0,-2-3 64,0 1-148,0-1 1,-2 3-182,-3 2 1,4 5 100,-4 10 1,3 3 0,2 6 0,0 1-52,0-1 1,0 1 0,0-1 0,0 0 35,0 1 0,0 4 0,0 0 0,0 0 21,0 2 0,0-3 1,0 4-1,0 0 6,0 1 0,-5-6 1,0 4-1,0-2 41,-1 0 1,4 1-1,-4-6 1,-1 0 38,-2 2 1,-4-2 0,-1 1 0,-1-3 56,1-2 1,-1 1 0,1-6-1,0 0-35,-1 1 0,-4-4 0,0 3 1,1-4 36,2-1 1,2 0-1,0 0 1,-1 0 71,1 0 0,-1 0 104,1 0-334,6-6 0,3 3-45,10-7 1,3 7-1,8-4 1,2 3 124,1-1 0,32-6 1,3 3-1</inkml:trace>
  <inkml:trace contextRef="#ctx0" brushRef="#br0" timeOffset="323">20993 12888 11975,'0'-10'-2859,"-2"2"2706,-2 2 0,2 3 375,-3 8 1,4 3 0,-1 6-223,-3 0 1,4 3 0,-4 1 0,3 1-89,2-1 1,0-1 0,0 1 0,0 1-223,0-1 1,0 3 297,0-2 0,-6 38 1,-2 6-1</inkml:trace>
  <inkml:trace contextRef="#ctx0" brushRef="#br0" timeOffset="324">21368 12874 16369,'0'-10'-3620,"0"0"2018,0-1 1040,0 5 442,0 0 0,0 7 72,0 4 0,0 3 0,-1 6 91,-4 1 1,-3-1-1,-5 0 1,2 2-9,1-2 0,1 2 1,-6 2-1,2 1-274,4-1 0,-4-2 1,5-2-1,0 0 302,3 1-14,-3-7 0,32-2 0,2-6 0</inkml:trace>
  <inkml:trace contextRef="#ctx0" brushRef="#br0" timeOffset="325">21930 12572 12722,'0'-15'-912,"0"1"0,0 4 1,-1 2-1,-3 0 492,0 0 1,-1 3 579,5-5-57,0 0-85,0-4 1,0 4 21,0 1-5,0 5 0,-2-2-44,-3 6 1,-3 0 0,-6 0 0,1 2 153,4 2 1,-4 0 0,3 4 0,-3 0 54,-1 0 1,0-4-1,1 6-72,3 2 0,-2-4 62,2 2 0,4-1-115,1 6 0,3-1-113,2 1 0,2-1 0,3 0-7,4 1 1,4-6 0,1-1-1,1 0-29,-1 0 0,-1-3 1,-2 3-1,-1 0-86,1 0 0,2-3 0,1 3 0,0-2 0,1 5 68,-1-1 1,-6-2-21,-3 2 1,-3-6 0,-4 4 215,-3-1 1,-3-1 0,-6-3-1,-1 2 66,1-2 1,0 4 0,-2-2-1,-2-1-26,-1 3 0,0-6 0,4 6 0,1-2-60,0-1 0,-1 1 0,2-3 0,2 1-72,2 2 0,4 0 0,-3-4-146,1 4 1,3-2 60,4 7 175,6-7 0,34-3 0,14-8 1</inkml:trace>
  <inkml:trace contextRef="#ctx0" brushRef="#br0" timeOffset="326">22075 12816 12722,'-2'-13'-3747,"-2"4"3663,2 2 0,-4 9 0,6 3 19,0 4 0,0 4 0,0 2-9,0-1 0,0 0 1,0 1-1,0-1-68,0 0 1,0 2 0,0-2-296,0 1 423,0-7 1,0-2 0,0-6-1</inkml:trace>
  <inkml:trace contextRef="#ctx0" brushRef="#br0" timeOffset="327">22118 12326 13014,'-9'-14'-878,"1"-1"0,0 1 179,0-1 1,4 1 0,0 0 181,2-1 0,2 1 569,0-1 1,0 6-1,2 1 1,1 0 117,2 0 1,1 5 0,-1-2 12,4 3 1,-1-3 0,2 1-95,1 0 0,-3 3 0,0 2 0,0 3-151,0 0 0,0 3 0,3-4 0,-1 3 93,1 2 0,2-3 0,1 3 1,-1 0 16,-3 0 0,2-5 1,-2 4-1,3-2 6,1-1 1,1 3-1,-1-4 1,0 2-12,1-2 1,-1-1 0,1-2-1,0 0-58,-1 0 0,1 0 1,-1 0-18,1 0 1,-1 0-2,0 0 0,-4-5 179,-1 0 1,-5-1-89,0 1 36,-2 3 1,-2-3-71,0 10 0,-5 3 1,-1 7-47,-2-1 1,5 0 0,-2 1-1,2 1-46,-2 3 0,3-3 0,-3 5 0,4-1-20,1 4 0,-5 2 0,0 0 0,2-2-36,2 2 0,-4 6 0,0 2 1,2-2 3,1-2 1,-3 4 0,-1-1 0,0-1 88,-1-1 0,1-3 0,3 1 1,-2 0-38,2 0 1,-4-1 0,2 1-1,1-4 29,3-1 1,-4-5 0,0 4 0,2-2 0,1-4 0,2 4 0,0-2-10,0-1 1,-5-2 122,1-2 13,-1-6 0,-2-2 98,-2-6 1,-4 0 0,-1 0-64,-1 0 0,1 0 1,-2 2-1,-2 1-39,-1 2 1,-5 5 0,3-4-1,1 2-50,-1 3 0,-3 2 0,3 1 58,-1 1 1,-22 18 0,-8 6 0</inkml:trace>
  <inkml:trace contextRef="#ctx0" brushRef="#br0" timeOffset="328">22205 11908 8032,'0'-10'22,"0"0"0,0 6 77,0-6 0,0 5 0,1-3 73,4 2 1,-3 0 99,2 1-239,-2 3 1,-2-3 0,0 10 0,-2 5-102,-2 3 0,-4 1 0,-8 2 0,-2 3-109,-1 5 0,-5 3 0,5 0 0,-1-1 13,0-2 0,4-5 1,-4 4-1,6-2 292,5-3-112,-4-2 0,30-27 1,1-7-1</inkml:trace>
  <inkml:trace contextRef="#ctx0" brushRef="#br0" timeOffset="329">22465 11749 10546,'-5'-14'-986,"0"0"1,-1 1-1,2 2 773,0 1 684,-1 7-504,5-4 0,0 9 70,0 3 0,0 3 0,1 6-29,4 1 1,-3-6 0,3 1-36,-4 1 0,-1 2 1,2 0-87,3-4 0,-4 4 116,4-3 0,-3 2 0,-1 1-9,4-3 0,-4-2 6,4-3 0,-2-4 45,2 4 0,3-3 1,5-4-13,-3-3 1,1 2 0,-5-7-1,2 1-10,3 1 1,-3-5 0,2 3 28,1-2 0,0-3 0,1 2 8,-3 4 0,-4-2 0,3 4 50,-2-1 0,1 3 190,-2-4-163,-4 6 1,6 3 0,-9 8-116,-3 0 1,4 4 0,-4-2-76,3 3 1,2-4 0,0 1-35,0 1 0,0-3-86,0 2 78,0-7 0,7 3 1,2-6 54,4 0 1,0-1-1,-2-4 1,-2-3-3,3 0 0,-1-5 0,0 4 0,-1-3 12,1 3 0,-3-4 1,1 5-1,1-2 68,-2 1 1,-2 4 0,-4-5-7,3-1-362,-4 5 151,7-1 0,-10 7 237,-4 0 0,-2 13 1,-6 3-1</inkml:trace>
  <inkml:trace contextRef="#ctx0" brushRef="#br0" timeOffset="330">22854 11721 10546,'-14'0'-1356,"-1"0"1382,7 6 0,3-4 1,10 2-68,5-2 1,3-7-1,1 0 18,0 2 1,1-3 0,-2-1-11,-4-1 0,4 5 1,-5-3-10,0-1 74,-2 6 1,-7-6-12,-4 7 1,2 2-1,-7 1 1,0 4 66,3 1 0,-6 1 0,5 6-123,0-1 1,1-4-1,7-1-86,0 2 0,0 2-99,0 2 0,7-3 1,2-2-1,4-5 210,1-4 1,24-8-1,9-5 1,4 0 0,1 0-1</inkml:trace>
  <inkml:trace contextRef="#ctx0" brushRef="#br0" timeOffset="331">23387 11590 9928,'-9'0'-309,"-1"0"1,7 2 0,-4 3 309,1 4 1,4 4-1,-4 0 1,1-2-61,1-2 0,-1 1 0,3 4-20,-3-5 0,4-1-16,-4-3 66,3-3 1,4 4-1,1-7 7,2-4 0,5 2 0,-4-7 0,2 0-36,3 1 1,-3-2 0,0 5 0,0-1 51,0 1 0,-3-4 1,4 6-1,1-1 68,-2-1 0,0 4 19,-3-3 0,-2 4-1,7 1 0,-7 6 0,2 4-82,-4 2 1,-1 3 0,0-1-13,0 1 1,0 0 0,0-1-50,0 1 1,0-1-1,0 0 1,0 1-91,0-1 0,0-4 0,0-1-452,0 3 575,7-6 1,7-6 0,8-8 0</inkml:trace>
  <inkml:trace contextRef="#ctx0" brushRef="#br0" timeOffset="332">23517 11735 10546,'0'-8'-2549,"1"-3"2572,4 6 71,-3 0 0,4 4 0,-4-3-73,3 0 0,-2-1 26,6 5 1,-4-2-2,5-3 28,-1 4-14,-1-13 67,-1 12 1,-9-4 0,-3 6 115,-4 0 0,-4 6-206,-1 5 1,6-3-1,1 0 1,2 0-40,1 0 1,-1-3-1,5 4-138,0 3 1,1-6 0,4 0 0,5-1-69,3 0 1,1 0-1,0-5 1,1 0 197,-1 0 0,65-19 1,-31 7-1,-1 0 1</inkml:trace>
  <inkml:trace contextRef="#ctx0" brushRef="#br0" timeOffset="333">23748 11692 10546,'-14'0'-590,"-1"0"0,1 0 296,-1 0 159,7 0 120,2 0 1,17 0-15,4 0 1,2 0 0,-2 0 10,-1 0 0,-1-2 0,-2-1 0,-1-2-14,1 2 1,-3-4-1,1 0 6,2-1 1,-3 5 0,0-3 45,-1-1 1,-2 4 36,-5-7 0,-2 7 1,-3-1 75,-4 2 1,-4 8 0,-2 2-66,1 0 1,5 3-1,1-4 1,1 1-98,4 4 0,-3-4 0,1 2-90,2 1 1,1 2-1,2 1-136,0 0 1,6-4 0,4 0 0,3-1-152,1-1 1,0 0 398,1-3 1,31-16 0,9 1 0</inkml:trace>
  <inkml:trace contextRef="#ctx0" brushRef="#br0" timeOffset="334">24051 11692 10546,'-15'0'-702,"0"0"48,1 0 1,0 5 866,-1-1 1,2 8-194,4-3 1,2-1-1,7 2-103,0 1 1,0-3 6,0 2 0,7-7 1,2 2 71,4-4 1,2-2-1,-1-3 1,0-2-35,1-2 0,-2 3 1,-1-4-1,-3-3-34,2 0 0,2-3 0,2 1 0,-3-1 32,-2 0 1,3 1-1,-4-1 1,3-1-6,-3-3 0,2 3 0,-4-3 1,-1 1 31,1-1 0,-3 3 0,-4-3 1,0 1 34,0-1 0,0 3 0,0-3 0,0 3 37,0 2 0,0 4-42,0 1 1,-1 5 21,-4 0 1,-1 8-1,-6 6 1,4 3-16,2 1 0,0 5 1,2 0-1,0-1-47,0-2 1,3 3-1,1 2 1,0 0-59,0 0 0,0-1 0,0-2 0,0 3-79,0 1 1,0-3 0,1 5 0,4-4-17,5-2 0,-1-4 1,4-4 224,3-5 1,40-29 0,6-8 0</inkml:trace>
  <inkml:trace contextRef="#ctx0" brushRef="#br0" timeOffset="335">24671 11417 10546,'-2'-12'-1893,"-1"0"1415,-2 3 0,-1 6 0,1 0 981,-5 6 0,4 0 0,0 6 0,1 3-470,0 0 1,-5 8 0,6-1-1,0 0-95,3 2 0,-4-5 1,0 5-1,2-1-75,1 4 0,1-1 0,-2 1 0,-2 1-9,2 3 0,1 0 0,2-3 0,-2-2-86,-2-3 0,2 4 1,-3-3 218,4 2 0,13-25 0,4-1 0</inkml:trace>
  <inkml:trace contextRef="#ctx0" brushRef="#br0" timeOffset="336">24556 11677 10549,'6'-9'-737,"-3"-2"283,7 6 0,-1-4 1,6 4 543,-1 2 1,-4-4 0,-1 3-12,3 1 0,0 1-36,3 2 1,-3 2-1,0 1-5,-3 1 1,-6 8-61,2-3 0,-3 4 1,-2 2-15,0 0 0,0-6-51,0 1 1,0-5-18,0 4 1,1-5-71,4 0 0,3-4 102,7-4 1,-3-4 0,0-5 38,-3 3 1,-6-3 24,2 4 1,-5-3-1,-5 2-32,-4 5 1,-4 4-1,-1 1 1,-1 0-67,1 0 0,-1 0 0,1 0 141,0 0 1,-7 0 0,-1 0-1</inkml:trace>
  <inkml:trace contextRef="#ctx0" brushRef="#br0" timeOffset="337">25204 11317 9375,'0'-15'0,"0"1"-161,0 0 1,0 4-130,0-1 0,0 10 0,0 1 348,0 8 0,0 6 0,0 0 0,0 2 14,0 3 0,-5-1 0,0 6 0,2 0-62,2-2 1,-4 5-1,-2-3 1,1 3-3,0 2 1,-6 2 0,3 2 0,-4 4-78,-1 0 0,-1 5 0,-1-3 0,-1 1-26,-2-2 0,-1 2 1,6-7-1,0-2-16,-1-6 0,6 1 1,1-7-161,1-1 1,4-9-14,8-4 315,3-3 0,19-41 0,3-9 0</inkml:trace>
  <inkml:trace contextRef="#ctx0" brushRef="#br0" timeOffset="338">25218 11533 9831,'7'-15'-1203,"-4"1"1456,7-1 1,-6 3-93,6 2 0,-5 4-54,4 6-106,1 0 1,4 6-1,-5 4-83,-4 2 0,-3 3 0,-2-1 49,0 1 0,0-1 0,0 0 1,-2 1-46,-3-1 1,2-4 0,-5-1 0,0 3 19,-1 0 1,1-2 0,-3-1 41,1 3 1,6-6 0,-4 1 92,1 0-83,-4-6 1,9 4 0,-2-10-72,2-4 1,8-5-1,4 0 62,3-1 1,1 3 0,1 0 0,-1 3 63,1-2 0,0 3 0,-1 0 23,0 1 1,1-2 0,-1 4 22,1 2 1,-1 1-42,0 2 1,-1 2 0,-3 2-76,-5 6 0,1-2 0,-1 2-127,-2 1 0,-1 2 120,-2 1 0,-2 0 31,-3 1-59,4-7 5,-6-2 1,7-12-15,0-4 1,7-3 0,1-1 17,0 0 1,4 4-1,-4 0 1,2 1 1,0 1 1,-1-3 0,6 4 0,-1 1-25,0-1 1,-4-2 0,-1 4 0,3 2 62,0 1 0,3 2 32,-1 0 0,13 7 0,4 1 0</inkml:trace>
  <inkml:trace contextRef="#ctx0" brushRef="#br0" timeOffset="339">25695 11547 10315,'-15'0'-582,"0"0"1,6 2 729,-1 2 1,2 4 0,-3 7-221,1-1 1,7-4 0,-2-1 1,4 3 0,1 0 0,0 3-54,0-1 0,6-6 1,4-1 87,3 0 0,-4-6 0,1 4 0,1-3 43,2-2 1,1-2 0,-3-1 1,-2-2 0,-1-7 0,4 4 0,-4-2 0,-2 1 0,-1-1 0,-5-4-49,0 0 0,0-1 0,0 1 12,0-1 0,-7 6 0,-2 1 34,-4 1 1,3 1 0,1 3 0,-2-2-172,-3 2 1,-1 1-26,1 2 0,1 7 1,4 2-214,4 4 348,3-5 1,28 11-1,6-3 1</inkml:trace>
  <inkml:trace contextRef="#ctx0" brushRef="#br0" timeOffset="340">25796 11533 9976,'8'-7'-1216,"-2"4"1703,-6-7-275,7 7 0,-6-2-245,4 10 1,-3-2-1,-2 7-50,0 1 1,0 2 0,0 1 12,0 1 1,4-6 0,1 1-100,-2 1 1,5-3 102,2 2 0,-2-7 0,2 2 49,1-4 1,-3-1 0,0-1 0,0-3 4,0 0 0,-3-3 0,3 3 17,-2-6 1,4-3-1,-4 0 1,0 2-26,1 2 0,-1 1 0,-3-4-55,2 3 1,1 1-1,-2-3-69,0 1 0,3 7 0,-4-4-252,2 1 424,6 4 0,23 9 1,12 9-1</inkml:trace>
  <inkml:trace contextRef="#ctx0" brushRef="#br0" timeOffset="341">26113 11518 9875,'0'8'-1116,"-1"3"1226,-4-6 1,3 2 0,-3-3-125,3 6 0,0-4 0,-1 1-176,-2-1 1,1 2-281,4 7 0,0-1 379,0 0 115,0-6 0,26-14 0,6-10 0</inkml:trace>
  <inkml:trace contextRef="#ctx0" brushRef="#br0" timeOffset="342">26171 11533 10637,'0'-15'-826,"0"1"1,0-1 0,-2 1 644,-2 0 0,2-1 0,-3 1 224,4-1 1,1 1 124,0 0 0,-2 6-221,-3 3 0,4 10 1,-4 4-294,3 4 326,2 1 1,13 26 0,3 7 0</inkml:trace>
  <inkml:trace contextRef="#ctx0" brushRef="#br0" timeOffset="343">26315 11561 10654,'-15'0'-102,"1"-1"0,0-2 0,-1-2-212,1 2 1,6 3 0,1 3 0,3 3 373,-1 2 1,-5 2 0,5 4-3,2 1 0,0-1 0,0 0 0,-2 1-88,2-1 0,3 1 0,3 0-111,2-1 0,1-4 104,-1-1 0,3-5 0,6 0 35,1-2 1,-1-4 0,1-1 2,-1-2 0,-4-6 0,-1 2 1,1-4-73,-2-2 1,5 0 0,-5 1 0,1-1 15,1 1 0,-2 0 0,3-1 1,-3-1 10,-2-3 1,4 1-1,-4-4 1,2 0 21,3-1 1,-3-1 0,0-5-1,0 1 31,0-1 1,-4 0 0,2 2-1,-1 1 12,0 1 1,1 3 0,-3-2-129,2 5 125,0 3 1,-10 14 0,-1 7 0,-2 8 106,-4 6 1,4-1 0,-1 6-1,-1 1-55,2-3 1,-3 5 0,5-4 0,-1 1-90,1-1 0,1-3 0,5 4 1,0 1-41,0 2 1,0-3 0,0 0-1,2 2-75,3 1 1,-2-3-1,8 0 1,3 0-88,4-1 0,3-2 0,-4-6 0,4-1-323,2 0 598,-5-6 1,41-27-1,3-13 1</inkml:trace>
  <inkml:trace contextRef="#ctx0" brushRef="#br0" timeOffset="344">26675 11633 10665,'-12'-1'-1661,"0"-3"1349,3 0 515,6-1-138,-4 5 1,9 0 0,3 0-5,4 0 0,-1 0 1,2 0-82,1 0 1,-3 0 0,0-2 0,0-1 1,0-2 1,-3 1 0,3 2 0,0-1-47,0-2 0,-3-5-58,4 6 103,-6-8 1,2 11 0,-10-4-1,-4 3 96,-4 2 0,2 0 0,-4 2 108,-5 3 1,5-2-1,1 7 1,1 1 21,0 2 1,4 1 0,1 0-160,1 1 1,3-1-1,5 1 1,4 0-102,5-1 1,4-4 0,5-1 0,5 1-49,3-2 0,4 3 1,2-6-1,6-2 120,2-1 0,28-23 0,15-9 1,-24 8-1,-1 0 0,1 1 0</inkml:trace>
  <inkml:trace contextRef="#ctx0" brushRef="#br0" timeOffset="345">27699 11331 10829,'0'-19'-679,"0"0"0,0 1 1,5 1-1,0 3 629,-2-1 0,3 1 300,-1 0 0,1 6 236,-1 3-347,-3 3 1,4 4 0,-8 3-77,-2 4 1,0 9-1,-5 1 1,-2 0-54,-2 3 0,3-1 0,1 4 1,-2-1 10,-2 2 1,-2 1 0,1 0 0,0-1-8,-1-2 0,1 3 1,-1 3-1,1-2-83,0-1 1,-1 0-1,1 2 1,0-1-76,-1-4 0,6 1 0,1-5 0,1-3-204,4-1 1,1-1 0,2-1 325,0 0 1,13-25 0,3-6-1</inkml:trace>
  <inkml:trace contextRef="#ctx0" brushRef="#br0" timeOffset="346">27483 11590 10497,'-8'-6'-1095,"2"3"1,6-7 942,0-1 0,0 3 210,0-2 1,1 7 0,4-2-1,3 2 111,0-2 0,5 4 0,-3-4 1,4 3-127,5 2 1,-3 0-1,3 0 1,-3 0-30,-1 0 1,4 0 0,0 0 0,-1 0-38,-2 0 1,-2 0-1,0 2-8,1 3 1,-6-2 0,-1 6-23,0 3 0,-4 0 0,-5 3 70,-5-1 1,3 1 0,-7-3-1,1-1 6,1-1 0,-3 0 0,4 2 0,1 0-127,-1-2 0,1-5 22,1 5-48,4-1 1,-4-1 37,10-3 1,3-5 0,6-3 0,-1-4 47,-4-1 1,4 4 0,-3-4 0,3 0 104,2-1 1,-6 4 0,1-3 34,1 1 0,-3-2-78,2 4 147,-7 0 0,3 7-197,-6 3 0,0-2 68,0 6-22,0 1 1,7-2-121,2-2 0,4-5 41,2-1 1,-1-1 63,0-5 0,1 0 0,-2-6-4,-4 3 1,-2 4-1,-6-3 1,2 0-153,2 0-16,0 5-24,-5-10 197,0 12 0,0-6 0,0 7 0</inkml:trace>
  <inkml:trace contextRef="#ctx0" brushRef="#br0" timeOffset="347">28060 11590 10896,'-13'2'-716,"2"1"674,1 2 0,7 1 0,-4-3 0,3 4-13,-1 1 0,-2 1-14,3 6 1,2-1-10,-3 1 0,5-2-55,5-3 1,3-4 0,6-6 133,1 0 1,-6 0 0,1-1 0,0-4-16,-2-5 0,3 2 0,-5-2-20,2-2 1,0 0 0,3-3-12,-1 1 1,-7 4 0,2 1-4,-3-2 1,-2 3 0,-2 0-131,-3 1 0,-1 1 1,-5 3 36,1-2 1,7 2 0,-4 6 0,3 3 142,-1 2 0,19 21 1,10 9-1</inkml:trace>
  <inkml:trace contextRef="#ctx0" brushRef="#br0" timeOffset="348">28420 11648 26250,'2'-15'-3258,"1"1"0,2-2 2635,-2-3 0,3 8 0,1-2 0,1 3 1512,3 2 0,2 3 1,1-3-590,1 2 1,-1 1-1,0 5 1,1 0-151,-1 0 0,-4 0 0,0 2-402,2 3 0,-1 3 1,0 6-146,-2 0 0,-5-4 0,0 0 0,-2 1 142,-2 2 1,-2-4-1,-1 1 1,-3-1 559,-2-1 1,3 5-1,-4-3-103,-3 3 0,0 2 1,-4-1-926,2 1 0,4-1-599,1 0 1,5-4 847,0 0 0,4-7 1,4 2 679,6-4 1,-2-2 0,2-4 0,1-3 201,3 0 0,38-50 0,-21 25 1,1 1-1</inkml:trace>
  <inkml:trace contextRef="#ctx0" brushRef="#br0" timeOffset="349">28723 11633 25054,'0'-9'-7810,"0"-1"6064,0 7 1379,0-3 0,2 6 1276,3 0 0,-2 0-328,7 0 1,-6-2-81,6-3 0,-2 2 1,3-5-281,-1 2 0,-7-1-520,2 2 1,-4 2 1262,-1-6-963,0 5 1,-4 0 0,-3 7 0,1 3 693,-1 2 1,-4-3 0,3 5-752,0 1 0,-3 2 0,6 1 1,0 0-309,-1 1 0,4-1 0,-2 1 0,2 0-844,2-1 0,0-4 0,2-1-762,2 3 1,4-1 1807,7-2 0,-1-2 0,1-7 0</inkml:trace>
  <inkml:trace contextRef="#ctx0" brushRef="#br0" timeOffset="350">29070 11374 8337,'12'-9'-1418,"-2"-1"1402,-4 7 1,-6-2-1,0 10 110,0 5 1,-1 4-1,-2 3-60,-2 3 0,-5-1 0,4-5 0,-1 1-66,1-1 1,-3 5 0,2 0-1,-1 1-31,-3 0 1,3 1 0,-2 5-1,-1-2-183,-3 1 0,2-2 0,0 0 246,3-2 0,-20 4 0,-9-2 0</inkml:trace>
  <inkml:trace contextRef="#ctx0" brushRef="#br0" timeOffset="351">28810 11721 8588,'-8'-15'0,"3"1"0,3-1-175,2 0 0,0 5 0,0 1 32,0-2 0,2 0 0,3-1 0,4 4-19,4 2 1,1-4-1,1 4 119,-1-2 0,5 5 0,1-2 0,-3 3-172,-1 2 1,0 0 214,3 0 0,11 0 0,7 0 0</inkml:trace>
  <inkml:trace contextRef="#ctx0" brushRef="#br0" timeOffset="352">29199 11518 8427,'-13'-1'-769,"4"-4"671,2 3 1,7-3 0,0 10 154,0 5 0,2-2 1,3 1-82,4 3 1,-1-1 0,0 0 0,0-1-38,0 1 1,-4 2 0,2-1 22,0-2 0,-4 3 0,3-4 33,-4 4 1,-2-5-1,-2-1 1,-4 0-30,-1 2 0,-1-1 0,-6 0 1,1 0-66,-1 0 1,1-4 0,0 2-168,-1 0 0,2-2 266,4 5 0,2-6 0,7 4 0</inkml:trace>
  <inkml:trace contextRef="#ctx0" brushRef="#br0" timeOffset="353">29617 11561 11410,'8'-1'-1759,"-3"-4"1889,-3 3-201,-2-10 0,0 12 38,0 0 1,0 6 0,-2 8 36,-3 1 0,4-6 1,-4 1-1,2 0-49,-2-2 0,3 4 12,-2-2 1,2-2-47,2 1 0,0-4-44,0 5 1,2-7-1,2 0 89,6-6 0,-2 0 0,2-7 39,1-1 1,2-2 0,1-3 12,0-3 1,1 6-1,-3-4 1,0-1-13,-3 2 1,-4 0 0,3 2-1,0-1-6,0 1 1,0-5 0,3 0 0,-3 1-8,-1 2 0,5 2 0,-4-1 0,1 1 99,1 0 0,-5 4 46,4 0 1,-4 7 0,3 0-130,-1 6 1,-3 0 0,-4 7 0,0 3 59,0 4 0,0-1 0,-1 5 0,-2-2-21,-2 0 1,-5 5 0,4-3 0,-1 0-33,1 0 1,-5 4-1,1-1 1,-4 4-47,0 0 1,0 1-1,-1 1 1,1 0-43,-1 4 1,1-2-1,0 5 1,1-2-126,3-3 1,-1-2 0,6-3 0,2-3-66,2-5 1,1-3 214,0-1 1,6-7 0,4-5 0,2-6 107,3-7 1,-1-1-1,0 0 1,1 1-38,-1-1 0,-4-2 0,-2-1 0,0-2-35,0-3 1,-5 7 0,2-2 0,-4 1-28,-1 1 0,0-3 0,-1 2 0,-2 2 26,-2 2 0,-6 4 0,1-5-24,-3-1 0,-1 0-166,-1 1 0,7 2 226,4 3 1,8 17-1,4-3 1</inkml:trace>
  <inkml:trace contextRef="#ctx0" brushRef="#br0" timeOffset="354">30396 11446 17284,'0'-8'-1939,"0"-5"0,0 10 1273,0-6 530,0 5 0,0-4 80,0 4 28,0 2-26,0-4 1,2 1 273,3 0-274,-4 0 0,10 4 584,-6-4 1,6 3 6,-1-2 1,-2-3-17,2 2 0,-6 1 254,6 4-625,0 0 0,2 1 0,-2 4-286,-5 5 0,-4 2 0,-1 3 0,0 1 12,0 3 0,0-3 1,0 3-1,0-1-18,0 1 1,-6 2 0,-4 4 0,-2-2-14,-3-3 0,-4 4 0,0-3 0,0 0 101,-2 0 1,0-1-1,-3-6 1,3-1 84,1-3 0,4 1 0,-5-5 0,2 1 94,-1-1 0,0-1 238,6-5-234,6 0 0,3 0 0,10 0 0,4 0 24,4 0 56,3 0 1,30-19-1,8-5 1</inkml:trace>
  <inkml:trace contextRef="#ctx0" brushRef="#br0" timeOffset="355">30583 11633 16443,'-8'-6'-127,"4"6"1,-3 6 0,2 9-297,2-1 1,2 1-1,-1 0 178,-3-1 1,4 1 0,-4-1 63,3 0 0,2-4 1,0 0-241,0 1 270,0-5 1,2 1 0,1-9 301,2-3 1,4 2 0,-2-7-1,1-1-162,3-2 1,-3 4 0,1-1 0,3-1-5,0-2 0,4-1 1,-2-1 178,1 0 0,-1 5 0,0 1 187,1-2 0,-1 4-72,1 3 1,-6 2-1,-1 4-271,-1 2 1,-3 4-1,-4 7 25,0-1 0,0 1 1,0 0-329,0-1 0,0 1 0,0-1-41,0 0 0,0 1 0,0-1-730,0 1 750,0-1 1,7-12-1,1-4 1</inkml:trace>
  <inkml:trace contextRef="#ctx0" brushRef="#br0" timeOffset="356">30872 11547 16159,'0'-21'-712,"0"0"0,2-4 1,1 2 193,2 3 0,1-1 1,-3 3-1,2-1 410,-2 2 0,0 7 1,1 4 421,0-1 1,1 7-1,-3 0-469,3 8 0,-4 5 0,4 3 0,-3 1 84,-2 3 1,4 0 0,1-2 0,-2 3-1,-1 1 1,0 2 0,1 5-1,2-2-100,-2-3 1,-2 3 0,-1-3 0,0 4 145,0 1 1,0-5-1,0 0 1,0 2-2,0 1 1,-1 2 0,-2 0 0,-4-2 13,-1-3 0,0 3 0,-3-5 0,1 2-115,-1 0 1,3-6 0,-1 1-1,-1-3 297,2-2-180,-5 2 168,12-8 1,-12 4-1,5-4 1</inkml:trace>
  <inkml:trace contextRef="#ctx0" brushRef="#br0" timeOffset="357">30987 11706 8543,'7'-14'-241,"2"-1"1,-1 2-1,2 1-464,1 3 1,2 1 754,2-2 1,-2 2 0,-2 5 9,-1-2 0,-2 2 0,3 6-18,-2 2 1,-5 6-60,0-1 0,-2 3 0,-2 1-24,0 1 1,0 0 0,-2-1-3,-2 1 0,-3-6 0,-4 1 0,3 1-41,2 2 1,-6-4 0,4 1 0,-1 0 26,-1-2 0,5 3 0,-4-5 57,3 2 0,-11-5 0,1 4 0</inkml:trace>
  <inkml:trace contextRef="#ctx0" brushRef="#br0" timeOffset="358">31175 11706 8543,'10'0'-552,"-1"0"-57,-5 0 0,2 2 542,-6 3 1,0 3 40,0 6 1,0-4-2,0-1 1,-2-1 0,-1 3 12,-2-1 1,1-5-1,4 4 1,1-5-11,4 0 1,-2-2-1,7-2 0,-1-5 0,4-1 9,-3-2 1,1-2 0,-5-4 10,2-1 0,-3 6 0,3-1 9,-2-1 1,4-2 0,-4 0 45,2 4 0,-4 1 221,0 2-216,4 4 1,-6-2 0,3 8-50,-4 7 0,4 2 0,0 1-19,-2 1 0,-1-6 1,-2 1-52,0 1 1,5 2-1,-1 1-149,0 1 1,4-6 211,1 1 0,17-13 0,4 1 0</inkml:trace>
  <inkml:trace contextRef="#ctx0" brushRef="#br0" timeOffset="359">31521 11648 8543,'0'-15'-100,"2"1"0,1 0 1,2-1-342,-2 1 1,-1-1 0,-1 1 0,3 0 410,0-1 1,1 1 0,-3-1 0,1 1 117,2 0 1,1 1 9,-1 3-47,-3 4 0,4 12 1,-6 4-1,0 3-4,0 1 1,0 0 0,0 2-1,0 2-16,0 1 1,0 2-1,0-3 1,0 1-25,0-2 0,0-1 1,0-1-1,0 1-25,0 4 1,0-4 0,0 3 0,0-3-38,0-2 1,0-4 0,0 0 0,0 1-74,0 2 0,0 1 1,2-1-286,2-4 413,-2 4 0,11-5 0,-5 7 0</inkml:trace>
  <inkml:trace contextRef="#ctx0" brushRef="#br0" timeOffset="360">31434 11706 8530,'0'-14'-325,"0"-1"0,2 2 1,3 1-1,4 3 579,5-2 0,2 3 0,3 0 0,5 0-294,3 0 0,7 5 0,1-4 48,2 1 1,5-14 0,5-7 0,7-4 0,-1 0 0</inkml:trace>
  <inkml:trace contextRef="#ctx0" brushRef="#br0" timeOffset="361">19738 14518 10630,'0'-14'0,"-1"-1"-306,-4 1 1,3 4-1526,-2 1 1518,2-1 387,2 2 0,0 3-13,0 10 0,2-3 0,1 4-17,2 0 1,-1 2 0,-4 7 13,0-1 1,0 1 0,0-1-82,0 0 1,0 1-1,0 2 1,0 0 18,0 2 0,-4 1 0,-3-6 1,1 2-62,-1 3 0,-4-1 1,2 4-1,-3-1 13,3-3 1,-4 2 0,3 0-1,-1-1-138,2 1 1,-4-4 0,5 4-1,-2-6 197,1-4 0,-1-30 0,-4-12 1</inkml:trace>
  <inkml:trace contextRef="#ctx0" brushRef="#br0" timeOffset="362">19710 14331 9991,'6'-8'-2037,"-4"0"1762,2 3 0,0 4 471,0-4 0,-2 2 68,3-2 31,-4 3-227,-1-11 1,0 10-31,0-6 0,2 5 1,1-2 25,2 0 1,1 2-32,-1-5 0,-2 6 0,5-4 0,0 2-1,0 1 1,0-3 0,4 4 0,-3-2-4,2 2 0,2 1 0,1 2-44,1 0 0,-1 0 0,-1 2 0,-2 1-33,-1 2 1,-5 6 0,4-1-1,-3 3 4,-3 1 0,-1 2 0,-4 2 0,-3 2 5,-4 3 0,-2-1 0,-2 4 0,-3-2-24,0 1 1,-4 2-1,1 2 1,-1 0-16,0 0 1,4-6 0,-4-2 0,6-2-11,4 0 0,-1 0 1,5-4 61,-2-1 1,5 1-1,-2-1 12,3 0 1,7-4 0,1 0 0,2-1-10,4-1 1,-1 5 0,0-5 0,-1 2 16,1-1 1,2-1 0,1 3 0,0-1-11,1 1 1,-6-3 0,1 2-25,1 1 1,-5-3 0,-1 1 14,-3 3 1,-2 0 0,-2 3-1,-4-1 42,-9 1 1,0-3 0,-8 1 0,1-4 22,-1 2 0,-1 2 0,-4 2 0,-1-3 6,0-2 0,0 3 1,1-5-1,0 1 24,4 1 1,-1-5-289,5 4 243,7-6 1,59-41 0,-14 10-1,0 0 1</inkml:trace>
  <inkml:trace contextRef="#ctx0" brushRef="#br0" timeOffset="363">19955 14764 10001,'0'-15'-1719,"0"1"1298,0-1 462,0 1 0,2 8 17,3 6 1,-4 6 0,4 8-93,-3 1 0,-2-1 0,0 1 0,0-1-17,0 0 1,0 1 0,0-1 19,0 0 1,0-4 0,0 0-37,0 1 1,0-3 3,0 1 0,1-5-26,4 0 0,-2-2 0,7-4 35,1-2 0,-3 0 0,2-5 25,1-2 0,2-2 1,-1-2-1,-1 3 52,-1 2 1,-5-1-1,3 5 48,-2-2 1,1 3 173,-3-5 1,-2 9-184,3 1 0,-4 1 0,-1 9-57,0 1 0,0 2 0,0 1-21,0 0 1,0-4-1,0 0-128,0 1 0,0-3 94,0 1 0,7-5 1,1 2-1</inkml:trace>
  <inkml:trace contextRef="#ctx0" brushRef="#br0" timeOffset="364">20373 14460 8538,'0'-14'-76,"0"4"0,0 1-634,0-2 771,0 4 1,0 7 0,0 10-1,0 3 11,0 1 1,-4 7 0,-1 1 0,0 2-41,-1 0 1,4 1 0,-3 2 0,4-1-96,1-2 1,-5-2 0,0 4 0,1-2-5,2 1 0,2-2 0,-1-1 0,-3 1-102,0-1 0,-1-5 0,5 3 0,0-4-650,0-2 819,0 0 0,-7 1 0,-1-1 0</inkml:trace>
  <inkml:trace contextRef="#ctx0" brushRef="#br0" timeOffset="365">20214 14692 8569,'10'-5'-811,"-1"0"0,-4-1 592,5 1 1,-5 2 0,4-5 192,2 1 1,2 1 0,1 3-1,2-2 97,5 2-71,-5 1 0,22-9 0,8-4 0,2-1 0,-1 0 0</inkml:trace>
  <inkml:trace contextRef="#ctx0" brushRef="#br0" timeOffset="366">21382 14591 8571,'-14'-7'-611,"5"4"557,-1-6 0,2-1 394,-2-5 0,4 5-362,6 1 1,6 4 0,6-5 35,5-1 1,-1 3 0,3-2-1,-3 1-76,-1 1 1,1-5 0,1 3-1,2-2-37,-1-3 1,-2 2 0,-2 2 0,1 2 62,-1-3 1,-4 0-1,-1-3 1,-3 1 26,-3 0 1,-1-1 0,-2 1 7,0-1 1,-2 3 0,-2 0 5,-7 3 0,-2 6 0,-1-2 0,-1 3 8,1 2 1,0 7-1,-1 2 1,1 6 18,-1 4 0,1-2 1,1 7-1,2 2-11,1 1 0,1 2 0,-6 1 0,1 4 3,0 4 0,-1-1 0,-1 4 0,-1 2-24,-2 3 1,-1 2 0,6-6-1,0-2-33,-1-2 1,1-4 0,1 3-1,2-2-53,1-2 1,2-8 0,-4-2-1,4-2-87,2-4 0,-4-1 1,5-2-1,2 1-603,2-1 776,-6-6 0,-1-8 0</inkml:trace>
  <inkml:trace contextRef="#ctx0" brushRef="#br0" timeOffset="367">21108 14879 8571,'7'-15'-209,"2"1"0,4 1 0,0 2 1,-1 3 48,-3 1 0,1 1 1,6 3-1,2-2 198,1 2 1,2 1 0,-4 1 0,4-2-42,1-2 1,-2 0 0,2 5 0,0 0-30,1 0 0,-4-2 1,3-1-1,1-2 5,-1 2 0,-4 0 0,1 0 0,-3-2 11,-2 2 0,1-4 1,0 3 32,-1 0 1,-6 1 102,-3-2 1,-5 4-13,-5-4 0,2 8 1,-7 4-1,-1 1-48,-2 3 0,3-3 0,0 1 1,-1 3-58,-2 0 0,1 3 0,0-1 1,3 0-30,-2 1 1,3-1 0,0 1 1,1-1 0,-2 0-135,4 1 87,0-1 1,7-6 0,2-3 0,6-3-19,3-2 1,0-7-1,-2-1 1,-2-1 19,3-1 1,-1 0 0,0-4-1,-1 1 62,1 4 1,-3-4-1,1 3 1,-1-3 21,0-1 1,-5 4 0,3 1 0,-1-2 13,0-2 0,4 3 0,-2 2 1,-1 0 13,1 0 0,-1 5 0,-3-3 1,4 1-12,1 0 1,-4 0-1,6 5-16,1 0 0,-4 2 0,-1 3-15,0 4 0,-2 4 1,4 2-9,-2-1 0,-1 0 0,-5 1 2,0-1 0,0-4 1,-2-2-1,-1 0 0,-2 0 1,-1-5 206,1 2-121,3-4 1,-4-2-80,6-4 0,5-3 1,1-7-1,2 3-52,3 2 1,2-3-1,2 4 1,-1-2-271,0 1 1,1-1 320,-1 6 0,32-19 0,9 0 0</inkml:trace>
  <inkml:trace contextRef="#ctx0" brushRef="#br0" timeOffset="368">22479 14562 10834,'0'-15'-1618,"-2"2"1757,-3 3 1,-2 10 0,-8 12 41,1 5 0,4 0 0,1 4 0,-3-2-105,-1 0 1,3 5 0,0-3-1,1 0-81,1 0 0,-3-2 1,4-5-1,1 1-211,-1-1 0,3 0-42,4 1 179,0-7 0,4-8 0,3-10 0,1-3 111,3-1 0,0-5 0,0-2 1,-1-1 16,1-4 0,1 4 0,0-2 1,-3-2-77,2-1 1,2-2 0,2-1 0,-1 2-34,0-1 0,2-6 0,2-2 1,3-2-9,1 1 0,-4 1 0,2-1 1,0 4 47,-1 4 1,0 6-1,-5 2 100,1 6 1,-6 7-4,1 13 0,-7 6 1,2 9-1,-4 1 14,-1 3 0,0-2-1,0 4 1,0 2-42,0-1 0,-4 4 0,-1 4 0,2-2-43,1-2 0,0 4 1,-1-1-1,-2-1-64,2-1 0,2 0 1,1 1-1,0 0-152,0-5 0,-5 2 1,0-5-1,2 3-29,1 2 1,-2-5-1,-1-2 1,0-1-255,-1-3 1,4-2 548,-3-2 1,-9-25 0,-2-7 0</inkml:trace>
  <inkml:trace contextRef="#ctx0" brushRef="#br0" timeOffset="369">22522 14620 11369,'0'-15'-2462,"0"1"2234,0-1 0,0 6 284,0-2 0,2 8 0,2-2 1,6 4-18,3 1 0,1 0 1,1 0-1,-1 0-45,0 0 1,2 0 0,2 0 0,3 0-61,1 0 0,-4 0 94,1 0 0,35-13 1,10-3-1</inkml:trace>
  <inkml:trace contextRef="#ctx0" brushRef="#br0" timeOffset="370">23127 14245 10842,'-1'-15'-1105,"-4"1"0,3 4 1286,-2 1 0,0 5 5,0 0 0,2 8 0,-3 6 0,2 4-106,-2 6 0,4-3 1,-6 6-1,2-1-90,1 0 0,-3 2 0,4 5 1,-2-2-61,2-3 1,-3 3 0,-1-3 0,1 4-59,-1 0 1,-2 1-1,2-4 1,1-3-178,0-1 0,-4 0 1,5-3-263,2 1 639,1 0 1,34-69 0,8-15 0</inkml:trace>
  <inkml:trace contextRef="#ctx0" brushRef="#br0" timeOffset="371">23214 14245 8840,'0'-15'-69,"1"1"-412,5-1 1,-4 9 528,2 6 1,-7 6 0,-4 10-1,-1 4 50,-3 4 1,3-2 0,0 2-1,0 1-46,0 3 1,0 0 0,-4 1 0,4 0-96,2 0 0,-3-5 0,4 0 0,0 1-49,-1 3 1,2 1 0,-4-2 0,2-1-86,3-2 1,-4-5 0,1 4-1,0-3-76,-1-2 1,2-2 0,4-2-250,-4 1 503,3-7 1,-4-2 0,6-6 0</inkml:trace>
  <inkml:trace contextRef="#ctx0" brushRef="#br0" timeOffset="372">22854 14547 8422,'8'-15'-575,"5"1"1,-5 0 0,1 1 570,1 3 1,-1-1 0,7 5 0,2-1 32,1 1 1,5-1-1,-5 4 1,1-2-65,0 2 0,1 2 0,5 1 0,-4 0-51,-1 0 0,0 0 0,-4 0 86,2 0 0,8 19 0,-5 5 0</inkml:trace>
  <inkml:trace contextRef="#ctx0" brushRef="#br0" timeOffset="373">23214 14591 8422,'-2'8'-855,"-3"-3"1,-1-2 1170,-4 2-127,4-4-164,6 6 1,6-7 0,4 0-30,3 0 0,-3 0 1,0-2-1,1-1-41,2-2 1,-4-5-1,1 4 18,1-2 1,-4 3-1,-1-3 6,0 2 0,-4 0 4,3 0 0,-5 4 8,-5-3 0,-3 5 1,-5 5-1,2 4-13,1-1 1,6 5 0,-4-4 0,0 4-28,0 2 1,3-1 0,-3 0 0,0 1-33,5-1 1,2 1-1,1-1 1,0 0-57,0 1 1,0-1-1,1 1 137,5-1 0,40-25 0,17-7 0</inkml:trace>
  <inkml:trace contextRef="#ctx0" brushRef="#br0" timeOffset="374">23416 14634 7695,'5'-10'-763,"0"1"0,4-1 860,-4-4 370,0 6-303,-5 1-155,0 20 0,0-3-25,0 9 0,-2-5 0,-1-2-1,-2-3 0,0-4-52,5 5 41,0-7 0,2 3-10,3-6 0,-2-1 1,7-4-15,1-5 1,2-3 0,1-1 14,0 0 1,1 4-1,-1 0 1,1 1 22,-1 1 0,-5 0 1,1 5 67,1-2 58,2 0 0,-5 7 1,-3 2-71,-4 6 0,-1 3 0,0 1-33,0 1 1,0-1 0,0 0-72,0 1 0,0-1 0,0 1-309,0-1 371,0-6 0,27-21 0,5-11 0</inkml:trace>
  <inkml:trace contextRef="#ctx0" brushRef="#br0" timeOffset="375">23820 14360 8422,'5'-32'-378,"-1"1"0,1 4 9,2 0 1,-4 1 0,5 2 0,-2 5 748,-3 3-88,-1 8 0,-2 2 0,0 12-221,0 4 1,-2 7 0,-1 4-1,-3 0-43,-2 0 0,5 4 0,-4-2 0,2 1 3,1 0 1,-3 0 0,4 4 0,-2 1-102,2 0 0,1-5 1,1 0-1,-2 0-87,-2-2 1,0 5-1,5-6 1,0-1 2,0 1 1,0 3 0,0-5 0,0-1-254,0-2 407,0-8 0,26-14 0,6-10 0</inkml:trace>
  <inkml:trace contextRef="#ctx0" brushRef="#br0" timeOffset="376">23820 14489 8482,'5'-9'-532,"-1"-1"0,3 0 246,-2-4 1,1 4-1,5 2 494,-1 2 1,-5 1 0,4 5-124,2 0 0,-3 0 0,0 2 1,-1 3-92,-4 4 1,3-1 0,1 2 0,-1 1 13,1 2 0,-1 1 0,-3 1 0,2-1-20,-2 0 1,-1 1 0,-2 0-1,0-1-42,0 1 1,0-1 0,0 1 0,0-1-190,0 0 1,0 1-1,0-1 243,0 1 0,-13-14 0,-3-2 0</inkml:trace>
  <inkml:trace contextRef="#ctx0" brushRef="#br0" timeOffset="377">24051 14288 6063,'-9'14'0,"4"0"0,-4 24 0,-3 9 0,0 4 0,1 1 0</inkml:trace>
  <inkml:trace contextRef="#ctx0" brushRef="#br0" timeOffset="378">24094 14562 8482,'-8'6'-901,"-5"-2"798,4 5 0,2 1 105,3 4 0,2 1 1,4-3 4,2-2 1,0 1 0,5-6 0,2-2 13,2-1 0,2-2 1,-1 0-38,0 0 1,1 0 0,-1 0 21,1 0 1,-6-5-1,-1-1 1,0-1 13,0 1 1,-5-5-1,2 1-39,-3-3 0,-2 4 1,-2 1-58,-3 1 1,2-2-1,-6 4-106,-3 2 0,0 1 1,-3 2-273,1 0 454,6 0 0,-18 6 0,2 2 0</inkml:trace>
  <inkml:trace contextRef="#ctx0" brushRef="#br0" timeOffset="379">24368 14591 8522,'0'-15'0,"0"1"-305,0-1 1,0 0 316,0 1-6,0 6 0,-2 2-48,-3 6 1,4 6 0,-6 2 0,2 2-28,1-1 1,-3 1-10,2 5 1,4-1-1,-6-1 89,1-3 0,4-2 191,-2-3-164,2-4 0,4 4-80,2-10 0,0 4 0,4-6 0,0 2-48,0 1 1,1-6-1,6 4 1,-1-1 34,0 1 1,-1 0 0,-2 1 0,-1 1 58,1 0 0,-3 3 0,1 2 25,-3 4 0,4-2 1,-5 8-1,0 0 18,1 2 1,-3 1-48,7 1 0,12 25 0,9 6 0</inkml:trace>
  <inkml:trace contextRef="#ctx0" brushRef="#br0" timeOffset="380">25190 14403 11063,'-15'-8'-25,"1"3"1,-1 10-1,1 4 1,0 4-40,-1 2 1,6 4 0,-1 2 0,1 1-81,1 4 0,-4 1 1,6 1-1,0-3 75,-1-1 1,1-6 0,3 1 0,-2-3-118,2-1 88,1-7 0,2-4 0,0-8 75,0-6 1,5-3-1,0-1 1,-2-1-14,-2 1 0,4-5 0,0-2 0,0 0-1,1 0 1,-4-3 0,3 3-1,-2-2-4,2-2 0,-2 2 1,5-1-1,-2-1-33,-3-2 1,4-2 0,-1 0 0,0 0 9,1 1 0,-1-1 1,-3 2-1,4 3 52,1 3 0,-5 5 0,3 4 71,1 2 1,-6 5-80,4 10 0,-2 8 1,1 8-1,0 0 86,0 0 0,-3 5 1,-1-2-1,0 3-53,0 2 0,0-5 1,0 0-1,0 1-19,0 2 1,0 1 0,0-3 0,2-2-30,3-3 0,-4 0 1,4-6-1,-2 0-39,2 1 0,-2-1 29,7-5 0,-1-3 0,6-6-89,-1 0 1,-4-6 0,-1-3 84,3-5 0,-3-1 1,-1 1-1,0 0 30,0-1 1,-5 1-1,3-1 1,-1-1 38,0-3 0,-1 3 0,-2-5 1,1 2-5,2 0 0,0-5 0,-5 3 0,0 1 20,0-1 1,0-3 0,1 3 0,3 0 51,0 0 1,1 2 0,-5 4 57,0 0-110,0 7 1,0 8 0,0 10 0,0 4 58,0 7 1,0 1 0,0 7-1,0 0-26,0-1 0,0 1 0,0 0 0,0 0-95,0-1 1,0 1 0,0 0-1,0 0-52,0 0 1,0-1-1,0 1 1,0-4-93,0-1 0,2-5 0,1 4 0,3-3-193,2-2 1,-3-2 436,5-2 0,25-44 1,11-12-1</inkml:trace>
  <inkml:trace contextRef="#ctx0" brushRef="#br0" timeOffset="381">25507 14518 10238,'10'-13'-1812,"-2"2"1862,-2 1 1,1 7 0,-4-3 83,1-1 0,6 4 0,-4-5-46,2 2 1,-4-5 21,0 1 0,3 2-22,-2-2 1,-2 7-1,-8-2 0,-5 4 0,2 2 1,-1 3-1,-2 2-1,-2 2 0,3 2 1,1 4-1,-1 0-77,2 1 0,0-6 1,5 1-1,-2 1-95,2 2 0,1 1 0,2 1-144,0 0 1,0-5 0,2-1-101,3 2 1,3 1 0,6-3 355,1-4 0,50-23 0,-26 6 0,0 0 1</inkml:trace>
  <inkml:trace contextRef="#ctx0" brushRef="#br0" timeOffset="382">25810 14432 10155,'-1'-10'-1810,"-4"2"1677,-5 2 0,2 1 335,-1 5 1,4 0 0,-3 1-112,2 4 0,-4-2 0,5 7 1,0 1-114,-1 2 0,4 1 0,-2 1 1,2-1-74,2 1 1,0-1 0,0 0-87,0 1 0,6 0 34,4-1 1,3-1 0,1-3 0,0-5 6,1-4 0,-1-1 189,1 0 1,31-25-1,8-8 1</inkml:trace>
  <inkml:trace contextRef="#ctx0" brushRef="#br0" timeOffset="383">26040 13985 10155,'0'-15'-1335,"-1"7"1269,-4 3 0,3 5 1,-2 5-1,2 6 73,2 7 0,0 0 0,0 6 1,0 1-25,0 2 1,-5 2 0,0 1 0,2 3 11,2 1 1,-1 0 0,-1-4 0,-2 2-30,2 1 0,-4 1 0,1-5 0,0 0-14,-1-1 0,-2-4 0,2-1-76,-1-2 0,4-4 80,-6-7 82,7-3 0,-2-14 0,8-3-105,2-3 0,5 4 0,-4-1 1,2-1-18,3-2 0,-3 4 0,2-1 1,1 0 45,2 2 1,-4-3 0,1 5 79,1-2 1,2 5 34,1-2 1,1 5 22,-1 5 1,-5 3 0,-3 6-115,1 0 0,-4 1 0,5-1-204,-2 1 0,1-1 203,-2 0 1,28 1-1,13 0 1</inkml:trace>
  <inkml:trace contextRef="#ctx0" brushRef="#br0" timeOffset="384">26329 14432 8812,'0'-15'0,"0"1"-572,0-1 1,-5 1 367,1 0 1,-3 6 0,2 3 365,-4 3 0,1 4 0,-2 3 0,1 4-111,1 4 0,-5 1 1,5 1-1,-2-1-39,1 1 1,5-1 0,-2 0 20,0 1 0,4-1 0,-3 1-88,4-1 1,1-4-188,0-1 189,0-6 0,1 4 0,2-9 4,2-3 1,5 2 0,-4-5 0,1 0-75,-1 0 1,4 3 0,-4-3 0,0 0-69,1 0 0,-1 4 158,-1-6 0,1 5 1,6-3 120,-3 2 1,-4 1-23,5 5 0,-6 2-76,6 2 0,-5 4 0,3 7-94,-2-1 84,-1-6 1,8 18 0,3-2-1</inkml:trace>
  <inkml:trace contextRef="#ctx0" brushRef="#br0" timeOffset="385">26459 14417 7661,'-8'7'14,"3"2"1,-2 4-92,3 1 1,-3 1 49,2-1 0,4 1 65,-4-1-65,4-6 0,1-3 19,0-10 0,4 2 0,3-5 0,-1 0-33,0 0 1,4 3-1,-4-5 1,2 1-31,4 1 0,-4-5 1,1 5-1,2-2 35,3 1 1,1 4 0,-1-3 48,0 2 1,1-4 0,-1 5 113,1 2 1,-3 3-7,-2 5 1,1 3 0,-6 6-97,-2 1 1,-1-6 0,-2 1 0,0 1-46,0 2 1,0-4 0,0 1-92,0 1 1,0 2 0,0 1-547,0 1 636,0 0 0,6-13 0,2-4 0</inkml:trace>
  <inkml:trace contextRef="#ctx0" brushRef="#br0" timeOffset="386">26733 14460 8843,'10'-12'-675,"-1"2"0,-6-3 1,4 5 825,-1 0 0,-4 0 109,3 3 1,-4 5-147,-1 0 1,0 2 0,-1 6 0,-3 0-34,0 0 1,-1 2 0,3 4-70,-3 0 1,4 1-1,-4-1 1,2 1-163,-2-1 1,3 0 0,-2 1-120,2 0 0,-3-5 0,0-1 264,2 2 1,2-4-1,1-1 1</inkml:trace>
  <inkml:trace contextRef="#ctx0" brushRef="#br0" timeOffset="387">26920 14403 8580,'0'-10'-735,"0"1"753,-6-1 0,2 2 323,-5 3-336,6 4 1,-9 7 0,8 4-69,0 2 0,3 3 1,2-1-1,3 1 40,0-1 1,3-1 0,-4-2 0,3-1-5,2 1 1,0-3 0,5 1 31,-4 3 0,-4-4-10,5 1 1,-7 1-11,2 5 1,-5-7 0,-5-3-21,-5-4 0,-3 4 1,-4 0-112,-2-2 1,3 0-1,-3 1 1,3 0-96,2 0 0,1-1 0,2 0-132,1 2 373,7 0 0,29-25 0,13-4 0</inkml:trace>
  <inkml:trace contextRef="#ctx0" brushRef="#br0" timeOffset="388">27094 14475 8571,'0'-10'-818,"0"1"629,0 5 273,0-2 1,0 8-64,0 2 1,-5 0-1,0 5-82,2 2 1,1-3 0,1 0-1,-2 0-36,-2 0 1,0-3 303,5 5-193,0-7-23,0 3 1,2-6 0,1-1-1,3-2-47,2-2 1,-3-2-1,4 3-30,3-6 0,0-1 0,3 0 50,-1 1 1,1 2 0,-1-2-1,-1 4 23,-4 0 0,4 4 18,-3-3 77,-4 4 1,1 7-64,-7 4 0,0-2 1,0 1 13,0 2 1,0-3-5,0 2 1,1-7 19,4 2-40,-3-3 1,10-2-13,-2 0 1,3-7-1,1-1-6,0 0 0,1-5 0,-1 5 0,2-1-10,-2-1 1,0 2 0,1-3 0,-1 3 8,1 2 0,-1-1 0,0 4 119,1-2 1,-6 2 46,1 8 1,-2 3 0,3 6-1,-3 1-114,-2-1 1,1 0 0,-2 1 0,3-1-382,0 1 339,4-1 0,28 13 0,15 4 0</inkml:trace>
  <inkml:trace contextRef="#ctx0" brushRef="#br0" timeOffset="389">27916 14634 11991,'0'-14'-2989,"0"-1"3047,0 1 1,0 4 209,0 1 0,0-1-57,0-5 0,1 2 0,3 2 406,0 1-273,8 1-373,-11 1 1,6 3-1,-9 10 1,-3 6-335,-4 6 0,-4 1 0,-3 7 1,-2 0-37,-1 3 1,0 2 0,4 2 0,-1 2 432,-3-2 1,-16 11 0,-11 1 0</inkml:trace>
  <inkml:trace contextRef="#ctx0" brushRef="#br0" timeOffset="390">28291 14374 8548,'6'-14'-355,"-4"-1"1,4 2-61,1 4 0,-6-4 1,6 4 547,-1-4 0,-4 3 1,4 2-1,-1 0 81,0 0 0,1 3-64,-1-4 1,-2 6 189,7-2-266,-7 3 0,3 9 0,-6 2 0,0 4-65,0 1 0,-5 2 0,1 2 0,-1 1-34,-2-1 1,6-2-1,-4-2 1,2 0-123,-2 1 1,3-1-1,-2 1-298,2-1 347,2 0 0,2-6 0,2-3 11,6-3 1,-2-4 0,0-3 0,0-3 35,0 0 0,0-4 0,1 2 0,-2-1 67,-1 1 1,-4-3-1,4 5-55,1 0 69,-6-4-3,6 10 1,-7 2-13,0 10 0,-5 2-10,0 3 1,0-1 0,5 1 1,7-7-7,2-4 0,4-2 18,1-2 0,1-6 0,-1-4 28,1-3 0,-1-1 0,-1-1-23,-4 1 0,-1 4 1,-4 1-73,0-2 1,3 3-592,-2-2 640,-4 1 0,7-6 0</inkml:trace>
  <inkml:trace contextRef="#ctx0" brushRef="#br0" timeOffset="391">28666 14360 8548,'-15'0'-1025,"1"0"0,4 0 1440,1 0-329,6 0 0,7 0-80,11 0 0,2 0 1,-2 0-51,-1 0 0,1 0 1,-1-2-1,0-1-44,1-2 0,-6-1 0,1 1 52,1-5 0,-4 2 0,-1 0 3,0 2 1,-4 0 62,3 1 1,-5 3 0,-5-3 38,-5 4 1,2 1 0,0 1 26,2 4 1,-4-2 0,6 7-64,0 1 1,3 2-1,1 1-9,0 1 0,1-1-68,4 0 1,3-1 0,7-2-1,-1-1-87,0 1 0,6-4 0,0-1 0,1-1 131,0 0 0,49-13 0,10-8 0</inkml:trace>
  <inkml:trace contextRef="#ctx0" brushRef="#br0" timeOffset="392">29271 14259 6699,'-13'2'-18,"4"2"83,4 6 0,-1-2 0,1 2 1,2 1-68,1 1 1,-3-2 0,0 0-26,2 1 0,-3 2-71,1 1 42,0-6 28,5-2 1,2-7-1,1-4 1,3-3-16,2 0 0,-3-5 1,5 4-54,1-4 1,2-1-1,1-1 59,0 1 1,-4 6 0,0 1 110,1 1 0,2 4 178,1-2 0,-6 4-184,-3 4 1,-2 3 0,0 4 0,2-1-28,-2 1 0,-1-3 1,-2 1-58,0 2 0,0 2 0,0 2-231,0-1 0,5-4 247,-1-1 0,21 1 0,-1 4 0</inkml:trace>
  <inkml:trace contextRef="#ctx0" brushRef="#br0" timeOffset="393">29445 14345 8548,'0'-9'-1174,"0"-1"0,0 1 1260,0-6 0,1 6-83,4-1 1,-2 5-1,7-3-9,1 2 0,-3-1 0,0 3 55,-2-6 1,4 2 158,-5-2 1,4 6 102,-4-6 0,-2 7-121,-7-2 0,-3 5 0,-4 5 0,1 3-43,-1 0 0,5 5 1,0-4-130,-1 4 1,6 1 0,-4 1 0,3-1-134,2 0 0,0-4 0,0 0 1,0 1-58,0 2 1,0-4-1,2-1 1,3 0-111,4 0 1,4-3 0,1 3 0,1-2 281,-1-2 0,7-3 0,33-26 0,15-7 0</inkml:trace>
  <inkml:trace contextRef="#ctx0" brushRef="#br0" timeOffset="394">29661 14331 8548,'-15'0'-309,"1"0"0,-1 0 144,1 0 4,6 0 57,2 0 0,7 0 92,4 0 0,3 0-97,6 0 1,1 0-107,-1 0 0,1-2 116,-1-3 1,-1 2 95,-4-6 0,-1 6 0,-4-4 225,0 1-91,1 4 0,-7-4 1,-2 7 37,-6 4 0,2-2 0,0 7-159,2 1 0,-4 2 0,5 1 1,1-1-51,-3-3 1,6 2-1,-4-2 1,3 3-138,2 1 1,0-4 0,0-1 0,2 3 176,3 0 0,54-10 0,19-4 0</inkml:trace>
  <inkml:trace contextRef="#ctx0" brushRef="#br0" timeOffset="395">29935 14374 8548,'-14'-8'-352,"-1"3"1,1 4 19,-1 1 1,1 0-1,0 1 679,-1 4 0,6-2 0,-1 7-227,-2 1 1,4 2-154,-2 1 1,7 1-29,-2-1 1,5-6 146,5-3 0,-2-4 1,7-1-118,1 0 1,1-6 0,-1-2-1,-1-2-119,1 1 0,2-1 0,0-4 0,-2-1 44,-1 1 1,-1-5 0,6 0-1,-1-1-10,0 0 0,-1 4 0,-2-5 0,-1 0 90,1-3 1,2-1 0,0-1 0,-2 1 41,-2-1 0,-1-2 1,4-4-1,-4 0 25,-2 5 1,-1-2-1,-5 6 1,0-1-24,0 0 1,0 7 218,0-2 0,-2 11 1,-3 9-107,-4 12 0,-2 3 1,-1 8-1,4 2-65,2 1 1,-4 2 0,6-1 0,0 1-87,3 0 1,1 0 0,-2 1-1,-1 3-80,-2 1 0,0-1 0,5-2 0,0 1-104,0 1 0,0 1 1,0-6-1,0 1-180,0 0 1,0-2 383,0-3 0,39-16 0,9-9 0</inkml:trace>
  <inkml:trace contextRef="#ctx0" brushRef="#br0" timeOffset="396">30468 14013 8548,'-1'-12'-345,"-4"2"1,3 5 0,-4 10-1,1 5 422,0 2 0,-1 3 0,3 1 0,-2 3-63,2 5 1,-4 1 0,2 1 0,2 1-23,2 3 0,-4-1 1,0 4-1,0-2-47,-1-3 0,4 0 1,-4-3-1,-1-1-90,-2 2 1,3-1 0,-1-1 0,2-4-313,1-4 457,-8 4 0,4-23 0,-6 0 0</inkml:trace>
  <inkml:trace contextRef="#ctx0" brushRef="#br0" timeOffset="397">30353 14317 8548,'5'-10'-505,"0"0"0,4 6 0,-2-4 318,1 1 1,1 1-1,6 3 427,-1-2 0,0 0-136,1 5 1,-6 5-1,-1 1-45,-1 2 0,-2 2 0,-5 4 13,0 0 0,0 1 0,0-1-90,0 1 0,0-6 0,0 1-5,0 1 1,0-3-1,1 0-13,4-2 0,-2-1 0,7-5 1,1 0-82,2 0 0,-4-5 0,1-1 0,1 0 2,2-1 1,0-4-1,-2 3 1,-3-2 65,-2 1 0,-1-1 0,-5-4 54,0 0 1,0 4-1,-2 2 1,-2 0 22,-6 0 1,-3 5 0,-1-2 0,0 3-60,-1 2 0,1 0 0,-1 0 0,1 0-124,0 0 155,6 7 0,1 14 0,7 9 0</inkml:trace>
  <inkml:trace contextRef="#ctx0" brushRef="#br0" timeOffset="398">31045 14273 8548,'1'-14'-698,"3"0"495,1-1 0,0 1 0,-3-1 509,2 1 0,-2 0-77,3-1 1,-5 1-188,-5 5 0,-1 4 1,-6 8-1,2 4-19,-1 2 1,-2 5 0,-1 5 0,-1-1-59,1-2 0,-1 3 0,3 0 0,0-1 5,3-2 1,1 3-1,-3 0 1,3-1-60,1-2 0,2-2 0,4 0-26,-4 1 1,3-6-14,-2 1 1,8-7-1,4 0 31,0-6 0,5-3 1,-3-5-1,3 1 1,1-1 1,-4-2 0,-1-1 0,2-1 14,2 1 1,2 0-1,-1-1 41,0 1 0,1-1 0,0 3 94,-1 2 1,-4 2-18,0 3 0,-2 5 4,1 0 0,-2 2 0,-7 7-5,0 3 1,0 0-1,0 3-171,0-1 1,0 0-332,0 1 466,0-1 0,6 7 0,2 1 0</inkml:trace>
  <inkml:trace contextRef="#ctx0" brushRef="#br0" timeOffset="399">31218 14273 8064,'0'-14'-443,"0"6"0,-1-3 600,-4 6 0,-1 2 0,-6 8-95,3 4 0,1 4 0,-3 1-50,1 1 1,5-1-1,-3 0 84,2 1 0,1-6 201,5 1-349,0-7 1,2 4-1,2-9-81,6-3 0,1-3 1,0-6-1,-1-2-30,1-3 0,0 3 1,1-5-1,-3 2 108,2 0 1,2-7 0,0 2 0,-2-3 31,-1 3 1,-2-3-1,3 3 1,-2-3 73,3-2 0,-6 2 0,0 2 0,-1 2-18,0 2 0,5-3 0,-6 5 385,0 2-312,-3 1 0,-1 14 1,0 7-1,-1 6 11,-4 3 1,2 7 0,-5 2 0,1 1-80,4 0 1,-3 0 0,1 4 0,2 0-51,1-4 1,-3 1 0,0-4 0,1 1-96,-3 5 0,6-5 0,-6 2 0,2 0-151,1-1 1,-3 2 0,4-4 0,-2 0 46,2-1 1,-3 4 0,1-4 0,2-3 210,1-1 0,34-27 0,8-7 0</inkml:trace>
  <inkml:trace contextRef="#ctx0" brushRef="#br0" timeOffset="400">31420 14259 8548,'-15'8'-234,"6"0"0,-1-5 1,1 4 120,1 1 1,-5-4 0,5 6 195,0 1 1,-3-3 0,6 2 74,2 1 1,1 2-30,2 1-82,0-6 0,2-2 0,2-6-58,6 0 0,3-6 1,1-2-1,-1-2-75,-3 1 1,2-1 0,-2-6 0,3-1-57,1-2 0,-4-1 0,-1 4 1,2-1 90,-3-2 1,5-5 0,-4 3 0,2-2-14,-1-3 1,1-1 0,-4-2-1,-1 0 71,0 0 1,6-4 0,-4-1 0,1 2-31,1 2 0,-7-1 0,3 0 1,-1-1 2,0 4 0,0 6 1,-4 8 33,4 5 1,-5 5-1,2 12 35,-5 8 1,-7 8-1,4 0 1,-1 5-25,1 4 1,-4-1-1,4 5 1,-1-2-114,1-3 0,0 3 0,2 0 0,-2 0-1,-2 1 0,3 3 0,-4-5 0,-1-1-48,2 2 0,-3-4 0,4 2 137,-1-2 0,5 4 0,-3 2 0</inkml:trace>
  <inkml:trace contextRef="#ctx0" brushRef="#br0" timeOffset="401">31997 14216 8420,'0'-15'-311,"0"6"343,0-1-6,0 1 0,-1 1 6,-4 3 0,-2 5 1,-4 5-1,2 4-44,-3 4 0,1 1 0,0 1 0,1-1-79,-1 1 1,0-1 0,0 0 0,3 1 62,2-1 0,-2-1 0,5-2 121,-2-1-106,0-7 1,7 3-44,3-6 0,3-5 0,6-1 0,-3-2-31,-2-3 0,1 3 0,4-2 0,-1-1-5,-3-2 1,2 4-1,-2 1 1,1 0-18,-1 0 1,3 3 97,-4-5 0,4 7 18,1-2 1,-6 5-47,-3 5 1,-3-2-1,-2 7-107,0 1 0,1 2 1,3 1 145,0 1 0,20 12 0,0 3 0</inkml:trace>
  <inkml:trace contextRef="#ctx0" brushRef="#br0" timeOffset="402">32704 13855 8523,'-10'-8'-658,"0"3"0,7 2 920,-2-2 1,3 2 266,2-6-265,0 5 0,0 9-168,0 9 0,-1 4 1,-2-2-1,-2 2-84,2 1 0,-5 5 0,0-3 0,-2 1-59,0 4 1,1 1 0,-6 2 0,1-1-54,0 1 1,-2 0 0,-2-1 0,-1-2-125,1-2 1,1-2 0,-1 4 0,-3-4-92,-1-1 1,4-2 0,-1-5 0,5 1 26,4-1 0,-3-1 288,4-4 0,3-9 0,-1-8 0</inkml:trace>
  <inkml:trace contextRef="#ctx0" brushRef="#br0" timeOffset="403">32372 14128 8176,'-6'8'-1624,"3"5"2542,-7-9-707,7 8-128,-4-11 1,9 6 0,3-7-40,4 0 1,-1 0 0,2-2 0,3-1-15,4-2 0,-1-5 1,5 4-1,0-1-6,3 0 0,-2-4 0,2 3 0,2-2-33,1 1 0,2-1 0,0-4 0,-1 0 3,2-1 0,-6 1 0,0-1 1,2 1-42,1 0 0,2-1 0,-2 1 0,-2-2-21,-1-3 0,-6 3 0,3-4 1,-2 3 1,0-2 0,-1 3 0,-7-3 58,-2 3 1,-5 1 1,-4 7-1,-10 3 2,-3 4 0,-1 7 0,0 4 1,-1 3 17,1 1 1,-1 2 0,1 1 0,0 3 54,-1-3 0,-1 6 0,-1-1 0,-3 2-51,3 0 1,1-5 0,1 4 0,1-1-14,0 0 1,-1-3 0,1 4 0,1-1-4,4 2 0,-3-7 0,5 1 0,1-5-29,-1-4 1,2-4-12,5 5 35,0-7 0,7-3 0,2-8-147,5 0 0,-4 0 1,-1 3-1,3-3 4,0 0 0,3 0 0,-1 3 29,0-4 1,1-4-1,-1 4 1,1 2 100,-1 1 0,-4 4 0,-2-4 0,0 1 124,0 0 1,-4 1 91,6 4 0,-5 0-68,4 0 0,-5 6 1,0 4-23,-2 2 0,-7-2 0,0 1 0,1 0-104,-3 2 1,6-4 0,-6 1 0,2 1-84,1 2 0,-6-4 0,5 1 0,0 0-194,-1-2 0,4 4 1,-2-2-43,2 3 1,2-4 313,0 1 0,6-13 0,2 1 0</inkml:trace>
  <inkml:trace contextRef="#ctx0" brushRef="#br0" timeOffset="404">32992 14128 8523,'10'0'-1485,"-1"0"1873,-6 0 0,2 5-239,-10 0 1,4 7 0,-6-4-101,1 0 1,4 5 0,-4-5-1,1 2-59,0-1 0,-1 1 1,3 4-68,-2 1 1,-1-6 0,2 1-175,0 1 1,-3 0 0,4 0-92,-2-1 0,-1-2 0,3 3 342,-2-1 0,-6-14 0,3 3 0</inkml:trace>
  <inkml:trace contextRef="#ctx0" brushRef="#br0" timeOffset="405">33021 14013 8523,'8'-9'-1210,"-2"-1"863,0-1 1,-2 0 473,5 1-131,-6 4 1,4 7-1,-7 4-69,0 5 0,0-2 0,0 1 73,0 3 0,-19 45 0,-5 13 0</inkml:trace>
  <inkml:trace contextRef="#ctx0" brushRef="#br0" timeOffset="406">33107 14173 8523,'9'0'-278,"-3"0"0,-4 0 350,3 0 1,-4 1-1,6 2-40,-1 2 1,-4 2 0,4-3-49,1 6 0,-6-2 0,4 2-81,-3 1 0,-1 0 0,2 0 120,2-1 1,0-5 507,-5 4-414,0-6 1,2 4-111,2-7 1,-2-2 0,4-3-72,1-4 0,-4-2 0,5-1 0,0 3-123,0-2 1,-3 3-1,4 0 1,1 0-92,-2 0 1,5 3 0,-4-3-802,4 1 1079,1 3 0,14 4 0,2 0 0</inkml:trace>
  <inkml:trace contextRef="#ctx0" brushRef="#br0" timeOffset="407">33425 14173 8523,'0'8'-185,"0"-2"375,0-6 1,-7 6-122,-2 4 0,2-2 0,1 0 0,1 0-108,0 0 0,-1-3 0,3 4-54,-2 3 0,0-4 398,5 1-301,0 1 1,2-2 7,2-3 1,0-5 0,5-5-138,2-5 1,1-3-1,-1-1 1,-3 0-35,-2-1 0,4 1 1,-4-2-1,0-2 70,1-1 0,2-6 0,-4 4 0,0-1-25,1-4 0,-4-1 0,4-2 0,-1 1-16,0-1 0,1 0 0,-2 0 0,1 0 47,-1 1 0,2 5 103,-1 4 1,1 10 0,-3 5 0,2 8 136,-2 5 1,-1 6-1,-4 4 1,-1 5 32,-2 3 0,1 3 1,2 2-1,-1 2-149,-2-2 1,0 3 0,5 0 0,0 0-20,0 1 1,0 4-23,0-1 0,3 1 0,1 6 0,0 4 0,0-1 0</inkml:trace>
  <inkml:trace contextRef="#ctx0" brushRef="#br0" timeOffset="408">19810 15456 11604,'0'-14'-599,"0"-5"1,0-1 410,0 3 0,0 5 138,0 2-27,0 7 1,0-2 106,0 10 1,0 3 0,0 9 0,-1 0-44,-4 3 1,2 5 0,-5-2 0,0 1-49,0 0 0,0-1 0,-3 6 0,1 0-30,-1 0 0,-2 0 0,-1 1 1,-1 2 45,1 2 1,-1-1 0,1-3 0,0-1-20,-1-1 1,3 0 0,0-4 0,3-5-33,-2-3 0,4-2 0,1 1-225,-1-1 259,6-6 1,-6-3-1,7-10-41,0-5 1,2-2-1,1-3 1,4-1 70,1-3 1,-4 3-1,4-3 1,0 1-15,0-1 0,0 1 1,3-6-1,-1 0 7,1 1 1,2-2-1,1 4 1,1-2 19,-1-2 1,1 2-1,-1 1 1,2 1 38,3 4 1,-3 1-1,2 1 1,-5 2 18,-4 4 0,1 2-1,4 7 1,-6 2 0,-2 1 0,-1 4 119,0 1 1,0 1 0,-5 6-98,0-1 0,0 0 0,-2 1-87,-3-1 0,2-1 0,-5-2 1,0-1-34,0 1 0,4 2 0,-6 1-54,-1 1 1,3-3-1,0 0 1,0-4-145,0-2 0,3 4 0,-3-4 257,2 2 1,14-18 0,8 1 0</inkml:trace>
  <inkml:trace contextRef="#ctx0" brushRef="#br0" timeOffset="409">19984 15658 8502,'-10'-2'15,"1"-3"0,1 5 87,-2 0 0,-1 2 0,6 7 0,2 3-141,1 0 1,2-2 0,-1 0 0,-3 1-180,-1 2 1,0 1-1,5 0-190,0 1 1,0-1-1,0 1-367,0 0 775,0-7 0,6-15 0,3-9 0</inkml:trace>
  <inkml:trace contextRef="#ctx0" brushRef="#br0" timeOffset="410">20013 15485 8496,'0'-14'0,"1"-1"-616,4 1 0,-3 4 173,3 1 0,-4 7 453,-1 2 1,0 6-1,0 9 1,0-1 38,0 1-49,0 5 0,19 35 0,5 13 0</inkml:trace>
  <inkml:trace contextRef="#ctx0" brushRef="#br0" timeOffset="411">20128 15758 8496,'-15'0'-1335,"6"0"1394,-1 0 86,7 0-147,9 0 0,4-4 0,8-3 0,-6 1 4,-2-1 1,0-4 0,4 2-25,0-4 0,1 0 0,-2 2 1,-2 1 28,-2-1 1,-5 3 0,2 0 143,0 2 0,-6-4-49,0 5 0,-1 2 0,-9 6 0,1 4-34,1 1 0,-5 1 0,5 6 1,-2-1-42,1 0 1,1 6-1,-2-1 1,5-2-78,4-1 1,-4-1 0,0-1 0,2 1-210,1 0 0,2-1 0,2 1-40,3-1 1,-2-1-1,6-2-53,3-1 1,0-7 351,3 2 0,-7 3 0,-2 0 0</inkml:trace>
  <inkml:trace contextRef="#ctx0" brushRef="#br0" timeOffset="412">20388 15672 8415,'0'-14'-438,"0"-1"1,0 6 627,0-1-49,0 0 0,-2 4 0,-1 6-70,-2 8 1,0 5 0,5 1-82,0 1 0,0-1 0,0 0 0,0 1-60,0-1 1,0 1 0,2-3 0,1 0-164,2-3 1,5 1-1,-4 3 1,2-1-534,3-3 766,2-6 0,40-3 0,9-8 0</inkml:trace>
  <inkml:trace contextRef="#ctx0" brushRef="#br0" timeOffset="413">20589 15744 8415,'0'-10'-960,"0"1"0,0 4 965,0-5 1,2 6-12,3-6 1,-2 5 0,6-3 4,3 2 1,-1-5-1,0 3 44,-1 0 0,-7 0 0,3 4 116,1 0 1,-6-3 47,4 2 1,-10 5-124,-4 0 1,-4 7 0,-2 7 0,3 1-43,2-1 0,-1 0 0,4 1 0,1-1-84,0 1 1,1-1 0,5 0 0,0 1-147,0-1 1,0 1 0,0 0 0,0-1-120,0 1 1,6 2 306,4-2 0,54-4 0,14-11 0</inkml:trace>
  <inkml:trace contextRef="#ctx0" brushRef="#br0" timeOffset="414">21210 15643 8415,'-10'0'-661,"1"0"1,4 0 718,-5 0 1,5 2 0,-3 3 15,1 4 0,2 4 1,4 0-1,-2-2-17,-2-1 0,0-1 1,5 6 61,0-1 0,-5 0 27,0 1 0,1-1 22,4 1-179,0-7 1,1-1 0,4-9-1,3-3-102,0-4 1,6-5-1,-5 0 1,4-1-57,1 1 0,1 0 0,-1-2 0,1-2 102,-1-1 0,-4-5 0,-1 5 0,2-1 79,2 0 1,2 4-1,-3-4 1,0 5 61,-3 0 0,-4 2 172,5 4 1,-7 4-47,2 10 0,-4 3 0,-1 8 0,-1 1-68,-4 2 1,2 7 0,-5-2-1,0 3-61,0 2 1,0 0 0,-4 0 0,3 1-36,-2 3 1,3 0 0,0 4 0,0 0-94,0 0 1,3 0 0,-3 3-1,1-2-131,4 2 0,2-5 1,1-3-1,0-6 103,0-7 0,6-4 0,4-5 0,2-5 83,3-4 1,1-7 0,1-5-1,3-8-5,-3-5 1,1 2 0,-2-2-1,0-2 2,-4-1 0,-2-2 0,0 2 1,-4 3-57,0 5 1,-4-2 0,1 2-1,-4 1-97,-4 2 0,-6 2 1,-1 1-1,-5 3 158,-7 6 0,-22 15 0,-7 5 0</inkml:trace>
  <inkml:trace contextRef="#ctx0" brushRef="#br0" timeOffset="415">22032 15643 8415,'0'-9'-488,"0"-1"1,0 0 594,0-4 1,0 4 130,0 1 0,0 4-8,0-5 1,1 7 24,4-2 1,-3 5-195,3 5 1,-4 3 0,-1 8 0,0 2-87,0 1 1,-1 2 0,-3-4-1,-2 4-155,-2 2 1,5-6 0,-3 4 0,1-2-421,0 0 1,-1 1 599,1-5 0,-11-7 0,-6-2 0</inkml:trace>
  <inkml:trace contextRef="#ctx0" brushRef="#br0" timeOffset="416">22046 15399 8121,'0'14'-1827,"0"-4"1480,0-1 347,0 1 0,7 36 0,1 8 0</inkml:trace>
  <inkml:trace contextRef="#ctx0" brushRef="#br0" timeOffset="417">22190 15672 8415,'-9'5'-689,"1"1"247,1 2 0,-2-3 0,4 5 560,2 1 0,1-3 1,2 1-72,0 3-35,0-6 0,2 0 0,2-6-10,6 0 0,1-1 1,0-2-1,-3-4-10,-1-1 0,4-1 1,-1-6 0,2 1 0,1-1 0,-2 1 1,-1 0-11,1-1 1,-3 1 0,2 1-1,-1 2-6,-1 1 1,3 5 173,-6-4-80,6 6 1,-9 3 0,3 9 0,-4 4-12,-1 1 0,0 1 0,2-1 0,1 1-47,2-1 1,1 0-1,-2 1 1,2-1-119,2 1 1,-3-1 0,5 0 0,2-1 104,0-3 0,35-10 0,7-8 0</inkml:trace>
  <inkml:trace contextRef="#ctx0" brushRef="#br0" timeOffset="418">22652 15514 8415,'1'-15'0,"2"1"-213,2 0 1,0-1 0,-3 1 47,2-1 0,0 1 0,5 0 0,1-1 129,-2 0 1,4 0 0,-2 1 0,1 0 36,-1-1 0,1 1 0,-5-2 0,1-2-7,-1-1 1,4 0 0,-5 5 66,-2-1 0,-2 1 0,-2 1 90,-4 3 1,-3 4 0,-6 8 13,-1 2 1,1 4 0,-1 8 0,1 2-26,0 1 0,-1 7 0,1-1 1,1 6-61,4 2 1,-4 2 0,5 0 0,-2 2-103,1 0 0,4 4 0,-3-3 0,1 4-101,4 1 1,-3 0 0,-1 1 0,1-1-95,0 1 1,-1-7-1,4-2 1,-3-3-119,-2-3 0,4 1 0,0-11-368,2-1 703,2-2 0,6-34 0,2-7 0</inkml:trace>
  <inkml:trace contextRef="#ctx0" brushRef="#br0" timeOffset="419">22522 15715 7817,'0'-14'-339,"0"-1"0,2 6 0,2-1 404,6-1 1,3 5-1,1 1 1,1 3 10,-1 2 0,0-5 1,1 1-1,-1 0-58,1 3 0,4 1 1,0 0-1,-2 0 22,-1 0 0,-1 0 0,-1 0 0,1 0-5,-1 0 0,-4 0 0,-2 1-12,-2 4 1,5-2 0,-7 7 4,0 1 1,-3-3 0,-1 2-29,0 1 0,0-3 1,0 2-91,0 1 0,0 2-59,0 1 1,0-4-41,0-1 1,2-6 26,3 2 1,3-5 109,6-5 0,-6 2 0,-3-6 68,-4-3 1,-1 4-1,0-1 3,0-2 1,-1 3-1,-4 0-3,-5 1 0,2-2 0,-1 4 0,-1 0 2,2-1 1,-6 2-11,5-5 1,-2 4-8,1-5 0,4 6 7,6-6 1,1 7 0,2-4 0,4 3 53,1-1 0,1 0 1,7 3-1,-2-1-4,1-2 1,4 1 0,0 4-1,0 0 32,2 0 0,-5 0 0,3 0 0,-1 0-55,1 0 0,-3 0 1,3 1-1,-3 2-36,-2 2 1,-1 6 0,-2-3-1,-1 2-38,1 0 1,-4-1 0,-1 4 0,-1-2-66,0-1 1,-1-1 0,-5 6-18,-4-1 1,2-1-1,-5-2 1,0-3 26,0-1 1,3-3 117,-5-4 1,2-1 25,-1-4 1,2-3 0,7-6-39,0-1 1,0 6 0,0-1-112,0-1 0,5-2 0,2-1-323,1-1 422,1 1 0,37-7 0,9-1 0</inkml:trace>
  <inkml:trace contextRef="#ctx0" brushRef="#br0" timeOffset="420">23301 15571 8193,'-5'10'-529,"0"-1"1,-6-4 678,2 5 0,1-2 0,0 3-5,1-1 1,-2-1-78,4 6 1,-2-1-293,3 0 189,2 1 1,-4-7-14,12-3 0,-3-4 47,7-1 0,-2-6 0,3-2 1,-3-2-103,-2 1 0,6-1 1,-3-4-57,4-1 1,1 1 0,1 1 25,-1 3 1,-4-1-1,-1 5 99,2-2 0,-3 5 101,2-2 80,-7 3 1,4 9-39,-7 2 1,0 4-79,0 1 1,0-4 41,0 0-106,0-7 25,0 3 0,6-7 0,4-3-40,2 0 1,-2-6-1,-2 4 1,0-1 3,0 1 1,2-4 0,4 4 78,0-2 1,-4 5 164,0-2 1,-6 3-5,6 2 0,-7 2-112,2 3 1,-3 3-145,-2 6 0,4 0-131,1 1 0,2-2 1,-4-2-1,3-3-612,2-2 803,-5 5 0,42-9 0,4 4 0</inkml:trace>
  <inkml:trace contextRef="#ctx0" brushRef="#br0" timeOffset="421">23777 15600 8415,'-7'-14'-1514,"-1"1"1591,-6 3 0,4-1 0,1 6 104,-2 2 1,3 3-1,0 5 1,0 3-120,0 0 0,3 5 0,-3-4-131,1 4 1,-2-3-1,4-1 32,2 2 1,1-3-1,2 2-106,0 1 22,0-4 99,0-1 0,5-8 0,1-1 0,1-3-66,-1-2 1,4 3-1,-4-5 47,2-1 0,0 3 0,3 0 31,-1 2 0,-5 1 0,3 3 54,-2-2 0,1 2 129,-3-3 0,-2 10-177,3 5 1,-4 2-85,-1 3 0,5-1 0,2 1-232,1-1 0,-4-6 320,6-3 0,25-4 0,11-1 0</inkml:trace>
  <inkml:trace contextRef="#ctx0" brushRef="#br0" timeOffset="422">23978 15413 8415,'0'-24'0,"2"1"-113,3 2 1,-4-3-1,4 5 1,-3 0-72,-2-2 1,0 10 0,1-2 0,2 3 365,2 2 1,0 7-70,-5 1 1,0 1 0,0 9 0,-2 3-27,-2 4 1,2-1-1,-4 5 1,1-2-64,0 0 1,0 7 0,4-3 0,-3 1-96,0 0 1,-1-5-1,5 5 1,0 2-137,0 1 0,0-3 1,-2-2-1,-1 1-139,-2-1 0,0 1 0,5 2 346,0-1 0,0 7 0,0 5 0</inkml:trace>
  <inkml:trace contextRef="#ctx0" brushRef="#br0" timeOffset="423">23949 15571 8187,'0'-14'-315,"0"0"0,0-1 0,0 1 0,2 1 395,3 3 0,-2-1 0,7 6 0,1 1 86,2-3 0,1 6 0,0-4 1,1 3-32,0 2 1,-1 0 0,1 0-1,-1 0-57,1 0 0,-1 2 1,0 1-1,1 3-68,-1 2 0,-6-3 1,-1 5-1,-3 1-30,1 2 0,0 1 0,-5 0 0,0 1-98,0-1 0,-5 1 0,0-1 1,1 0-62,-3 1 0,1-6 0,-4 1 0,4 1-350,-1 2 0,6-3 529,-4-1 0,-3-18 0,0-1 0</inkml:trace>
  <inkml:trace contextRef="#ctx0" brushRef="#br0" timeOffset="424">24195 15442 8415,'0'-15'0,"2"6"0,1-1-1469,2-1 1212,-1-2 0,-4 6 178,0 7 1,0 7 0,0 8 78,0-1 0,-12 39 0,-4 9 0</inkml:trace>
  <inkml:trace contextRef="#ctx0" brushRef="#br0" timeOffset="425">24368 15528 8222,'-15'0'-996,"1"2"1313,-1 3 1,6-2 0,1 6-204,1 2 1,-2 2 0,4 2-81,2-1 1,1-4-1,2-1 1,2 1-113,3-2 0,-2 0 1,6-5-1,3 2 10,0-2 0,3-1 0,-1-2 1,1 0 34,-1 0 1,-4-5 0,-1-2 0,2 1 21,2 0 1,-3-4 0,-2 4 0,-2-2 20,-3-4 0,-1 0 1,-2-3 24,0 1 1,0 0 0,-2-1-1,-3 2-7,-4 4 0,-4-2 0,-3 6 0,-1 0-59,-3-1 0,-4 4 1,4-3-1,-1 5-79,0 5 1,2-2 0,4 7-1,1 1-237,0 2 0,6 1 0,3 0 347,3 1 0,47 12 0,11 3 0</inkml:trace>
  <inkml:trace contextRef="#ctx0" brushRef="#br0" timeOffset="426">24599 15499 8092,'0'-6'220,"0"6"0,0 6-214,0 9 1,-2-1 0,-1 0-69,-2 1 0,0-6 0,5 1-70,0 1 0,0-3 127,0 2-17,0-7 1,2 2-13,3-10 1,-2 3 0,5-4-1,0 1-32,0 0 0,-3-4 0,3 2 0,0 1 35,0 0 1,-3-4-1,4 5 66,2 2 1,2 1-1,1 2-20,1 0 1,-1 0 0,1 2-47,-1 3 1,0 3 0,2 6 0,2 1 30,1-1 0,46 32 0,-30-18 0,0-1 0</inkml:trace>
  <inkml:trace contextRef="#ctx0" brushRef="#br0" timeOffset="427">25493 15542 8452,'-7'-7'-1185,"6"-6"1,-7 10 1311,3-7 1,2 7 97,-7-2-142,7 3 0,-3 1 58,6-4 0,-2 3 185,-3-2-159,4 2 0,-7 2-12,3 0 1,2 0 110,-7 0-180,7 0-177,-4 0 79,7 0 0,7 0 0,2 0 0,6 0-21,4 0 1,-1 0 0,6 0 0,1 0-39,2 0 1,2 0 0,0-2 0,0-1-36,-1-2 1,2-1-1,1 3 1,1-4-69,1-1 0,-1 5 1,-6-3-1,-4 1-13,-1 0 1,-2 0 0,-5 5 186,1 0 0,-7 0 0,-21-6 0,-11-2 0</inkml:trace>
  <inkml:trace contextRef="#ctx0" brushRef="#br0" timeOffset="428">25897 15399 6328,'-10'-5'307,"0"0"1,7-2-93,-2 2-219,4 3-32,1-11 1,6 12 0,4-4 21,3 3 1,1 2 0,0 0 0,1 0 1,-1 0-1,1 2 3,-1 3 1,0-4 0,-1 6 0,-2-2 24,-1-1 0,-2 4 1,3-3 51,-1 4 1,-7 4-40,2 1 1,-4 1 0,-2-1 0,-4 1-20,-5-1 1,-3 0 0,-3 1 0,-1-1-96,-2 0 1,0 1 0,6-1 0,2 1 85,1-1 0,0 7 0,-4 1 0</inkml:trace>
  <inkml:trace contextRef="#ctx0" brushRef="#br0" timeOffset="429">26604 15326 8181,'-8'-15'-554,"0"7"0,4 2 1239,0 0 165,-1 4-556,5-4 1,0 7-181,0 4 1,-2 3 0,-1 6 0,-2 1-71,2-1 1,1 0 0,2 1 0,0 0-104,0 0 0,-1-1 0,-2 0 0,-2 2-98,2 4 1,-1-4 0,1 3-1,-2-3-202,2-2 1,0 0-1,0 1-286,-2-1 1,-1 1 644,0-1 0,-2-38 0,-7-10 0</inkml:trace>
  <inkml:trace contextRef="#ctx0" brushRef="#br0" timeOffset="430">26416 15239 8390,'-10'-14'-16,"0"0"0,6-1 0,-4 1 139,1-1-59,2 7 0,7 2 1,3 6-1,4 0-39,4 0 1,-3 0-1,-1 0 1,2 0-45,2 0 0,2 0 1,-1 0-1,0 0-33,1 0 1,5 0 0,1 0-66,1 0 0,-9 0 1,3 0 41,2 0 1,-4-5 0,5 0 0,-3 2-41,-2 2 1,1-4 0,-1-2 67,1-1 1,-6 5-1,-1-3-17,-1-1 113,4 6 1,-10-4 50,4 10 1,-3 3 0,-2 8-39,0 3 0,-5-3 1,0 3-1,2-1-20,1 1 1,-2 2 0,-3 4 0,1-1-25,-1 2 1,1 1-1,3 2 1,-4 1-33,-1-2 0,5-4 0,-2-1 0,4-2-14,1-4 1,-5 4 0,0-2-143,2-1 107,1-9 0,4-2 0,1-9-12,2-3 0,6-3 0,-1-6 0,1 0-85,-1-1 0,2 1 1,-2-1-1,1 1 21,-1 0 0,3-1 0,-4 1 131,4-1 1,1 1 73,1 0 1,-6 6-1,-1 1 69,-1 0 0,-1 5 0,-3-1 54,2 6 1,0 0-1,-5 8 1,0 0-78,0 2 1,0 1 0,0 1 0,0-1-71,0 1 1,0-6-1,0 1 1,-2 1-76,-3 2 1,4 1-1,-4 0 1,3 1-136,2-1 1,0-4 0,0-1-238,0 3 0,2 0-522,3 3 927,-4-7 0,25-34 0,-2-14 0</inkml:trace>
  <inkml:trace contextRef="#ctx0" brushRef="#br0" timeOffset="431">27007 15369 8389,'-8'0'75,"2"0"0,6 1 30,0 4 1,0 4 0,2 4-34,2-3 1,-2 2-688,3-2 1,-4 3-20,-1 1 0,0-4 634,0-1 0,7-31 0,1-4 0</inkml:trace>
  <inkml:trace contextRef="#ctx0" brushRef="#br0" timeOffset="432">27079 15167 8356,'0'-9'-1840,"0"-1"1319,0 7 521,0-3 0,0 44 0,0 10 0</inkml:trace>
  <inkml:trace contextRef="#ctx0" brushRef="#br0" timeOffset="433">27122 15384 8356,'15'0'-1317,"-6"0"818,1 0 1,-5 0 1032,4 0 20,-5 0-125,2 0-241,-6 0 0,0 2-17,0 3 1,0-2-90,0 6 0,0 1 1,0 4 1,0 1 1,0-6 0,0 1 8,0 1 1,0-3-1,-2 2-52,-2 1 1,0 2 0,-5 1-116,-2 0 1,-1 1-1,1-2 1,2-2-410,-3-2 1,4 1 482,-1 4 0,-1 1 0,-4-1 0</inkml:trace>
  <inkml:trace contextRef="#ctx0" brushRef="#br0" timeOffset="434">27656 15427 7955,'0'-9'-803,"0"-1"989,0 7 1,1-8-37,4 6 0,-3-2-61,3 2 1,-2 3 247,2-3-19,-4 4-254,6 1 0,-7 1-69,0 4 1,0 4 0,-2 6-68,-3-1 0,4-4 0,-6-1 0,2 2-340,1 2 0,-3-3 0,4-1 124,-2 3 0,-4 0 0,4 3 288,2-1 0,1-6 0,2-2 0</inkml:trace>
  <inkml:trace contextRef="#ctx0" brushRef="#br0" timeOffset="435">27742 15268 8426,'0'-14'0,"0"-1"-74,0 1 1,0 0-1,0-1-296,0 1 567,0 6-436,0 1 0,2 7 133,2 0 0,-2 7 0,5 1 0,-2 1 106,0 1 0,6 19 0,-3 9 0</inkml:trace>
  <inkml:trace contextRef="#ctx0" brushRef="#br0" timeOffset="436">27959 15340 7634,'8'-6'-1375,"-2"2"1856,-6-5-53,0 6-317,0-10 0,0 13-12,0 0 0,-6 6 0,-4 7-9,-2-3 1,2 2-1,2-2-106,2 3 1,-4 2 0,5 0 13,2-1 0,-3-4 0,1-1 2,2 2 0,1 2 1,4 0 28,2-3 1,-2 2-3,3-2 0,-2 1 0,0 0 1,2-1-39,-2 1 1,-1-3 0,-4 2 0,-3-1-109,-4-1 1,2 5 0,1-5 0,1 2-315,0-1 433,-6 1 0,10 4 0,-6 1 0</inkml:trace>
  <inkml:trace contextRef="#ctx0" brushRef="#br0" timeOffset="437">28564 15167 7779,'0'-14'-455,"0"0"1,0 4 0,0 0 755,0-1 1,0 3-64,0-1 1,0 4-28,0-5 1,2 2 75,3-1 15,-4-4-228,7 11 0,-8-2 0,0 8 23,0 6 1,0 4-1,-2 4 1,-4 3-81,-3 1 0,-3 2 0,1 6 0,2 2-66,-3 2 0,0 0 0,-3-4 0,1 2-142,-1 1 0,1 7 0,0-7 1,1-1 0,3-1 0,-1-7 1,5-2-1,-1-1-386,1-4 1,1-1 575,5-1 0,0-1 0,0-31 0,0-9 0</inkml:trace>
  <inkml:trace contextRef="#ctx0" brushRef="#br0" timeOffset="438">28377 15629 6379,'0'-8'416,"0"1"1,0 6-260,0-4-147,0 3 1,0-6 0,2 5-3,3-2 0,-4-1 0,5 3-14,1-2 0,1-6 1,6 1-5,1-2 0,-1-3 1,0 1-1,1 1 2,-1 3 0,-4-2 0,-1 4 0,1-2 3,-2 0 0,3 6 0,-4-4-33,1 1 104,-5 2-34,3 5 1,-6 2 0,0 3 0,-1 3-5,-4 0 1,3 5 0,-4-4-13,-1 4 1,6 1-24,-4 1 1,-1-1-12,1 0 1,0 1-12,5-1 26,0-6 0,2-1-22,2-7 0,4-2-14,7-3 1,-2-3 0,-2-5 0,-1 2-6,2 2 1,-4-1 0,1-3 0,2 2 27,2 2 0,-3-1 0,-1-4 1,1-1 1,-2 1 1,5-1-1,-5 1-2,0 0 1,3-1-1,-5 0 1,1 0-41,-1 1 0,0 3 1,-2-2-22,0-3 0,6-1 0,-5 2-98,-2 1 0,3-1 6,-1 1 1,2 6 168,-3 3 0,4 10 0,7 3 0</inkml:trace>
  <inkml:trace contextRef="#ctx0" brushRef="#br0" timeOffset="439">29055 15081 7704,'5'-10'-655,"0"1"1,1-1 1381,-1-4-500,-3 6 1,2 2 0,-7 7-98,-2 4 1,-4 3-1,2 6 1,1 1-59,0-1 0,-5 2 1,3 2-1,-2 2-60,0 3 0,6-4 0,-6 3 0,-1-1-53,3-3 1,-3 3 0,5-1 0,-2 1-47,-3 0 0,3 3 1,-2-5-1,0 1-40,2 1 1,-3-5-1,6 3 1,1-3-76,-3-1 0,6-6-380,-4 1 394,3-7 0,9 2 0,2-8 121,4-2 0,-3-6 0,-1 1 0,1-3 67,-2-1 0,5 4 0,-5 1 0,1-3 0,1 0 0,-5-1 0,5 1 0,0 2 0,-2-1 0,5-2 0,-5-1-8,0-1 1,3 6-1,-5 1 54,2 1 0,-3-2 275,4 4-135,-5 0 1,2 7 0,-6 3 86,0 4 0,0 4 0,-2 0 0,-1-2-176,-2-2 1,1 1-1,4 4 1,-2 1-127,-3 0 0,4 0 0,-6-1-85,1 0 0,4 1 0,-2-1-111,2 1 1,-3-1-595,0 0 819,1 1 0,16-33 0,4-7 0</inkml:trace>
  <inkml:trace contextRef="#ctx0" brushRef="#br0" timeOffset="440">29170 15211 8454,'0'-15'-904,"0"6"643,0-1 1,-1 7 255,-4-2 0,3 5 0,-2 5-93,2 4 0,2-1 1,0 2 97,0 1 0,0 28 0,0 7 0</inkml:trace>
  <inkml:trace contextRef="#ctx0" brushRef="#br0" timeOffset="441">29199 15369 8454,'8'-7'-518,"-1"4"75,-7-6 0,0 4 683,0-5 0,0 5 273,0-4-404,0 6 0,0-2 0,-2 8 0,-1 3-94,-2 2 1,-1-3 0,2 5-1,0 1-86,0 2 1,-2 2 0,0 0 9,-2-1 0,3 0 1,-3 1-223,1-1 1,1-1-1,3-2-555,-2-1 838,0-1 0,5-20 0,0-6 0</inkml:trace>
  <inkml:trace contextRef="#ctx0" brushRef="#br0" timeOffset="442">29185 15211 8454,'-8'-15'-28,"-3"1"0,4 1 80,-1 3 1,5 2-349,-2 4 198,4 2 1,1-3-1,1 8-128,4 2 1,-2 2-1,7-3-267,1 6 493,-5-4 0,20 14 0,-2-4 0</inkml:trace>
  <inkml:trace contextRef="#ctx0" brushRef="#br0" timeOffset="443">29517 15326 8454,'9'-15'-439,"1"1"1,-7 0 704,2-1 0,-4 6-158,-1-1 1,-6 7-1,-4 0-56,-2 6 0,-3 0 0,1 5 1,0 0 20,-1 0 1,6 2 0,-1 4 0,-1 0-63,-2 1 1,3-3 0,1 0 0,3-3-107,3 2 0,-4 3 0,3 1-188,0-1 1,3 0-45,1 1 0,6-7 0,4-3 83,4-4 1,0-1-1,2 0 1,2-1 243,1-4 0,0-2 0,-5-2 0,26-56 0,-17 29 0,1 0 0</inkml:trace>
  <inkml:trace contextRef="#ctx0" brushRef="#br0" timeOffset="444">29732 15052 8454,'0'-14'-546,"0"0"0,0 4 743,0 0 0,-1 7 1,-2 0-67,-2 6 0,-2 0 1,4 7-1,-1 1-89,0 2 1,-2 6 0,0 2 0,-1 0 15,1-1 1,-4 4-1,4-3 1,-1 0-112,1 0 1,-4 3 0,4-3-1,-2 1 1,-3 3 1,4-4 0,1-2-1,1-3-2,0-1 1,-4 0 0,4 0-38,2-1 74,1-6 0,4-3 1,3-10-138,4-5 0,4-2 1,1-3-54,1 0 1,-1 0 0,1 1 141,-1 0 0,-1 4 0,-2 2 84,-1 2 1,-3-1-1,5 4 9,-3-2 0,-4 1 0,3 5-29,-2 4 1,-1 3 0,-3 5 0,1-2-61,2-2 0,0 3 61,-5 7 0,6-10 0,2 5 0</inkml:trace>
  <inkml:trace contextRef="#ctx0" brushRef="#br0" timeOffset="445">30238 15024 8470,'0'-15'-593,"0"1"1,2-1 477,2 0 453,-2 1 0,3 6 0,-8 4-177,-2 8 1,-2 5-1,4 10 1,-3 2-53,-3 1 1,4-3-1,-3 5 1,0 2-110,0 1 1,3-3-1,-3 0 1,0 1-23,0 3 0,5-4 1,-3-2-1,1 0-143,0 1 0,0-1 1,5 2-1,0-5-159,0-2 0,0-2 1,0-1-1,0 0-213,0 1 1,0-6 536,0 1 0,0-7 0,0-28 0,0-15 0</inkml:trace>
  <inkml:trace contextRef="#ctx0" brushRef="#br0" timeOffset="446">30122 15326 8470,'-6'-15'-479,"4"6"1,-3-1 242,4-1 1,1-2 484,0-1 0,6-1-160,4 1 1,2 1-1,3 4 1,-1 2-30,0 1 1,1 4 0,-1-3 0,2 4-19,-2 1 1,0-5-1,1 0 1,-1 2-25,1 1 1,-1 2 0,0 2-24,1 3 0,-1 1 1,-1 5-1,-2-3-3,-1-1 0,-7 4 0,2-1 1,-4 2-28,-1 3 1,0-6 0,0 1 0,0 1-156,0 2 0,-1 3 0,-4 1-29,-5 3 1,2-1-1,0-4 1,0-2-180,0-3 1,4 1 397,-6-6 0,7-1 0,-4-10 0,7-4 0,0-2 0,0-3 0,2 0 0,3 0 0,3-1 13,0-3 0,3 2 0,-5-6 0,1 1 57,-1 0 0,4 4 1,-6-3-1,1 2 64,2 0 0,-6 0 0,4 4 0,-2 2 291,2 4-420,-3-4 0,4 13-37,-6 0 1,0 6 0,0 9-1,0-1 40,0 1 0,0 4-8,0 0 0,-13 26 0,-3 1 0</inkml:trace>
  <inkml:trace contextRef="#ctx0" brushRef="#br0" timeOffset="447">30526 15311 7440,'0'10'117,"0"-1"-232,0 1 0,0-2 0,6-2 38,4-6 1,-2 0 0,0-1 0,0-2-2,0-2 1,1-6-1,6 1 1,-1-1 44,0 1 0,-3-2 1,-1 4-1,1-2 65,2 0 0,-4 7 1,-1-3 295,-1-1-113,4 6 1,-10-4-139,4 10 1,-5-2-1,-3 7-38,-2 1 1,0-3 0,4 0 0,-2 0 23,-2 0 1,0-4 172,5 6-232,0-7 0,2 4-81,2-7 0,4-2 1,7-3-24,-1-4 1,-1 1-1,-2 0 1,-1 0 63,1 0 0,-3 5 0,2-4 12,1 1 1,-3 4 64,1-3 1,-4 4-13,5 1 1,-7 1-157,2 4 1,-2 3-58,2 7 0,-4-1 184,4 0 0,3 1 0,0-1 0</inkml:trace>
  <inkml:trace contextRef="#ctx0" brushRef="#br0" timeOffset="448">31002 15268 7760,'-8'0'878,"1"0"-909,7 0 1,5-1 0,1-3-61,2 0 1,-3-1-1,3 3-41,-2-3 1,1 4-1,-4-6-348,2 1 349,0 4 1,-5-6 172,0 4 0,-2 2 0,-3-3 53,-4 4 0,2 2 0,1 2 0,1 4 30,0 1 0,-4-3 0,2 4-115,-1 2 0,5-3 1,-2 2-1,2 0-54,-2-2 0,4 4 0,-4-2-89,3 3 1,2-4 0,0 1-391,0 1 0,7-3 523,2 2 0,36-39 0,10-5 0</inkml:trace>
  <inkml:trace contextRef="#ctx0" brushRef="#br0" timeOffset="449">31276 15153 7555,'-10'-5'-157,"1"0"1,5-1 0,-2 3 846,0-2-512,4 0 1,-4 7-77,6 3 1,0-2 0,0 6-27,0 3 0,0 0 1,0 3-44,0-1 1,0 1 0,1-3-23,4-2 0,-3 3 0,3-4-15,-4 4 0,-1-3 0,0-1-33,0 2 1,-6 2 0,-4 0-134,-3-3 0,4 1 0,-1-5-82,-1 2 1,-2 0-1,-1 2-572,-1-5 526,7-3 1,2-4 297,6-3 0,20-28 0,11-13 0,1-5 0,0 0 0</inkml:trace>
  <inkml:trace contextRef="#ctx0" brushRef="#br0" timeOffset="450">31405 15024 8470,'8'-15'-186,"-3"1"0,2 4 317,-3 1 0,3 0 94,-2-1 0,-4 5 0,4 10-44,-3 5 0,-2 8 0,0 1 0,-2-1-165,-3-2 1,4 3-1,-4 2 1,2 0-40,-2-1 0,3 6 0,-3-4 0,4 1-6,1-4 0,-2 2 0,-1 0 0,-2-1-155,2 1 1,1-2 0,2-4-1,0-1-154,0 0 1,0 1-1,0 0-180,0 0 0,0-6-348,0 1 866,0-7 0,0-22 0,0-14 0</inkml:trace>
  <inkml:trace contextRef="#ctx0" brushRef="#br0" timeOffset="451">31348 15254 8470,'0'-15'-180,"0"1"0,0 4 0,1 2 46,4 2 0,-2 1 0,7 4-16,1-4 1,-3 3 0,2-3-17,1 4 1,2 1-1,1 0-489,1 0 655,0 0 0,12 6 0,3 2 0</inkml:trace>
  <inkml:trace contextRef="#ctx0" brushRef="#br0" timeOffset="452">31550 15239 8470,'-1'10'-1275,"-4"0"1658,3-7-256,-4 10 1,7-12-91,4 4 0,-2-3 0,5-4-71,-1-3 1,4 4 0,-3-6-16,0 1 1,3 3-1,-4-5 38,1 1-26,-5-4 0,3 8 56,-6-7 0,-1 7 129,-4-2 0,2 5 0,-7 5-85,-1 5 0,4-2 0,1 0 0,1 0 3,0 0 1,1 1-1,4 6-50,0-1 0,0-5 0,0 1-121,0 1 0,0-3 0,1 0-110,4-1 1,3-3-1,6-4 1,1 0-69,-1 0 1,1 0 0,-1 0 0,0-1 282,1-4 0,-1-3 0,13-51 0,4-11 0</inkml:trace>
  <inkml:trace contextRef="#ctx0" brushRef="#br0" timeOffset="453">31838 14995 8470,'-14'0'114,"1"6"0,3 4 0,5 3 10,4 1 1,1 5-1,0 2 1,0 0-62,0-1 0,0 6 0,0-2 0,0 3-67,0 2 0,0 0 1,0 0-1,0 1-58,0 3 0,-2-2 1,-1 5-1,-3-2-159,-2-1 1,3 2-1,-5-4 1,-1-1-67,-2-3 1,4-3 0,1 0 0,0-5-806,0-3 1092,4-8 0,-2-8 0,6-9 0,0-4 0,5-24 0,3-11 0,0-3 0,0 0 0</inkml:trace>
  <inkml:trace contextRef="#ctx0" brushRef="#br0" timeOffset="454">31867 15239 8470,'6'-9'0,"0"-1"-122,2-1 1,-3 3-1,4 0 1,2 0-172,2 0 0,-3 5 1,-1-2 468,3 3 1,-4 2-12,1 0 1,-6 2-1,2 3-69,-3 4 0,-7 4 0,-1 0 1,-2-2-124,-4-1 1,1-1-1,0 6 1,1-1-194,-1 1 0,-1-6 0,-1 1 0,2 1-555,0 2 775,1 1 0,-4 0 0,0 1 0</inkml:trace>
  <inkml:trace contextRef="#ctx0" brushRef="#br0" timeOffset="455">32372 15254 8470,'15'0'-560,"-7"0"1,0 0 679,-4 0 0,-2-2-64,3-3 1,-2 4-60,2-4-43,-4 3 28,6 2 22,-7 0 0,0 2 0,0 3 27,0 4 0,0-1 26,0 2 1,0-5-11,0 4-41,6-5 1,-3 7-23,7-7 1,0 1-50,4-5 0,-4 0-22,-1 0 0,-1-1 35,2-4 0,-2-2 0,-5-4 26,2 2 0,0 4 0,-5-5-7,0-1 0,0 3 1,-2 0 11,-3 2 1,2-5 10,-7 1 0,6 4 1,-4-1-1,1 1 1,1 3 11,1-7 0,3 5 2,-2-4 2,-4 5 1,6-4 65,-3 4-33,4 2 0,5-6-8,1 3 0,2 4 0,-4-6 28,2 1 1,6 3 27,-2-7 74,-2 7-14,6-10-142,-12 11-9,6-4-14,-7 6 14,0 0 0,-7 0 17,6 0 69,-6 0-31,7 0 0,2 0-29,3 0 0,-2 0 0,6 0-9,3 0 0,0-2 1,3-1-1,-3-3-15,-2-2 0,3 3 0,-4-3 1,4 0-17,2 0 0,-3 3 0,0-4 1,-3-1-2,2 2 0,-2-5 0,-1 4 10,-1-5 0,-1 0 1,-3-1-9,2 1 0,0 4 0,-5 1 21,0-3 0,-6 6 24,-4 1 1,2 4 0,0 2 0,-1 4 50,1 5 1,3 2 0,-4 3-1,-1 1 41,2 3 1,-5 3 0,5 3-1,-1-1-38,-1 2 1,5 1-1,-3 2 1,0 0-100,0-1 1,3 6-1,-3 1 1,1 0-154,-1 0 1,0 4-1,-4-6 1,4 2-65,2 0 0,-5-4 1,3 2-1,-2-3-29,1-1 0,1-2 1,-4-1-1,3-5-60,-2-5 0,3 1 323,-2-7 0,7-4 0,-4 1 0</inkml:trace>
  <inkml:trace contextRef="#ctx0" brushRef="#br0" timeOffset="456">32343 15399 8257,'0'-15'-396,"0"0"1,0 5 0,2 2 0,3 0 643,4 0 1,4 3 0,3-3 0,2 0-222,1 0 0,7 5 0,-2-3 0,4 1-27,6 0 0,4-13 0,5-7 0,7 1 0,1 0 0</inkml:trace>
  <inkml:trace contextRef="#ctx0" brushRef="#br0" timeOffset="457">19955 16609 13260,'-1'-13'-2229,"-3"2"1290,0 2 447,-1 5 638,5-8-11,0 10-17,0-4 1,0 12-41,0 4 0,0 2 0,0 3 0,0-1-112,0 2 0,0-2 1,-2 0-1,-1 1 81,-2-1 0,0 1 0,4-1 0,-3 0-2,-1 1 0,0-1 0,3 0 51,-2 1 0,2-6 0,-3 1-243,4 1 82,-6-4 1,6-3-97,-4-8 0,3 0 0,2-5 0,0-2 120,0-2 1,0-2 0,0 1 0,0-2 19,0-3 1,0 3 0,0-5 0,0 2 1,0 0 1,0 0 0,0 2 0,0-1 7,0-1 1,0-2-1,0 3 1,0-1 2,0 2 0,0 1 1,0 1-1,0 1-38,0 0 1,2 4 0,3 0 134,4-1 1,-1 5 0,0-1 0,1 3 212,-1-1 0,2 0 0,4 5-119,1 0 0,-6 0 0,1 0-61,1 0 0,2 0 1,1 0-6,1 0 1,-1 0-27,0 0 1,1 5-273,-1 0 1,-1 1 0,-2-3-228,-1 2 1,-7 6 331,2-1 0,-17 9 0,-4 3 1</inkml:trace>
  <inkml:trace contextRef="#ctx0" brushRef="#br0" timeOffset="458">19911 16682 12226,'-10'0'-674,"1"0"423,6 0 0,-4-1-13,7-4 1,2 3-1,3-3 347,4 4 0,2-1 0,1-1 0,-2-2-3,1 2 0,-3 1 0,2 2-421,1 0 0,-3 0-419,2 0 709,-7 7 1,-9 33-1,-10 14 1</inkml:trace>
  <inkml:trace contextRef="#ctx0" brushRef="#br0" timeOffset="459">19839 16898 9774,'-14'6'-984,"4"-4"1245,1 3-24,5-4 0,0-1-246,8 0 1,4 0-1,7-1 1,-1-2 3,0-2 1,1-5 0,-1 5 0,1 1-237,-1-3 0,3 4 247,2-7 0,36-12 1,13-8-1</inkml:trace>
  <inkml:trace contextRef="#ctx0" brushRef="#br0" timeOffset="460">20229 16580 8649,'-10'0'-322,"0"0"0,7 2 0,-3 3 456,-1 4 0,6 4 0,-4 4-113,3 2 0,2-6 0,0 5 1,-1-1-2,-4-1 0,3-4 0,-2-3 0,2 2-114,2 2 1,0 1 40,0 1 0,0-6 27,0 1 1,0-8-72,0-2 1,0-7 0,0-7 63,0-1 0,0 1 0,0-2 0,2-1-6,2-3 1,-2 1-1,4 3 1,-1-1 17,0-3 1,1-1 0,-2 3 0,0-1 26,0 1 0,2 2 0,-1 2 0,0 0 16,1-1 1,-4 6 12,2-1 0,0 7 0,-1 0 0,2 6 70,-2 6 1,-2 4 0,-1 3 0,0 2-49,0 1 0,5 2 1,0-4-1,0 2-57,1 0 0,-3 2 0,5-2 0,0-1-15,0-2 1,-3-2 0,3 0 0,0-1-31,1-3 0,-1-2 0,3-5 0,-1 2 2,1-2 1,-3-2 0,2-1 0,-1-1-105,-1-4 0,5 2 0,-5-7 0,2-1 72,-1-2 1,-6-1 0,4 1 0,-2 2 23,-1 1 1,1 1 0,-5-6 10,0 1 1,0 0 0,0-2-128,0 2 1,0-1 166,0 1 1,-6-7-1,-2-1 1</inkml:trace>
  <inkml:trace contextRef="#ctx0" brushRef="#br0" timeOffset="461">20632 16494 8649,'-9'0'-919,"-1"0"0,1 0 961,-6 0 1,6 0 0,1 2 27,1 3 1,1-2 0,3 6 0,-4 2-1,-1 2 1,5 2 0,-2-1 0,4 0-20,1 1 0,-5-1 1,0 2-1,2-2-30,1 0 0,2-4 0,0 0-62,0 1 0,7 2-16,2 1 0,2-4 0,1-2 0,-3-2-129,2-3 0,2-1 186,2-2 1,37-32 0,11-8 0</inkml:trace>
  <inkml:trace contextRef="#ctx0" brushRef="#br0" timeOffset="462">20806 16566 8649,'-6'8'-97,"2"-2"0,-4-4-240,2 3 1,-4-2-1,4 5 371,-2-2 1,5 6-1,-4-2 38,0 3 1,5-3 0,-2-1-1,2 2-60,2 2 0,0-3 1,0-1-1,0 3-29,0 0 1,2-2 0,1 0-7,2 1 1,7-5-1,-3-1-18,4-4 0,2-1 1,-1-1 10,0-4 0,1 2 0,-2-7 0,-2-1-203,-2-2 1,-1 4-1,4-1 1,-4-1 132,-2-2 0,4-1 0,-6-1 0,1 1 70,2 0 1,-6-2 0,4 2 0,-4-1 84,-1 1 0,-6 0 0,-3 1 9,-4 3 1,-2-2 0,1 4-25,0 0 1,-1 1-1,1 7-193,-1 0 1,3 2 152,2 3 0,23 15 0,11 11 0</inkml:trace>
  <inkml:trace contextRef="#ctx0" brushRef="#br0" timeOffset="463">21137 16480 8564,'-10'0'-239,"2"1"1,0 3 407,0 0 0,5 8 0,-3-3-313,-1 4 0,6 1 0,-4 1 0,3-1 30,2 0 1,0 1-1,0 1 1,0 2 14,0 2 0,0-1 0,0-5 0,0 1-175,0-1 0,0 0 0,-1-1 274,-4-3 0,3-4 0,-4-6 0</inkml:trace>
  <inkml:trace contextRef="#ctx0" brushRef="#br0" timeOffset="464">21065 16451 7428,'10'0'-238,"-1"0"0,1 0 1,3 2 346,-4 2 0,4 0 1,-3 5-58,2 2 1,4 2 0,-2 2-11,0-1 1,-1 0 0,-3 1-1,-5-1-39,-4 0 0,-1 1 0,0-1 0,0 2-6,0-2 1,-1 0 0,-4 2 0,-5 2-51,-3 1 0,-1 0 1,0-4-1,-2-1-208,2 0 1,0 1 0,-1-1-48,1 1 308,-1-1 0,14-19 0,2-4 0</inkml:trace>
  <inkml:trace contextRef="#ctx0" brushRef="#br0" timeOffset="465">21411 16552 8564,'-6'8'-541,"3"4"454,-7-2 1,7 3 0,-4 0 106,1-4 0,4 5 0,-2-4-84,2 2 1,2 3-1,0-1-90,0 1-42,0-7 81,0-2 1,0-8 15,0-2 0,0-4 1,0-7 44,0 1 0,5-1 0,0 1 0,-2 0 7,-2-2 0,-1 2 1,0-1 5,0 1 1,5 0 0,0-1 0,-2 1-16,-1 0 0,3-1 0,-1 1 1,1-1 20,2 1 1,-4 4 0,5 1 0,0-2 21,0-2 1,-3 3 0,4 1 50,2-3 0,-3 6 1,2 1 31,1 4 0,2-4-43,1 0 1,-1 2-1,-2 6-101,-1 2 0,-7 6 74,2-1 0,-16 15 0,-5 6 0</inkml:trace>
  <inkml:trace contextRef="#ctx0" brushRef="#br0" timeOffset="466">21382 16668 7264,'2'-10'-870,"3"2"956,4 2 0,-1-4 1,2 5-65,1 2 1,2-3 0,1 0-121,1 3 0,-1 1 0,-1 1 98,-3-4 0,-17 16 0,-9 0 0</inkml:trace>
  <inkml:trace contextRef="#ctx0" brushRef="#br0" timeOffset="467">21382 16754 8564,'-1'8'-926,"-4"-3"0,3-2 1132,-2 2 0,4-4-174,4 4 1,4-3 0,7-2-126,-1 0 0,1 0 0,-1 0 93,0 0 0,26-13 0,7-3 0</inkml:trace>
  <inkml:trace contextRef="#ctx0" brushRef="#br0" timeOffset="468">21743 16523 8564,'-6'8'-1256,"3"5"1094,-7-4 1,2 4 0,-2 1 428,6 1 1,0-1-1,1 2-284,-2-2 0,1 0 0,4 1 1,0-1-17,0 1 0,0-1 1,-2 0-1,-1 1-311,-2-1 0,0 0 344,5 1 0,0-7 0,0-2 0</inkml:trace>
  <inkml:trace contextRef="#ctx0" brushRef="#br0" timeOffset="469">21815 16393 8564,'5'-9'-295,"1"1"132,2 1 0,-3 3 0,3 2 193,-2-3 0,1 4 0,-2-4 38,4 3 0,-1 2 1,0 2-94,-1 3 1,-3-2-1,-4 6 12,0 3 1,0 0-1,0 3 1,-1-1-55,-4 1 1,2-1-1,-7 0 1,-1 1-86,-2-1 1,0 1-1,2-1 1,2-1 76,-3-4 0,1 4 0,0-3 20,2 2 0,-1 3 69,-4-1 129,6 2 0,1-2-34,7 0 1,5-4-1,1-2 1,2 0-61,4 0 1,2-5 0,4 4-1,2-3-61,3 1 1,1 0 0,4-5 11,1 0 0,17-13 0,8-6 0,5-1 0,-1 0 0</inkml:trace>
  <inkml:trace contextRef="#ctx0" brushRef="#br0" timeOffset="470">22493 16625 10102,'0'-16'-447,"0"7"1,2-1 184,3-1 1,-4-2 0,6 0 485,-1 4 0,-4-4 0,4 5 165,0 0 0,-2 0 14,5 3 0,-4 4 166,5-4-529,-7 3 1,3 9 0,-6 2 0,0 4-92,0 1 0,0 1 0,-1-1 0,-3 0-81,0 1 0,-3-1 1,4 2-1,-3-2-218,-2 0 0,4 1 0,0-1 0,2 1-796,2-1 1139,0 0 0,13-25 1,3-6-1</inkml:trace>
  <inkml:trace contextRef="#ctx0" brushRef="#br0" timeOffset="471">22608 16321 9444,'-1'-8'-2479,"-4"4"2472,3 2 0,-4 8 0,6 4-96,0 3 1,0 6 0,0 0 84,0-1 1,13 36-1,3 9 1</inkml:trace>
  <inkml:trace contextRef="#ctx0" brushRef="#br0" timeOffset="472">22738 16552 8278,'-10'-8'86,"1"3"-11,5 3 1,-2 4-84,6 3 0,0-2 0,0 6-24,0 3 0,5-4 0,1 0 1,1 0 3,-1 0 0,0-4 0,-1 6 14,5 2 1,-4-4 0,-1 2-32,-3 1 0,-2-3 1,0 2-35,0 1 1,-5-3-1,-2 1 1,-1 3-84,-3 0 0,0-2 1,0 0-1,1-1-71,-1-1 1,3 3 0,0-4 233,2 1 1,20-24-1,10-2 1</inkml:trace>
  <inkml:trace contextRef="#ctx0" brushRef="#br0" timeOffset="473">23373 16595 14515,'-2'-8'-2392,"-3"3"0,4 2 1427,-4-2 775,3 3 68,2-10 238,0 10-80,0-4-12,0-1-456,0 6 783,0-6 124,0 7 394,0-6-536,0 4 1,0-6-160,0 4 0,0 0-29,0-5 1,-1 1-158,-4-2 1,3-3-10,-2 4-332,2 2 125,2 1 89,0 6 1,0 2-1,0 2 116,0 6 1,0-2 0,0 2 7,0 1 1,0 2 0,0 1 0,0 0 0,0 1 0,0-6 0,0 1 0,0 1 44,0 2 0,2 1-169,2 2 0,-2-2 108,3 0 1,1-4 0,1-2-59,1-2 0,-4-1 199,6-5 0,-5-5 0,3-1 0,0-2-9,0-3 0,-5 3 1,3-2-1,-1-1 1,0-3 1,0 5-1,-4-1-53,4-1 0,-3-2 0,4 0 1,-1 2 78,0 1 1,0 6 60,-5-6 0,4 5 148,1-4 1,2 6-21,-3-2 1,-2 5-1,3 5-569,-4 4 0,4-1 0,0 2 27,-2 1 1,4 2-1,-3 1-38,0 0 0,2-4 0,0 0-37,2 1 0,-4-2 1,2-1-1,-1 0 377,-1 0 0,14-24 0,-2-3 0</inkml:trace>
  <inkml:trace contextRef="#ctx0" brushRef="#br0" timeOffset="474">23676 16465 14348,'-14'0'-1843,"6"0"2025,1 0 0,7 2 0,0 3-366,0 4 0,0-1 0,2 2-180,3 1 0,-2-3 129,6 2 0,-4-2 0,3 3 60,-1-2 0,-1-4 1,-3 5 10,2 1 0,0-3-97,-5 2 0,-2-6 207,-3 6 1,2-4 0,-6 2-48,-3-2 1,6 1-1,0-4 136,-1 2 15,6-1 0,1-29 0,8-8 1</inkml:trace>
  <inkml:trace contextRef="#ctx0" brushRef="#br0" timeOffset="475">23834 16537 14339,'-8'-1'-2339,"3"-4"1671,4 3 1,2-6 872,4 4 0,-2 2 0,5-4 32,-1-1 1,4 6-1,-3-6-107,0 1 0,0 4 0,-5-4-80,2-1 0,1 6 1,-2-6-157,0 1 43,1 4 0,-11-4 0,-4 6 142,-3 0 0,4 0 0,-1 2 399,-1 2 0,-2 4-379,-1 7 0,4-2 1,2-2-198,2-2 1,1 1 0,5 4-133,0 1 1,0-6-1,2 1-134,2 1 0,0-3 1,5 0 81,2-2 1,2-1 0,0-3 373,-3 3 1,28-23-1,2 0 1</inkml:trace>
  <inkml:trace contextRef="#ctx0" brushRef="#br0" timeOffset="476">24007 16451 14339,'-14'-6'-2987,"4"2"3348,0-5-705,7 6 1,-2-9-1,9 6 489,0-2 1,6 3 0,-4-3 0,1 0-33,-1 0 0,4 3 1,-4-3-1,2 0-43,3 0 1,-2-1 0,-1-6-77,-1 1 1,2 0 0,-4-1-21,-2 1 1,4 0-1,-3-1 140,0 1 1,-3 4-1,-1 0 51,0-2 0,0 6 1,-1 0 0,-3 7-83,0 4 0,-6 3 1,5 6-1,0 3-93,-1 3 0,4-3 0,-4 7 0,1 0-78,-1-2 1,2 6 0,4-4 0,-2 3-50,-3 2 1,4-1 0,-4 1 0,3 0-35,2 0 1,-5-2 0,1-2-1,0 0-56,3 1 0,-4-4 0,0 1 0,1-2-39,-3-4 1,6-1 0,-4-2 424,3 1 0,-4-20 0,-2-5 1</inkml:trace>
  <inkml:trace contextRef="#ctx0" brushRef="#br0" timeOffset="477">23949 16595 13887,'0'-10'-1677,"-1"2"1,-2 0 1340,-2 0 1,2 3 506,7-4 1,0 6 116,5-2 0,1 2 1,4-1-189,1 0 0,-1-1 1,0 5-168,1 0 1,0 0 0,-1 0 0,1 0-464,-1 0 566,1 0 0,18-13 0,6-3 1</inkml:trace>
  <inkml:trace contextRef="#ctx0" brushRef="#br0" timeOffset="478">24224 16480 13207,'-10'0'-865,"1"0"836,5 0 0,-2 1 1,6 4-184,0 5 0,0-2 1,0 1 78,0 2 0,0 2 0,0 2 31,0-1 0,0-4 0,0-1 40,0 2 1,0-3-1,2 0-196,2 0 1,0-3 29,5-5 1,1 0 180,4 0 0,0-2 0,-1-4 1,-2-2 45,-1 0 1,-5-3 0,3 5 0,0-2 120,0-4 0,-3 4 1,3-1 122,-2-2 1,4 3 43,-6-2 1,3 7 200,-2-2 1,-4 5-413,4 5 1,-3-2-1,-2 7-115,0 1 1,0-3 0,0 1-247,0 3 0,0 0-595,0 3 787,0-1 0,25-12 0,7-4 0</inkml:trace>
  <inkml:trace contextRef="#ctx0" brushRef="#br0" timeOffset="479">24599 16278 12800,'-7'-8'-742,"6"-4"1,-7 10 0,5-1 0,-2 6 1038,2 7 1,1 2 0,2 4 0,-2 2-250,-2 1 0,2 7 0,-3-2 0,4 3-36,1 2 1,-5-1-1,0 1 1,2 1-481,1 4 470,2-4 1,-13 51 0,5-38 0,0-1 0</inkml:trace>
  <inkml:trace contextRef="#ctx0" brushRef="#br0" timeOffset="480">24699 16754 8557,'-9'-8'-1605,"1"2"1214,1-1 591,3 6-68,4-6-14,0 7 116,0 0 64,6 0-248,-4 0-82,4 0 1,-4 0 31,2 0 0,17 20 0,10 3 0</inkml:trace>
  <inkml:trace contextRef="#ctx0" brushRef="#br0" timeOffset="481">19882 17720 7346,'-6'-8'-1064,"4"0"1205,-3 3 1,4 2 79,1-6 0,0 4-61,0-5-74,0 7 0,0-5 95,0 3-129,6 4 1,-4-7 0,4 4 19,1 0 1,-6-3 2,4 2 0,-3 2-21,-2-6 0,0 4-69,0-5 0,0 5-4,0-4 1,-2 4 0,-3-3 7,-4 2 1,1 1 0,-2 5-1,-1 0 3,-2 0 1,-1 0-1,-1 1 1,1 3 12,0 0 1,-1 8-1,1-4 1,-1 1-6,1 1 0,1-1 1,2 6-1,3-1-4,2 1 0,-4-1 0,5 0 0,2 1-22,1-1 0,2 1 0,0-1 0,0 0 3,0 1 0,5-1 0,2 0 0,1 1 1,3-1 0,2 1 0,1-2 0,0-1 2,1-3 0,-1 1 1,1 3 3,-1-4 0,-4 2 1,-2-4 18,-2 1 1,0 0-1,-2 3 3,0-1 1,-4-6 0,-6 4-1,-2 0 0,-3 0 0,-4-3 0,-2 3 0,-2 0 3,1 0 0,2-5 0,2 2 0,-1-2 3,1 2 0,-1-3-165,1 2-161,0-2 1,7-2 130,7 0 0,5-2 1,6-1-1,0-3 183,5-2 0,-1 3 0,4-5 0,-3 7 0,-2-3 0</inkml:trace>
  <inkml:trace contextRef="#ctx0" brushRef="#br0" timeOffset="482">19926 17865 6452,'-10'-6'561,"0"6"-408,-1 8 0,5 4 1,1 3-1,3-1-123,2 1 0,-5-1 0,1 0 0,0 1-19,3-1 1,1 0 0,0 1 0,1-1-13,4 1 0,-2-1 1,7 0-23,1 1 0,2-7 1,2-3-1,0-4-15,-1-1 0,-3 0 1,2 0-7,3 0 0,2-6 1,-4-4-1,1-3 3,-1-1 0,-6 0 1,-2-1-1,-1 1 31,0-1 0,0 1 0,-5 0 0,0-1 14,0 1 1,-7 4-1,-2 1 1,-4-1 5,-1 2 1,1 0 0,2 5 0,1-2-99,-1 2 1,-2 1 0,-1 2-43,-1 0 0,2 7 1,2 1-1,3 1 23,1 1 1,2 0 0,5 4 0,0 0 106,0 1 0,0 6 0,46 20 0,10 12 0</inkml:trace>
  <inkml:trace contextRef="#ctx0" brushRef="#br0" timeOffset="483">20229 18066 7905,'-10'0'-990,"0"0"1135,-1 0 0,3 7 1,-1 2-145,-3 4 0,6 2 0,0-1 0,1 2-83,0 3 0,0-3 1,5 3-1,0-3-126,0-1 0,0 1 0,0 1-202,0 3 410,7 0 0,33-32 0,14-5 0</inkml:trace>
  <inkml:trace contextRef="#ctx0" brushRef="#br0" timeOffset="484">20676 18081 8439,'-15'0'-1366,"1"0"1106,-1 0 1,7-2 491,4-3 1,4 2-1,4-6 1,6-1-138,3 2 0,3-5 1,1 4-1,3-4-66,-3-2 1,4-4 0,-1-1 0,-1-1-59,2 0 0,-5-5 0,3 2 0,-3-4-21,-1-1 0,-1 2 0,0 2 0,-1 1 28,-3-2 0,1-3 1,-6-1-1,-2 0 18,-2 2 1,-1 4 0,0-1 0,0 2 7,0 3 0,0 1 0,-1 4-1,-4 1 1,-3 0 0,-6 4 6,-1 6 0,6 4 1,1 4-1,0 6 52,0 4 1,3 0-1,-3 2 1,0 2-1,0 1 1,5 6-1,-4-2 1,3 1-47,-1 0 1,0 0 0,5 5-1,0-1 1,0 1 1,0-5 0,0 0 0,0 2-125,0 1 0,5-3 1,0 1-1,-1-1-99,3-2 1,-4 4-1,7-7 1,-1-1 13,-1-3 0,5 0 0,-3-2 0,2-4 192,3-4 0,-1-3 0,0-2 0,7-32 0,2-8 0</inkml:trace>
  <inkml:trace contextRef="#ctx0" brushRef="#br0" timeOffset="485">21007 17966 8270,'-14'0'-1282,"0"-2"748,-1-3 1372,7 4-778,2-6 0,7 7 0,3-1 0,2-2-47,2-2 1,0-2 0,3 4 0,-1-3-47,1-2 1,0 3-1,0-5 1,-1 1-74,1 1 1,-3-5-1,2 3 8,1-3 0,-3-2 121,2 1 19,-7-1 0,2 3 0,-10 2 32,-5 5 0,-3 10 1,-1 5-2,0 2 0,1 3 1,2-1-1,3 1-35,1 0 1,1-1 0,3 1 0,-2 1-58,2 3 1,1-3 0,2 3-51,0-3 0,6-2 1,2 1-1,2-2-56,0-4 0,-1 2 0,6-6 0,-1-2-71,0-1 0,6-2 0,-1 0 196,-2 0 0,26-32 0,3-8 0</inkml:trace>
  <inkml:trace contextRef="#ctx0" brushRef="#br0" timeOffset="486">21397 17605 8439,'-7'-8'-656,"-2"3"1,1 4-1,0 2 957,2 4 0,-1 3 0,4 6 0,-2 1-181,2-1 0,-3 5 0,1 1 0,2-3-104,1-1 0,2 3 0,0 0 0,0 1-1,0 0 0,0-4 0,0 4 1,0-4-102,0-1 0,0-1 1,2 1-1,1-1-91,2 1 1,4-6 0,-2-1-1,-1 0-373,0 0 1,5-5 549,-1 2 0,3-3 0,1-41 0,1-9 0</inkml:trace>
  <inkml:trace contextRef="#ctx0" brushRef="#br0" timeOffset="487">21267 17806 8439,'-8'-6'-1860,"2"-2"1748,6-6 0,0 4 0,2 2 0,2 0 250,6 0 0,3 3 1,3-3-1,1 0-111,3 0 1,0 5 0,-2-3-1,1 1-96,-1 0 0,2-1 1,0 3-1,-1-2-130,2 2 199,-5 1 0,17-11 0,-2-3 0</inkml:trace>
  <inkml:trace contextRef="#ctx0" brushRef="#br0" timeOffset="488">21844 17403 8439,'-15'0'-872,"1"-5"603,0 0 1,6 2 0,1 6 416,1 2 1,4 6-1,-2-1-119,2 2 1,2 4 0,0-2 0,-2 1-137,-2-1 0,2 5 0,-3 0 1,4-1-350,1-2 456,0-2 0,0 26 0,0 7 0</inkml:trace>
  <inkml:trace contextRef="#ctx0" brushRef="#br0" timeOffset="489">22018 17691 8227,'0'-14'-741,"0"4"557,0 1 1,0 4 293,0-5 1,0 6 24,0-6 1,0 5-6,0-4-94,0 5 0,-7-2 1,-2 8-1,-4 2-26,-3 6 0,7 3 0,-1 1 0,-1 1 2,-2-1 0,-1 5 0,1 0 0,2-1-17,1-2 0,7-2 0,-2 1 0,4-1-19,1 0 1,0 1-1,0-1 1,1 1-4,4 0 1,3-1-1,5 1-35,-4-1 1,-2-4-1,-7-1-103,0 3 0,-2 0 1,-3 3-1,-4-1 165,-4 0 0,-46 14 0,-11 2 0</inkml:trace>
  <inkml:trace contextRef="#ctx0" brushRef="#br0" timeOffset="490">22840 17835 8428,'0'-14'0,"-2"-1"-417,-3 1 0,4 4 1,-4 1 381,3-2 1,2-2 216,0-1 0,0-1-92,0 1 0,2 1 1,1 2 52,2 1-167,0 7 0,-7-3-2,-3 6 0,-1 6 1,-5 4-1,0 2 2,0 3 1,-2 1 0,-1 1 0,-1 2 16,1-1 0,-1 3 1,3-2-1,0 0 8,3 3 1,1-6 0,-2 3 0,4-4-3,0-6 0,4 4 1,-3-3-67,4 2 0,2-4 1,4-3 0,3-3 0,6-4-18,1-3 0,-1-1 0,0-5 1,1 1 28,-1-1 0,1 0 0,-1 0 0,0 1 22,2-1 1,-7 0 0,1-2 0,0 4 58,-2-2 1,3 3-1,-5 0 269,2 1-212,-5 2 0,4 7 0,-9 1-65,-3 2 1,4 6 0,-6-1-1,3 3-26,-1 2 1,0-5-1,5-1 1,0 2-156,0 2 0,0 2 0,0-1-67,0 0 1,6-1 0,4-2 229,3-1 0,33-39 0,8-4 0</inkml:trace>
  <inkml:trace contextRef="#ctx0" brushRef="#br0" timeOffset="491">23113 17806 8428,'-14'0'-523,"4"0"0,0 0 519,-1 0 0,3 0 0,-1 0 0,-1 2 78,2 3 0,-3 3-57,6 6 1,-5 1-1,6 0-34,0-1 0,3-4 39,1 0 1,1-2 16,4 1 0,-2-2 1,7-9-97,1-3 0,-3 2 0,2-7 0,-1-1-53,-1-2 1,4-1 0,-6-1 0,2 0 26,3 1 1,-3-2-1,0-2 1,0-3 63,0-1 0,-3 3 0,3-5 1,0 0 14,0 2 1,-5-9 0,3 6 0,-1-1 81,0-1 0,0 4 0,-5 1 138,0 1 0,-7 4-144,-2 7 0,-4 10 0,0 11 0,2 5-35,2 4 1,4 3 0,-3-2 0,1 2-15,4 2 0,2 1 1,1-1-1,0-1-95,0 2 0,0 0 1,0-1-1,1-1-109,4 2 0,-2-4 0,5 2 0,0 3-71,0 0 0,-3-5 0,3-3 252,-2-3 0,18-8 0,0-1 0</inkml:trace>
  <inkml:trace contextRef="#ctx0" brushRef="#br0" timeOffset="492">23301 17835 7796,'-14'0'-123,"4"0"1,2 2 65,2 3 0,-4 3 0,4 5 71,-2-3 0,4 3 0,0-4-22,2 4 1,2-3 3,0-1 1,2-5 0,2 0-9,6-2 0,3-4 1,1-1-85,1-2 1,-1-6-1,-1 0 1,-2-5-33,-1-3 1,-1-3 0,4 4 0,-2-2 56,-1-3 0,-6-1 1,4-4-1,0-3 72,0-2 0,-3 2 0,3-4 1,-1 0-7,-4-4 1,0 4 0,0 2 0,2 1 22,-2 4 1,-3-1 0,-3 2 0,-2 3 81,2 4 0,-5 11 29,-2 4 1,2 10 0,0 6 0,2 7-45,3 6 0,-4 4 1,3 4-1,-1 5-37,-2-1 1,6-2 0,-4 4 0,3 2-68,2 2 1,0-4 0,0-1 0,2 0-127,3-1 0,-2-2 1,5 3-1,0-1-51,0-4 0,-3-3 0,3-4 0,0-1 196,0 2 0,-5-5 0,16-20 0,-3-10 0</inkml:trace>
  <inkml:trace contextRef="#ctx0" brushRef="#br0" timeOffset="493">24080 17792 8428,'1'-13'-605,"3"2"173,0 1 0,1 1 1,-5-5 547,0-1 0,0 1 0,0-1 372,0 1 1,-1 4-378,-4 1 0,2 6 0,-7-2-106,-1 3 0,-2 9 0,-2 2 0,2 4 3,3 1 1,-2 1-1,2 1 1,-1 1-38,1 2 0,-1 1 0,6-6 0,0 0-42,-1 1 1,4-1-1,-2 1 14,2 0 0,4-7 0,1-2 1,3-1-30,2 0 1,2 0 0,4-7-1,1-1 8,-1-2 0,0-4 1,-1 2-1,-1-1 26,-2-4 0,-2-1 0,3-1 0,-3-1 59,-2 1 0,4 0 1,-5-1-1,-2 1 69,-1 0 0,-2 4 0,-2 0 0,-1-1 29,-2-2 0,-6 4 0,1 1-119,-3 1 0,4 3 1,-1 4-107,-2 0 1,1 6 0,1 4-203,5 2 322,4 3 0,14 12 0,3 3 0</inkml:trace>
  <inkml:trace contextRef="#ctx0" brushRef="#br0" timeOffset="494">24252 17720 8428,'-14'0'-159,"0"0"77,-1 0 0,6 0 1,1 2-12,1 3 0,-2 3 0,2 4 0,1-1 73,0-1 1,1-5 0,5 4-32,0 3 0,1-6-4,4-1 1,-2-4-1,7-1 1,1 0 35,2 0 0,-3-1 0,-1-2 0,2-4 10,2-1 1,1-1 0,1-4 0,-1 2-1,1 1 0,-1 2 1,-1-3-1,-2 3-5,-1 2 0,-6-4 120,6 5-80,0-6 1,-2 11-1,-4 0-10,-2 8 0,-2 5 0,0 1-74,0 1 0,5-1 0,1 0-69,2 1 0,2-1 0,4 0 0,1-1-366,-1-3 493,1 3 0,38-18 0,9 3 0</inkml:trace>
  <inkml:trace contextRef="#ctx0" brushRef="#br0" timeOffset="495">24599 17763 8428,'-15'0'-1076,"1"0"1200,6 0 1,2-1-55,6-4 1,1 3 0,4-3-91,5 4 1,2-4 0,3 0-45,-1 2 0,1-5 0,-1 0 23,0 0 0,-4 0 0,-1 3 20,3-4 1,-6 1-1,0-2 4,1-1 1,-6 3 0,4-2 1,-10 7 0,-4-2 0,-4 4 1,-1 1 1,-1 1 0,1 3 0,0 2 23,-1 2 0,1 2 0,-1 4 1,1 0 36,0 1 1,-1 1-1,2 1 1,2 2-31,2-1 1,5 0 0,0-1 0,2 2-10,2-1 0,0-1 0,2-3 0,2-1-78,6-3 0,3 3 1,1-5-1,2 0-90,3-4 0,-3 3 0,5-2 1,-2-2-162,1-2 1,-1-1 320,-5 0 0,20-32 0,4-8 0</inkml:trace>
  <inkml:trace contextRef="#ctx0" brushRef="#br0" timeOffset="496">25017 17706 8428,'0'-15'-1309,"0"1"1547,0 6 0,0 3-147,0 10 1,0-2-1,0 7 1,0 1-61,0 2 0,0-4 0,-2 1 0,-1 1-77,-2 2 0,1-4 0,2 1-43,-3 1 0,4 2 55,-4 1 0,3-4 17,2 0 13,0-7 1,0 2-46,0-10 0,5-3 0,1-5 0,1 2-89,-1 1 1,5 1-1,-1-6 95,3 1 1,-4 1 0,-1 2 40,-1 1 0,-1 7 0,-3-3 209,2-1-66,0 6 1,-5 1-94,0 9 0,0 4-50,0 2 0,0-1 0,0 0-2,0 1 1,0-6-68,0 1 1,0-5 13,0 4 1,2-6 0,2 2 0,4-5-25,0-5 0,5 2 0,-3-5 0,1 0 35,-2 0 1,4-1-1,-3-4 1,3 2 13,1 1 0,0 1 0,-1-6 69,-3 1 0,-2 6 0,-5 1 107,2 1 0,1 4 78,-1-2 0,-3 4-184,2 4 0,-7 4 0,-2 7-35,2-1 1,0-4 0,0-1-78,-2 2 0,0 2 1,5 2-209,0-1 1,0-4 0,0-1-271,0 2 552,7-4 0,21-7 0,10-8 0</inkml:trace>
  <inkml:trace contextRef="#ctx0" brushRef="#br0" timeOffset="497">25478 17720 6557,'0'-8'545,"0"0"-343,0 3-108,0 4 1,-1-6-4,-4 7 1,2 0-21,-7 0 1,1 2 0,-6 3-43,1 4 1,4-1 0,2 2-62,2 1 0,-4 2 0,4 1-5,-2 1 0,5-1-57,-2 0 0,5 1 44,5-1 0,3-6 0,6-3-114,0-3 1,1-2 0,-1-2-6,1-3 1,-6 2 0,1-7 97,1-1 0,-5 3 0,-1-1 69,-3-3 1,3 4 0,-1-1 26,0-2 1,-3-2 0,-2 0 132,-4 4 0,3-4-38,-3 3 1,-1 2-1,1-1-36,2-3 1,3 6-70,5 1 0,-2-1 1,7 1-13,1 2 1,-3 1 0,1 2-5,3 0 0,0 2 0,3 1 0,-3 3-11,-2 2 1,3-3 0,-5 5-1,1-1 5,1-1 0,-5 5 0,3-3-24,-2 3 0,-1 1 0,-5 0-26,0 1 0,0-6 19,0 1 0,-2-2 88,-2 1 0,0-2 0,-4-9-5,2-3 0,1-3 0,7-6-37,3 0 0,-2-1 0,6 1 0,1 0-18,-2-1 1,5 1-1,-4-1 1,5 3-53,1 2 0,-1-3 0,0 4 0,1-4-22,-1-2 0,0 3 0,1 0 0,-1 4-126,1 2 1,-1 1 209,0 5 0,-6-6 0,-1-2 0</inkml:trace>
  <inkml:trace contextRef="#ctx0" brushRef="#br0" timeOffset="498">25882 17648 8048,'-14'0'-727,"6"0"921,1 0-198,20 0 1,-3 0-1,9 0-42,-3 0 0,-2-1 1,1-3 23,-1 0 1,-6-3-1,-1 4 1,-3-3 0,1-2 0,1 4 1,-2-2 14,0 0 0,0 4 0,-9-4 77,-5-1 0,2 6 0,-1-4 0,-2 5 88,-2 5 1,-2 1-1,3 5 1,0-1-52,3 1 1,1 2-1,-2 1 1,5 1-84,4-1 0,1 0 0,1 1 0,6-1-162,7 1 0,2-1 137,8 0 0,16-8 0,8-4 0,6 1 0,2 1 0</inkml:trace>
  <inkml:trace contextRef="#ctx0" brushRef="#br0" timeOffset="499">26487 17519 8466,'-6'-15'-596,"4"6"0,-4 1-78,0 1 0,4 4 922,-3 8 0,4 3 0,1 6-118,0 1 0,0-1 0,0 0 0,0 1-115,0-1 0,0 1 0,0-1 0,0 0-74,0 1 1,0-1 0,0 1 0,0-1-126,0 0 0,0 1 1,-2-1-128,-3 1 311,4-1 0,-25-13 0,2-2 0</inkml:trace>
  <inkml:trace contextRef="#ctx0" brushRef="#br0" timeOffset="500">26502 17403 8466,'0'-15'-388,"0"1"0,-2 1-374,-3 3 0,4 6 750,-4 8 1,3 4-1,2 7 1,0 1 11,0 3 0,0-3 0,0 51 0,0 3 0</inkml:trace>
  <inkml:trace contextRef="#ctx0" brushRef="#br0" timeOffset="501">26589 17634 8466,'-14'0'-1443,"4"0"1358,1 0 0,5 6 0,-2 2 0,1 2 116,0-1 1,1-4 0,4 5-43,0 1 1,0 2-45,0 1-49,6-6 73,2-1 1,6-9-22,1-3 1,-6-3 0,1-6 22,1-1 0,-3 1 0,2 0 7,1-1 0,2 1 0,1 1 20,0 3 1,-4-1-1,0 6 1,-1 1 32,-1-3 0,5 6 18,-3-4 0,1 5 1,0 5-46,-1 4 0,-6-1 0,4 2-39,-1 1 0,2 2 0,-2 1-77,1 1 112,-5-1 0,3-6 0,-6-2 0</inkml:trace>
  <inkml:trace contextRef="#ctx0" brushRef="#br0" timeOffset="502">26920 17287 8458,'-6'-14'-176,"-4"0"1,-1 7-1,1 7 1,4 8 299,-1 5 1,6 6 0,-4 2 0,2 1 47,-2 4 0,4 1 1,-4 2-1,3 2-162,2 3 0,0-4 0,0 5 1,0-1-75,0 0 1,0 6-1,0-2 1,0 2-60,0-2 0,0 2 0,0-5 1,-1 2-134,-4-2 1,3-2 0,-4-4-1,1-2-59,0-3 0,-1 2 1,3-7-164,-2-1 478,-6-9 0,9 4 0,-4-5 0</inkml:trace>
  <inkml:trace contextRef="#ctx0" brushRef="#br0" timeOffset="503">26891 17605 8433,'0'-14'-307,"2"4"1,1 0 7,2-1 0,4 3 0,-2 0 431,1 2 1,-2 1 0,2 7-75,-2 2 1,-1 0 0,-4 4 0,3 0-48,0 0 0,1-4 0,-5 6 1,0 1-8,0 2 0,0 1 0,-1 1-119,-4-1 1,2 1 0,-5-1-162,1 0 0,-2 1 0,1-1-34,0 1 1,5-6 309,-2 1 0,4-7 0,1 3 0</inkml:trace>
  <inkml:trace contextRef="#ctx0" brushRef="#br0" timeOffset="504">27065 17634 8026,'-10'-5'-291,"1"0"0,4 0 252,-5 5 1,7 2 0,-2 3 94,4 4 0,1-1 0,0 2-23,0 1 1,0 2-63,0 1 0,6-1 1,2-2-42,0-1 0,5-7 6,-3 2 1,2-3-12,3-2 0,-6-2 0,1-3 48,1-4 0,-5 1 0,1-2-1,-1-1 0,-4-2 1,4 0-1,-1 2 9,0 1 1,0 6-1,-5-6 60,0-1 0,0 3 213,0-2-149,0 7 1,0 8-94,0 9 1,0-1 0,0-3-1,0 1-16,0 2 0,1 1 1,2 0-125,2 1 1,0-1-1,-3-1-109,2-3 0,0 1 1,4-5 236,-2 2 0,12-37 0,-2-4 0</inkml:trace>
  <inkml:trace contextRef="#ctx0" brushRef="#br0" timeOffset="505">27382 17287 8366,'-9'0'-620,"-1"0"348,-1 0 1,5 7-1,-2 2 1,3 4 529,1 2 1,-3 4 0,4 2 0,-2 1-181,2 4 1,1 2 0,2 1 0,0-1-85,0 1 0,0 0 0,0-2 0,0-1-70,0-2 1,0-2 0,0 2 0,0-5-103,0-3 0,0-1 0,0-1 0,0 0-266,0 1 0,0-6 444,0 1 0,-12-39 0,-4-4 0</inkml:trace>
  <inkml:trace contextRef="#ctx0" brushRef="#br0" timeOffset="506">27223 17591 8366,'0'-15'-656,"0"1"1,2-1 583,3 1 0,3 4 0,6 2 68,0 2 0,2 1 0,2 5 1,1 0-20,-1 0 0,-1 0 0,-1 0 0,1 0-58,2 0 1,1 5-1,-6 0 81,0-2 0,14 18 0,2 3 0</inkml:trace>
  <inkml:trace contextRef="#ctx0" brushRef="#br0" timeOffset="507">27757 17504 8366,'8'-1'-142,"-3"-4"282,-3 3 0,-2-2-69,0 8 1,0 4-1,0 7-232,0-1 0,0 0 0,0 1-57,0-1 0,0 1 1,0-1-245,0 0 1,0-4 461,0 0 0,-7-7 0,-1 3 0</inkml:trace>
  <inkml:trace contextRef="#ctx0" brushRef="#br0" timeOffset="508">27801 17359 8071,'-8'-6'-628,"-5"4"0,11-2 0,-3 8 567,4 6 0,1 3 61,0 1 0,6 53 0,2 11 0</inkml:trace>
  <inkml:trace contextRef="#ctx0" brushRef="#br0" timeOffset="509">27916 17533 8021,'-15'-8'-352,"7"2"0,2 7 428,6 4 1,0-2-81,0 7 0,5-5 0,1 3-44,2-2 0,2-1 44,4-5 1,1 0 0,-3-2 0,-1-1-1,-1-2 0,-5-4 0,3 2 1,0 1-10,0-1 1,1-4-5,6 2 0,-1-2 0,-1-1 16,-3 3 1,-2 6 15,-4-2 1,-2 5-1,3 5 1,-4 4 0,-1-1 1,2 2-1,1 1-23,2 2 0,0 1 1,-5 0-1,0 1-118,0-1 1,1 1 0,3-1-1,0 0-99,0 1 1,2-6 0,0-1 223,2-1 0,28-22 0,11-9 0</inkml:trace>
  <inkml:trace contextRef="#ctx0" brushRef="#br0" timeOffset="510">28248 17273 8366,'-7'-8'-72,"-1"-5"0,-5 13 101,4 0 0,-2 7 1,6 9-1,2 1-37,1 2 1,2 5 0,0-3 0,0 0-10,0 0 1,2 4-1,1-1 1,3 0-36,2 0 0,-5-5 0,4 3 0,-2 1-161,-1-1 1,6-4-1,-5 1 1,0-3-4,1-2 1,-4 1 0,4-3 0,-1 0 215,0-3 0,-1 1 0,-4-21 0,0-7 0</inkml:trace>
  <inkml:trace contextRef="#ctx0" brushRef="#br0" timeOffset="511">28160 17562 8366,'0'-15'0,"0"1"-315,0 0 1,0 4 0,2 1 246,4-3 0,2 4 1,6 0-1,0 2 129,1 3 0,1-4 0,1 3 0,4 0-30,2 3 1,-6-5 0,4 1 0,-2 2 19,0 1 1,0 2 0,-4 0 32,-1 0 1,-1 2 0,-3 3 79,-6 5 0,-2 3 1,-4 2-64,-2-1 1,0 5 0,-5 0-1,-1-1 38,2-2 1,-3-2 0,5 1-221,-2-1 0,5 0 2,-2 1 1,5-2-1,5-4 1,4-4 0,-1-3 0,2-2 1,1-2-16,2-3 0,1-1 1,-1-5-1,-2 1 32,-1-1 0,-6-2 1,4-1-1,-1-1-73,-4 1 1,-1-1 0,-4 1-160,-3 0 0,-3 6 1,-8 3 292,-3 3 0,-48 15 0,25-5 0,-1 0 0</inkml:trace>
  <inkml:trace contextRef="#ctx0" brushRef="#br0" timeOffset="512">29070 17447 8469,'-15'-14'0,"1"3"0,0 3-244,-1 1 0,6 3 1,-1 4-1,-2 0 165,-1 0 0,-1 0 0,-1 1 0,1 4 236,-1 5 0,1 2 0,0 5 0,-1 1-60,1 1 0,-1 2 1,1-4-1,1 3-59,4-3 0,2-1 0,7-1 0,0-1-104,0 0 1,0 1 104,0-1 1,7-6-1,2-3 1,4-3-41,1-2 0,1 0 0,-1 0 0,1-2-6,-1-3 1,0-3 0,1-6 0,-1-1-98,1 1 0,-3 0 0,0-1 1,-2 1-50,1-1 0,-3 1 0,0-2 0,0-1 69,0-3 1,-4-5-1,2 1 1,-1 0 33,0 0 1,-1 0 0,-4-4-1,0-1 2,0 0 0,2-4 1,1-1-1,2 2 23,-2 2 1,-1-4-1,-2 2 1,1 5 85,4 5 1,-3 6-8,2 2 1,-2 9 0,-4 8-1,-1 11 86,-2 8 0,-4-3 0,4 5 0,2 2-18,1 1 0,-2 7 0,-1-1 0,2 1-45,1 1 0,2-5 1,0 6-1,0-3-81,0 1 0,0 4 1,0-3-1,0-2-93,0 2 1,5-4 0,1 2 0,2-4-137,3-5 0,-3-1 0,2-7 1,-1 0 17,-1-4 0,4 0 0,-6 0 215,2-2 0,8-42 0,6-16 0</inkml:trace>
  <inkml:trace contextRef="#ctx0" brushRef="#br0" timeOffset="513">29170 17576 8469,'-6'-14'-805,"4"-1"1,-2 3 983,8 2 1,0 4 0,5 4-131,2-3 0,2 4 1,2-4-82,-1 3 1,0-2 0,1-3 12,-1-1 0,-4 5 0,-2-3-11,-2-1 1,4 4 46,-6-7 0,0 7 1,-9-2 44,-5 4 0,-3 1 0,1 1 0,1 3 40,1 0 1,0 8 0,-4-4 0,1 1-31,4 1 0,-3-1 0,6 4 0,0-2-89,-1-1 1,2-1-1,5 6-67,0-1 1,2-1 0,1-2-1,4-1-77,1 1 0,1-3 0,7 0 1,2 0-81,1 0 0,0-5 0,-3 2 0,2-3 241,1-2 0,32-26 0,4-6 0</inkml:trace>
  <inkml:trace contextRef="#ctx0" brushRef="#br0" timeOffset="514">29502 17461 8434,'-6'-14'-481,"3"0"458,-7 4 1,1 4 143,-6 6 1,7 2 0,3 2-46,4 6 0,-4 4 0,0 0 0,2 1-83,1-1 0,2 0 0,0 1 1,0-1-59,0 0 1,0 1 0,2-1 0,1 1-77,2-1 0,6 0 1,-3 1-97,0-1 0,3 1 0,-4-3 1,1 0-47,3-3 0,-3-6 0,1 4 283,3-1 0,13-23 0,6-1 0</inkml:trace>
  <inkml:trace contextRef="#ctx0" brushRef="#br0" timeOffset="515">29646 17576 8432,'0'-9'-546,"-1"1"153,-4 1 0,3 1 1,-4 3 471,-1-2 0,4 0 235,-6 5 0,1 2 0,-2 2-220,5 6 1,4-2-1,1 2 20,0 1 1,1 2-141,4 1 0,3-4 0,6-2 1,1-2-48,-1-3 0,-4-1 0,-1-2 0,3 0-41,0 0 0,3 0 0,-1-2 71,0-3 0,-1 2 0,-2-5 28,-1 2 0,-7-5 1,2 1 22,-3-3 1,-4 0-1,-1 2 1,-4 3 28,-1 2 1,-1-4 0,-6 5 0,1 2-132,0 2 1,-1 1 0,1 0-139,0 0 1,4 1 0,2 4-363,2 5 594,1-4 0,37 26 0,8 0 0</inkml:trace>
  <inkml:trace contextRef="#ctx0" brushRef="#br0" timeOffset="516">29964 17519 8419,'-15'0'0,"1"0"-456,0 0 0,2 0 1,1 1-1,-2 4 564,2 5 1,0 2 0,-2 3 0,2-1 68,1 1 0,7-1 0,-2 0 0,4 1-110,1-1 0,0-4 0,0-1 0,1 1-29,4-2 0,-2-2 1,7-6-39,1 0 0,2 0 0,1 0 1,1-1-68,-1-4 0,-4-3 0,-1-6 0,2 1-65,2 3 0,-3-7 0,-2 2 0,0-1-11,0 0 0,-5 2 1,2-1-1,-2-1 18,2-3 1,-4 2 0,4-6 0,-3 1 62,-2-1 1,0 0 0,0-2-1,0 1 62,0-2 0,0-1 0,0-2 1,0 2 28,0 3 1,-5 3 0,0 7 0,0-1 134,-1 1 0,3 8 83,-7 6 0,7 6 0,-2 8 0,2 2-51,-2 4 0,4 0 0,-4 6 0,3-2-151,2 1 1,0 3-1,0 0 1,2 1-57,3 0 1,-4-5 0,6-1-1,-3 0-11,1-1 0,5 0 1,-4 4-1,1-4-133,-1-1 1,5-2 0,-3-4 0,2-1-212,-1 1 0,1-3 1,3 0-443,-4-3 808,4-6 0,-5-15 0,7-12 0</inkml:trace>
  <inkml:trace contextRef="#ctx0" brushRef="#br0" timeOffset="517">30136 17576 8407,'0'-14'-687,"0"4"24,0 1 1,0 4 860,0-5 0,0 5 0,2-3-153,3 2 0,-2 1 0,5 4-30,-2-4 1,4 2 0,-4-5-3,2 1 1,-5-4 353,2 2-197,-3 2 1,-4 1-39,-3 6 0,-3 6 1,-4 4-41,2 3 1,-1 1 0,5 0-107,-2 1 1,4-1 0,0 0 0,2 1-55,2-1 1,0 1-1,0-1-190,0 0 0,5 1 0,1-1 1,2-1-78,3-3 0,-3 1 0,2-5 335,1 2 0,27-17 0,10-1 0</inkml:trace>
  <inkml:trace contextRef="#ctx0" brushRef="#br0" timeOffset="518">30296 17504 8407,'8'-14'-416,"-2"4"321,-6 1 160,6 6 1,1 3 0,4 9-18,-1 4 0,-7 1 0,2 1 0,-4-1-55,-1 0 1,2 1 0,1-1-1,2 1 21,-2-1 0,-2-4 1,-1-1-46,0 2 1,-1 1 0,-2-1-296,-2-2 311,0-5 1,5 0 0,0-8-24,0-6 1,2-3 0,1-1 0,3-1-88,2 1 0,3-2 1,7-2-1,3-1 125,1 2 0,15-19 0,8-8 0,5-4 0,0 0 0</inkml:trace>
  <inkml:trace contextRef="#ctx0" brushRef="#br0" timeOffset="519">31060 17562 8196,'6'-8'-2322,"-4"1"2336,4 7 14,-6-6-36,0 4 1,2-6-6,3 4 10,-4 2 0,6-6 79,-7 3 7,6 4 1,-3-10 0,5 4 14,-1-1 0,-1 5 0,-3-3 2,2-1 1,2 1 0,-4-5-15,2 0 0,1 3 1,-3-3 12,2 1 1,0 1-33,-5-6 0,0 6-66,0-1 0,-7 7 0,-2-2 12,-4 3 1,3 9 0,1 1 0,-2 1-9,-2 1 1,-2 0 0,1 4 0,0 0-12,5 2 0,-4-2 0,3 1 0,-1-1-2,2 0 1,-3 5 0,8 1-4,0-3 1,-2-1-1,1-1-15,2-1 0,1-4 0,2-1 0,7-6-1,2 2 0,4-5 0,0-5-25,-3-4 0,2 1 1,-2-2 36,3-1 1,-3-2 0,0-1-11,1-1 0,-5 6 0,1 1 0,-2 0 34,-1 0 1,3 5-1,-4-4 8,2 1 0,1 4 8,-1-2 0,-3 4-1,2 4 1,-2 0 0,-2 5-7,0 2 1,0 2-1,0 1 13,0 1 0,0-6 0,0 1 17,0 1 0,0-3-31,0 2 0,6-7-11,4 2 0,1-5 0,0-3 0,-1-4-20,1-1 0,2 3 0,0-4 0,-2-2-28,-1-2 0,-1-2 1,5 3-1,1 0 14,-1 3 0,1-1 0,-1-4 0,0 1 6,1 4 1,-1-3 19,1 8 1,-1-1 84,0 5 1,-6 1 12,-3 4 1,-3-2 0,-2 7-77,0 1 0,0 2 0,-2 0 0,-1-2-35,-2-2 1,-6 1 0,1 4-212,-2 1 1,2-1 0,2 1 225,2-1 0,-12 7 0,2 1 0</inkml:trace>
  <inkml:trace contextRef="#ctx0" brushRef="#br0" timeOffset="520">32055 17287 6899,'8'-1'200,"-3"-4"1,-2-1 0,0-6-32,2 3 0,0-1-59,-5-4 1,0 0-46,0-1-105,0 1 0,-2 6 25,-3 3 0,-4 5 0,-9 5 36,-1 4 0,0 4 1,3 2-1,-2-1 9,-1 0 1,0 5-1,3 2 1,-2 2-25,-1 2 1,-1-2-1,7-1 1,2 0-13,1 1 1,7 0 0,-2 1 0,4-5-72,1-3 0,0-1 0,1-1 1,4-1 26,5-4 1,2-1-1,3-4 1,2 0-31,2 0 0,-3-3 1,3-1-1,-3 0-48,-2 0 0,2 0 1,2 0-1,1 0-418,-1 0 546,-2 0 0,11-6 0,3-2 0</inkml:trace>
  <inkml:trace contextRef="#ctx0" brushRef="#br0" timeOffset="521">32040 17806 6814,'-9'8'716,"-1"-3"-504,7-3 1,-2-2-152,10 0 0,3 0 1,5-2-35,-4-3 1,4 2-1,-5-6 1,2-1-16,-1 2 0,-1-5 0,4 4 1,-3-4-48,2-1 1,0 4-1,1 0 1,-3-1-44,2-2 0,1-1 0,-1 0 1,-3-1-33,-2 1 1,4 4 0,-5 1 52,-2-3 0,0 6 14,2 1 1,-5 5 71,0 5 0,-2 3 0,-6 6 25,2 1 1,-1-1 0,4 1-1,-2-1-18,2 0 1,2 1 0,-1-2-1,-1-2-23,-2-2 1,0 1 0,5 4-84,0 1 1,0-6 0,0 1-108,0 1 1,7-5-510,2-1 686,4-3 0,1 4 0,1 2 0</inkml:trace>
  <inkml:trace contextRef="#ctx0" brushRef="#br0" timeOffset="522">32286 17476 8469,'-2'-15'-951,"-3"1"0,3 3 338,-3 2 613,4 5 0,14 37 0,3 15 0</inkml:trace>
  <inkml:trace contextRef="#ctx0" brushRef="#br0" timeOffset="523">4624 7047 19688,'0'-10'-2345,"0"1"0,2 4 2672,2-5 1,0 2 118,5-1 1,-4-3-45,5 8 0,-7-3-249,2 3 1,-2 2 661,2-3-574,-4 4-145,7 1 1,-7 0-152,4 0 0,-4 6 0,6 3-192,-1 4 0,-4 2 1,3-1-1,-2 2-17,2 3 0,-4 4 0,4 5 0,-3 1 0,-2 1 1,1 5 0,2 3-1,2 4 30,-2 1 1,-1-4 0,0-3 0,1 1-190,2 0 0,4 0 0,-4 1 0,0-5 24,1-7 1,-3 1 0,5-3 0,-1 1-32,-4-1 0,11-9 0,2-9 0</inkml:trace>
  <inkml:trace contextRef="#ctx0" brushRef="#br0" timeOffset="524">4595 7104 18283,'-14'0'-1255,"-1"0"1,6 5 1610,-1 0 0,5 5 0,-3-4-107,2 2 1,1-2-9,5 3-1090,0-5 493,0 2 1,2-6 472,3 0 1,-4-2-1,6-2-121,-1-6 1,-4 1-1,4 1 1,-1 0-11,0 0 1,1 0 0,-3-3-138,2 1 1,5 1 0,-4-4 46,2 3 0,-5 2 1,4 5 231,-1-2 0,-3 0 402,7 5 0,-5 0-399,4 0 0,1 2 0,3 3 0,-2 3-394,-1 0 0,-2 5 1,3-4-1,-1 4-28,1 1 1,0 6-1,1 0 1,-3-1-414,2 2 1,2-4 482,2 7 1,12 39 0,-12-25 0,0 0 0</inkml:trace>
  <inkml:trace contextRef="#ctx0" brushRef="#br0" timeOffset="525">4667 7941 18785,'-8'-6'-2057,"-3"2"0,5-4 1299,-2 2 0,4 0 1,-2 2 619,0 0 1,2-1-739,-5 5 1233,6 0 0,-9 1 1,6 3-135,-2 0 0,5 8 0,-4-3 0,3 4-128,-1 1 0,-5 2 0,5-2 0,1 0-158,-3 1 0,6-1 1,-4 2-1,2 2 78,-2 1 1,3 5-1,-3-5 1,4-1 48,1-2 0,0 0 0,1 0 1,3 0-216,0-4 1,8 0 0,-3 0 0,4 0 261,1-3 0,2-1 0,2 3-322,1-1 1,0-7 0,-4 2-1,-1-3-83,2-2 1,-2 0 401,0 0 0,33-13 1,7-3-1</inkml:trace>
  <inkml:trace contextRef="#ctx0" brushRef="#br0" timeOffset="526">4841 8374 17603,'-10'0'-1313,"1"0"1,1 1 1787,-2 5 1,2-4-106,3 2-155,4-2 0,-1-4 0,8-1-169,2-2 0,-3-5 0,3 3-13,-1-1 0,4-1 0,-3-6-75,0 1 0,3 4 0,-6 1 0,0-1 5,1 2 0,-3-5-19,7 4 0,-7 1 1,3 0-285,1 1 266,-6 3 0,6 5-418,-7 4 1,0 3 0,0 6 303,0 1 1,-2-1 0,-1 1-1,-2-1-9,2 0 1,1 1 0,2-1-11,0 1 1,0 0 0,0-1-197,0 1 1,7-1-792,2 0 987,4-6 1,1 5 0,1-5 0</inkml:trace>
  <inkml:trace contextRef="#ctx0" brushRef="#br0" timeOffset="527">4898 8258 12787,'-1'-12'-1182,"-2"0"-112,-2 3 0,0 4 900,5-5 1,0 1 541,0-5 0,0 4-45,0 0-58,0 7 1,0-2 0,0 10-20,0 5 1,0-2 0,0 1 0,0 2-74,0 2 0,0 2 1,-2-1-1,-1 0 99,-2 1 1,1-1 0,2 1-1,-1-1 44,-2 0 1,0 1 0,5-1-29,0 1 0,0 0-67,0-1-30,0 1-32,0-7-4,0-2 0,2-7 1,1-4 67,2-5 0,0 2 0,-5-1 1,1-1-56,4 2 0,-3-6 0,2 5-7,-2-4 0,-2-2 0,0 1 0,0 0 59,0-1 1,2 6 0,1-1 0,2-1 47,-2-2 0,-2 3 0,-1 1-12,0-2 48,0 4 62,-6 1 0,3 12 1,-5 4-1,1 3-144,4 1 1,2 0 0,1 1 0,0-1-10,0 1 1,-5-1 0,0 0 18,2 1 0,1-1 0,2 1-39,0 0 0,0-1 0,2-1-400,3-3 507,-4 3 1,31-31 0,0 0 0</inkml:trace>
  <inkml:trace contextRef="#ctx0" brushRef="#br0" timeOffset="528">6774 7004 17288,'1'-10'-2060,"4"0"0,-3 6 1885,2-6 1,0 7 815,0-2-549,-2-3 1,4 5 0,-4-5-506,3 2 432,-4 1 1,11 3 169,-8-3 1,3 4 0,-4-2-215,2 6 0,1 0 0,-3 7-86,2 1 1,0 2 0,-3 2 0,1 3-15,2 1 1,1 5-1,-3-3 1,2 1-105,-2 4 0,3 3 1,-1 4-1,0 0 25,1-1 0,-4 0 1,3 0-1,-2 2 118,2-2 1,-4-2 0,4-3 0,-3-1-110,-2-2 0,5-2 0,-1 2 0,0-5-219,-3-3 1,-1-5-1,2-3 307,3-2 0,-10-14 0,3-9 0</inkml:trace>
  <inkml:trace contextRef="#ctx0" brushRef="#br0" timeOffset="529">6788 7047 15150,'-10'-8'-2024,"1"3"0,6 5 2374,-2 5 0,3-2 0,2 7-605,0 1 1,0 2-1,-1 1 187,-4 0 1,3-4 0,-3 0 71,4 1 0,1-2-59,0 0-153,0 1 29,0-2 1,0-3-1,0-10 189,0-5 0,5-2 0,1-4-123,2 2 1,-3-1-1,3 1 1,0 1 177,0 4 0,-3-4 0,3 3 0,0-3-37,0-1 1,-4 1-1,4 2 1,0 3 73,0 2 0,-3-4 0,5 5 145,1 2 0,-3 2 0,1 1-150,3 0 1,-4 1 0,1 2 0,2 4-74,2 1 0,2 1 0,-3 6 1,0-1-111,-3 0 0,7 14 0,7 2 1</inkml:trace>
  <inkml:trace contextRef="#ctx0" brushRef="#br0" timeOffset="530">6729 7826 16002,'-8'-15'-2278,"-3"1"1,6 0 1491,2-1 0,-3 6 0,-1 1 771,-1 1 0,4 2 314,-6 5 1,5 2-31,-4 3 0,1 3 1,-2 6-1,4 1-176,-1-1 1,6 0 0,-6 2-76,1 4 0,4-4 0,-2 3 1,2-3-149,2-2 1,0 1-1,0-1 1,0 0 184,0 2 0,0-2 0,0 0 0,0 1-48,0-1 1,6-1 0,2-2 0,2-3 1,0-1 1,-1 2 0,6-2 0,-1-1-95,0 0 1,1-1 0,1-5-1,1 0-108,3 0 0,0 0 0,-4 0 319,3 0 0,10-13 0,7-3 0</inkml:trace>
  <inkml:trace contextRef="#ctx0" brushRef="#br0" timeOffset="531">6874 8057 16002,'0'-14'-2445,"0"4"1187,0 0 1,0 1 558,0-6 640,0 7 0,2 2 341,3 6 1,-2 0 0,5 2-277,-2 2 1,4 0 0,-5 5-99,-2 2 0,-2 2 0,-1 2 0,0-1-13,0 0 0,0 1 0,0-1 0,0 1 128,0-1 1,0 0 0,0 1 1,0-1 1,0 1-3,0-1 1,0-5 1,0 1 1,2-7-230,3 2 0,3-5 0,8-5 299,3-4 1,-3 1 0,5-2 0,-2 1 128,0 1 1,5-5 0,-3 5-27,1 0 1,29-11 0,10 3 0</inkml:trace>
  <inkml:trace contextRef="#ctx0" brushRef="#br0" timeOffset="532">8865 6932 15707,'0'-10'-4460,"0"1"3576,0 5 637,0-2 238,0 6 1,0 2 23,0 2 0,0 4 1,0 7-46,0-1 1,4 1 0,3 0 0,-1 3-23,1 1 0,2 2 1,-2-3-1,-1 2-141,0 3 0,4 1 1,-4 4-1,1-2 152,-1-2 0,1-1 0,-4 6 0,3 2-8,2 2 1,-5-2-1,4 2 1,-2-2 10,-1-3 0,1-4 1,-5 0-1,2 0-9,3-1 0,-4 3 1,4-7-1,-3-1-42,-2-2 0,4-2 0,1 1 0,-2-1-5,-1 1 1,-2-6 97,0 1 0,0-5-53,0 4 87,0-6 0,-13-15 0,-3-12 0</inkml:trace>
  <inkml:trace contextRef="#ctx0" brushRef="#br0" timeOffset="533">8792 7047 12902,'-13'1'363,"3"4"1,-1-2 0,5 5-352,-2-1 0,5 4-346,-2-1 0,-2-2 415,3 1-246,-1-6 67,5 4 1,1-7 0,3-2 159,0-3 1,6 2 0,-4-5 0,1 0-75,-1 0 1,5 0 0,-3-3 0,2 3-66,0 2 1,-5-4 0,3 4 72,-1-2 1,4 3 189,-1-5 1,2 7 0,3 0-235,-1 6 0,0 0 0,1 7 0,-1-1-611,1-1 601,-1 5 1,39 34 0,-22-16 0,0 1 0</inkml:trace>
  <inkml:trace contextRef="#ctx0" brushRef="#br0" timeOffset="534">8893 7971 14948,'-4'-16'-1669,"-1"2"1,-5 4 0,4 2 1377,-2 2 0,3 0 285,-4 1 0,4 3 163,-5-3 0,5 5 1,-3 5 57,2 5 0,-4 3 1,3 3-168,-1 3 0,5-2 0,-4 2 1,3-3-63,-1-2 0,0 2 0,5 2 0,0 1-140,0-1 1,0-2-1,0-2 1,0 0 214,0 1 0,0-1 0,0 1 1,2-3-132,2-2 0,0 3 1,5-5-1,2 0 28,3-4 0,1 3 1,-1-2-1,0-2-73,1-2 0,-1-1 173,0 0 1,20-19 0,4-5-1</inkml:trace>
  <inkml:trace contextRef="#ctx0" brushRef="#br0" timeOffset="535">8994 8215 12236,'0'-9'-867,"0"-1"0,0 5 712,0-4 0,5 4 496,0-5 0,0 6 312,-5-6-639,6 7 0,-3-8-272,7 6 653,-1 0-341,6 5 1,-2 6-60,-4 4 0,-3-2 0,-6 2 3,0 1 1,0 2-194,0 1 1,2 0-37,3 1 0,-4-6 0,6-1 52,-1-1 0,-3 2 1,7-4 192,1-2 1,-3-1-1,0-1-430,-1 4-48,4-3 451,-3 11 0,-2-5 1,-6 4-1,-6 0 197,-2-3 0,-5 1-17,3 4 1,-41 14 0,-11 3 0</inkml:trace>
  <inkml:trace contextRef="#ctx0" brushRef="#br0" timeOffset="536">10898 7032 14388,'-1'-8'-3552,"-3"2"2931,0 0 0,-1 2 350,5-5 1,0 4 371,0-5 0,0 6-20,0-6 0,0 1 3,0-6 1,5 6 101,-1-1 0,3 7-115,-2-2 0,-4 10 0,6 4-86,-1 4 0,-4 6 0,2 2 0,-2 1 78,-2 4 0,2 3 0,1 4 1,2 4-32,-2 1 1,3 5 0,1-1 0,1 6-122,3 3 0,0 0 0,0 2 0,-1-4-48,1 2 0,2-8 0,1 2 0,0-7 4,1-3 0,-1-6 0,-1-7 0,-2-1-153,-1-3 1,-1-2 0,4-2-232,-3 1 0,1-1 289,-6 0 295,0 1 0,-12-20 1,-1-5-1</inkml:trace>
  <inkml:trace contextRef="#ctx0" brushRef="#br0" timeOffset="537">10898 7061 13947,'-8'-8'-3481,"-5"2"3707,4 6 1,1 0 96,-3 0 1,6 5 0,-3 1-140,2 2 1,-3-3-55,4 4 1,-5 1 219,5 4-359,1-6-61,4-1 223,0-7 0,1-7 0,2-2-184,2-4 0,5 3 0,-4 1 0,1-2-100,-1-2 0,5-2 1,-3 1-12,1 0 1,4 4 143,-4 0 0,4 7 21,2-2 0,-1 5 0,0 5-120,1 5 0,-1 3 0,1 1 0,-1 0-459,0 1 467,1-1 0,44 26 0,-24-17 0,0 2 0</inkml:trace>
  <inkml:trace contextRef="#ctx0" brushRef="#br0" timeOffset="538">11244 7898 15224,'-8'-15'-3336,"0"6"1911,3-1 1,2 1 824,-7-6 508,7 7 1,-4 0 5,7 3 0,-1 4 185,-4-4 0,2 5 0,-5 5 93,1 4 0,-2-1 0,2 2 0,1 1-224,0 2 0,-4 3 0,4 2 1,-2 1 163,-4-2 1,6 4 0,0-1-1,1-1-49,0 2 1,0-3 0,5 4 0,0-1-33,0-3 1,0-2 0,0-2-1,0 2-42,0 3 1,7-8 0,1 4 0,1-4 19,1-3 0,1 3 0,7-6 0,1-2-65,-2-1 0,-1-2 0,0 0 48,4 0 0,8-7 1,10-1-1</inkml:trace>
  <inkml:trace contextRef="#ctx0" brushRef="#br0" timeOffset="539">11316 8129 11939,'-6'-8'-1466,"3"-3"1,-5 4 970,1-1 0,1 5 501,1-2 1,4 5 121,-4 5 1,3 3-1,2 7-135,0-1 1,0-4 0,0-1 0,0 2-22,0 2 0,0 2 0,0-1 2,0 0 0,0 1 0,0-1-63,0 0 0,0-4 0,0 0 132,0 1 0,0-3-54,0 1-76,0-5 0,2 0 84,3-8 0,-2 2 0,5-4 108,-2-1 1,1 6 0,-4-6-5,2 1 1,1 4 89,-1-3 1,1 2 21,4-2 1,-2 4-23,-3-4 1,1 2-15,4-2 0,-2 3-24,-4-2 0,3 0-167,2 0 1,3 0 0,-6-4-52,2 2 1,-5 0 85,2 1 1,-2 2 40,2-7 0,-3 5-146,2-4 92,-2 6 0,-2-2 0,0 10 0,-2 3-45,-2 0 1,2 4 0,-3-2 0,4 4-51,1 5 0,-2-3 1,-1 5-1,-2-2-116,2 1 1,1 0 0,2 0 144,0 5 1,-6 2 0,-2 1-1</inkml:trace>
  <inkml:trace contextRef="#ctx0" brushRef="#br0" timeOffset="540">12946 7004 15418,'-1'-8'-4871,"-4"3"4416,3 3 351,-4-4 0,6 3 38,0-7 1,0 5 23,0-4 0,1 6 424,4-2-87,-3 3 0,9 4 0,-5 1-441,2 2 1,-4 6 0,2-2 0,-1 4 130,0 2 0,6 4 0,-3 2 0,1 1-57,1 4 0,-1 1 0,6 3 0,1 0 7,3 4 1,-3-4 0,3 3 0,-3-2-18,-1-2 0,-1-1 0,2 3 0,2-1-27,1-1 1,-5 1 0,-4-11 0,-1 1-84,-1 0 1,3-3 0,-6 3-1,-2-4-173,-1-2 1,-2 0 0,0 1 338,0-1 0,-2-4 1,-2-1 333,-6 3 0,2-4-84,-1 1 0,-14-18 1,-7-1-1</inkml:trace>
  <inkml:trace contextRef="#ctx0" brushRef="#br0" timeOffset="541">12888 7104 15519,'-10'-6'-1028,"0"-4"0,7 2 0,-3 0-1460,-1 2 2056,6-5 202,-6 9 0,7-3 257,0 10 0,0-2 0,0 7-29,0 1 1,0 2 0,0 1-36,0 1 1,0-1-251,0 2 1,0-2 274,0 0 44,0 1-43,0-7 0,2-3 182,3-10 1,1-3 0,5-7 0,-3 1-126,-1 0 1,-1-2 0,-3 2 0,4-1 6,1 1 1,-3 0-1,4-1 1,-1 1 14,0-1 1,-4 1-1,6 0 1,0-1 47,-2 1 0,3 4 0,-5 2 0,1 0 99,-1 0 1,5 5-1,-1-2-40,2 4 0,-2 1 0,0 0 0,1 1-105,2 4 1,1 2 0,0 4 0,1-2-326,-1 2 1,1 2 176,-1 2 0,13 18 1,4 6-1</inkml:trace>
  <inkml:trace contextRef="#ctx0" brushRef="#br0" timeOffset="542">13133 7955 15519,'0'-14'-965,"0"0"0,0-1 1,-1 2-1,-3 2 61,0 2 0,-1-1 729,5-4 1,0 4 0,-2 2-71,-3 2 1,2 1 493,-6 5 0,-1 1 1,-4 4-56,-1 5 1,2 3 0,2 1 0,2 2-112,-2 3 1,3-3-1,-2 5 1,0-2-153,2 1 1,-3 4 0,6-5-1,2-1 70,2-2 0,1 3 0,0 0 1,0-1 19,0-2 0,1-3 0,4-2 0,5-1-55,2 1 0,4-3 1,2 0-1,1-2 123,-1-3 0,2-1 0,0-1 0,-3 3-15,-1 0 0,18-18 1,4-10-1</inkml:trace>
  <inkml:trace contextRef="#ctx0" brushRef="#br0" timeOffset="543">13248 8129 13028,'-9'-6'-1845,"-1"-2"-98,-1 0 1841,5-5 1,-1 13 288,7 0 0,0 1 0,0 9-242,0 1 0,2 2 0,1 1-37,2 1 1,4-6-1,-4 1 1,0 1-9,1 2 1,-2-4-1,3 1-34,0 1 0,-2 2 0,-4 0 0,2-2 27,2-1 1,0-1 103,-5 6 0,-2-1 1,-2-1 96,-6-4 1,2 3 0,-1-8 0,-3 0-88,0-3 0,-3 4 1,1 0-1,-1-2 132,1-1 0,4-2 0,1 0-91,-2 0 1,3 0 0,0-2-138,1-3 183,2-3 0,37-38 0,8-9 0</inkml:trace>
  <inkml:trace contextRef="#ctx0" brushRef="#br0" timeOffset="544">13248 8158 12022,'0'-15'-1864,"0"1"1130,0 0 0,0 4 686,0 0 0,7 1 0,2-4 125,4 3 0,1 4 0,1 4 0,-1-1 246,2-2-267,-2 1 1,13-3-1,4-1 1</inkml:trace>
  <inkml:trace contextRef="#ctx0" brushRef="#br0" timeOffset="545">14936 7061 15937,'0'-14'-1368,"0"-1"1,0 6-1,1 1 1509,4 1 0,-3-4-108,2 2 1,0 2 206,0 2 0,-2 5 0,4 5-373,1 5 0,-4 3 0,6 1 0,-1 2-47,0 3 1,-3-1-1,4 6 1,2 3 41,2 6 0,0-3 0,-2 4 0,-1-4-108,1-1 1,2 6 0,1 2 0,1 0 148,-1-4 0,0-1 1,1 0-1,-1 2-102,1-2 0,-6-2 1,-1-5-1,0-2 18,0-3 0,-5 1 0,2-3 0,-2 1-109,2-2 1,-3-1 0,2-1 0,-2-1 267,-2 1 1,-5-6-1,-1-1 457,-2-1-233,-2 4 0,-23-29 0,-6 1 1</inkml:trace>
  <inkml:trace contextRef="#ctx0" brushRef="#br0" timeOffset="546">14936 7104 16007,'-8'-14'-5233,"-5"6"5336,5 2 0,-2 6 0,2 1 301,2 4 1,-1 3-1,4 6-476,-2 1 0,1-1 0,4 2-100,0-2 1,0-4 0,0-1-25,0 2 1,0-3-49,0 2-78,0-7 1,1 3 439,4-6 1,-3-6-148,2-3 0,-2-4 0,-2-2-222,0 1 0,5 4 0,0 1 248,-2-3 1,0-1 115,2-2 0,-2 6 101,7-1 1,-1 7 0,6-2-64,-1 4 1,-1 2-1,0 2 1,0 4-102,3 1 0,34 21 1,4 10-1</inkml:trace>
  <inkml:trace contextRef="#ctx0" brushRef="#br0" timeOffset="547">15339 7754 16763,'0'-10'-4972,"0"1"4315,0-3 1,-1 4 149,-4-1 0,3 4 313,-2-4 0,0 5 338,0 0 0,0 2 263,-5 2 1,-1 6-205,-4 4 0,-1 3 1,1 1-1,0 0-185,-1 1 1,1-1-1,1 1 1,2-1 104,1 0 0,1 2 0,-4 2 0,2 1-34,1-1 0,7-2 0,-3-2 0,1 1 85,0-1 0,0 0 0,5 2-204,0-2 0,7 0 1,2-1-1,4-3 21,1-5 0,1 1 0,-1-1 0,2-2-88,3-1 1,-3-2 0,5 0-1,-2 0 117,0 0 1,26-39-1,2-10 1</inkml:trace>
  <inkml:trace contextRef="#ctx0" brushRef="#br0" timeOffset="548">15441 7869 16763,'-14'0'-423,"-1"0"200,1 0 1,3 0-1,2 0 159,-2 0 0,3 0 1,0 2-1,0 1 7,0 2 1,3 6 0,-3-2 0,1 4-125,4 2 1,2-1 0,1 0 0,0 2-24,0-2 1,0 5 0,0 0 0,0-1 42,0-2 0,4-2 0,3 1 0,1-1-113,3 1 1,2-6 0,1-1 51,1-1 0,0-3 0,-1-4 141,1 0 0,-2-1 1,-2-4 43,-2-5 0,-6 2 0,2-1-128,-3-2 0,-4 4 0,-1 1 0,-3 1 183,-2 0 1,-2 0 0,-4 5 0,-1 0 191,1 0 0,-40 20 0,-8 4 0</inkml:trace>
  <inkml:trace contextRef="#ctx0" brushRef="#br0" timeOffset="549">16955 7061 11969,'-8'-6'-628,"1"4"1,7-6-238,0 3 726,0 4 1,0-7 0,2 5 344,3-2-77,-4 0 1,7 5 75,-3 0 1,-3-2 205,3-2-198,3 2 0,-5-4 39,6 6 1,-4 0 0,3 1-156,-2 4 0,4-2 1,-4 5-1,1 0-87,-1 0 1,6 0 0,-2 3 0,3-1-114,1 1 0,1 7 0,-1 1 1,0 0-3,1 3 1,6-4 0,1 4 0,2 0-45,0 1 0,-5-1 1,5 4-1,0-2-32,-2 1 1,-1-2-1,-6-1 1,-1 0-99,0 1 1,1-6 0,-2 2-1,-2-3-147,-2-1 0,-6-1 0,2 1 145,-3-1 1,-2 0 458,0 2 0,-38-15 1,-10-2-1</inkml:trace>
  <inkml:trace contextRef="#ctx0" brushRef="#br0" timeOffset="550">16955 7119 12133,'-7'-15'-1222,"1"1"1,-5 0 278,1-1 1,2 1 885,-1-1 1,1 3 80,3 2-15,3 4 0,-4 7 0,6 4 22,0 5 0,0 2 0,0 3 0,0-1-34,0 1 0,1-1 0,3 0-134,0 1 0,3-1 0,-4 2 126,2-2 0,4-4 0,-4-1-46,-2 2 1,1-4 65,0-2 1,0-4 147,5-1 1,-6-6 0,2-4-131,-3-3 0,-2-1 1,0 0-29,0-2 1,0 2 0,0-1 0,0 1-5,0 0 1,-2-1 0,-1 1 0,-2-1 16,2 1 1,1 0-1,2-1 39,0 1 0,2 6 85,3 3 0,-2 4-93,7 1 1,-1 6 0,5 2 0,1 1-235,-1 1 1,5 0 0,3 6 193,1 3 1,26 10-1,12 7 1</inkml:trace>
  <inkml:trace contextRef="#ctx0" brushRef="#br0" timeOffset="551">17662 7567 13160,'-2'-20'-1637,"-1"0"162,-2 3 0,-6 2 1274,1 6 0,2 2 417,-1 7 0,-1 7 0,-4 2 0,1 4-36,3 2 1,-2-1 0,2 0-1,-1 3-113,1 3 0,-3-4 0,5 3 0,-1-2-41,-1 3 0,7-4 0,-2 4 0,4-1-120,1 1 1,0-1 0,0-5 0,0 1 59,0-1 0,1 0 0,4-1 0,5-2 7,2-1 1,3-5-1,-1 3 1,1-2-26,-1-3 0,2 4 1,2-2-1,1-2-174,-2-2 1,-1-1 262,-1 0 0,12-25 0,3-7 0</inkml:trace>
  <inkml:trace contextRef="#ctx0" brushRef="#br0" timeOffset="552">17748 7783 13160,'-14'-2'-756,"-1"-3"0,6 4-187,-1-4 739,7 3 1,-2 2 229,10 0 0,3 0 0,6 0-67,1 0 0,-1 0 0,0 0-79,1 0 1,-1 0 104,1 0 0,-6 0-110,1 0 155,-7 0 0,3 2 0,-6 3-7,0 4 1,-4 4 0,-3 1 0,-1 1 7,-3-1 1,3 1 0,0 1 0,0 1-97,0 2 1,3 2-1,-3-3 1,2 3-5,3 2 1,-1-4-1,1 3 1,-2 1-31,2-1 1,2-3 0,1 5-1,0 0-79,0-1 0,0-2 0,0-7 0,0 0-57,0 1 1,0-1 0,1-1 208,4-4 1,-3-28-1,4-13 1</inkml:trace>
  <inkml:trace contextRef="#ctx0" brushRef="#br0" timeOffset="553">17676 8100 10779,'0'-14'-2433,"0"-1"2268,0 1 0,2 6 1,2 2-1,6 1 151,3 0 0,1 0 0,2 4 0,3-3 177,5 0-137,4-8 1,11-5-1,9-6 1,2-5-1,1 1 1</inkml:trace>
  <inkml:trace contextRef="#ctx0" brushRef="#br0" timeOffset="554">20345 18571 8395,'0'-14'-353,"0"4"20,0 0 0,0 1 318,0-6 1,4 6 177,1-1 1,2 1-5,-3-6 1,-2 6-85,3-1 0,-2 7 0,0-3 152,2-1-98,0 6-113,-5-6 0,0 9 0,0 3 0,0 4 1,-5 4 0,-1 1 0,-2 1-8,-4-1 1,4 0 0,0 2 0,-1 2-26,1 1 0,4 0 1,-4-4-1,1-1 6,4 1 1,0-1 0,0 0-171,-2 1 0,0 0 30,5 0 1,6-7-1,4-4 40,3-2 1,1-2-1,2-2 1,-2-2-2,0-6 0,1-3 0,-1-2 1,1 0 62,-1 1 0,0 0 0,1 1 0,-2 2 84,-4 1 1,2 5 0,-4-3-13,1 2 111,-5 1 1,2 7-1,-9 2-59,0 6 1,-6 3-1,4 0 1,-1-2-39,1-2 1,1 1 0,5 4-29,0 1 1,0-5-38,0 0 1,2-7 17,3 2 1,3-3-1,6-4 1,0-3-5,1-4 1,-6-5 0,1-1-1,1 1 4,2 0 0,0-1 0,-2 1 0,-3-1 8,-2 1 0,4 0 0,-5-1 0,-2 1 1,3 4-1,-1 1-339,-2-3-91,-1 6 0,-4 0 431,-3 6 0,4 0 0,7-7 0,10-1 0</inkml:trace>
  <inkml:trace contextRef="#ctx0" brushRef="#br0" timeOffset="555">20777 18326 8344,'0'-14'-175,"0"0"1,0 7 0,-1 7 0,-3 8 265,0 5 1,-6 1 0,4 2 0,-2 2-62,2 1 1,-4 2 0,4-2 0,-1 4-35,1-1 1,0 3 0,3-4 0,-2 0-85,2 0 1,-4 3 0,2-3 0,2-1-176,2 1 1,1-2 0,0-4-32,0 0 1,1-2 202,4-3 1,3-4 0,6-8 0,-1-2 38,-3-6 1,2 2 0,-3-2 0,1-2 51,0-1 0,-1-1 0,4 0 0,-2-1 0,-1 1 0,-2-1 0,3 1 0,-1 0 2,1-1 0,-3 2 0,0 2 0,0 3 83,0 2 1,-3-4 275,4 5 1,-4-4-110,5 4 0,-7 2 0,2 8-115,-4 4 0,-1-1 1,0 2-65,0 1 1,0 2 0,0 1-88,0 1 1,0-1 0,0 0-1,0 1-134,0-1 0,0-4 0,0-1 0,0 3-211,0 0 1,0-2-1,0 0 359,0 2 0,0 1 0,0 1 0</inkml:trace>
  <inkml:trace contextRef="#ctx0" brushRef="#br0" timeOffset="556">21051 18528 7895,'0'-8'226,"0"1"0,-2 9 0,-1 3-199,-2 4 1,0-1 0,5 2-117,0 1 0,0 2 0,0 1-140,0 1 1,-5-1-1,1 1-44,0-1 0,3 0 0,1 1 273,0 0 0,-7-20 0,-1-5 0</inkml:trace>
  <inkml:trace contextRef="#ctx0" brushRef="#br0" timeOffset="557">21123 18384 8344,'-8'-6'-642,"-5"4"167,3-3 1,2 4 0,0 2 405,2 4 0,1-2 0,5 7 0,0 1 69,0 2 0,19 33 0,5 8 0</inkml:trace>
  <inkml:trace contextRef="#ctx0" brushRef="#br0" timeOffset="558">21253 18528 8344,'-14'0'-399,"-1"0"0,1 0 1,1 1 147,3 4 0,-1-2 0,5 7 329,-2 1 1,5 2 0,-3 1 0,4 1-27,2-1 1,2 1-1,4-1 1,3-1-104,4-4 0,1 4 0,1-4 0,-1-1-43,1-3 0,-1 1 0,0-1 0,2-2-214,4-1 308,-4-2 0,30-52 0,0-12 0</inkml:trace>
  <inkml:trace contextRef="#ctx0" brushRef="#br0" timeOffset="559">21541 18269 8193,'-15'0'-370,"1"1"0,1 4 445,4 5 1,-3 3 0,6 1-1,0 0 12,-1 1 0,-2 4 0,4 2 0,0 1-73,-1 4 0,4-4 0,-3 2 0,4 0-20,1-2 0,-5 4 0,0-7 0,2-1-64,1-2 0,2-2 0,0 1 26,0-1 1,2-6 20,3-3 0,-2-8 1,6-4-1,1-1-102,-2-3 1,5-2-1,-4-1 1,4 1-16,2 3 1,-6-2 0,1 2 105,1-3 1,2 0 0,0 2 0,-2 3 18,-1 2 0,-5 1 1,5 5 71,1 0 0,-3 0-83,1 0 1,-4 6 0,3 4 0,-1 3-360,-4 1 385,5 1 0,6 37 0,9 11 0</inkml:trace>
  <inkml:trace contextRef="#ctx0" brushRef="#br0" timeOffset="560">22104 18456 8325,'0'-14'-756,"0"-1"1,-2 7 1058,-3 3-177,4 4 0,-6 2 0,7 4-95,0 5 0,0 3 1,0 1-1,0 0-30,0 1 1,0-1-1,0 0 1,0 1-28,0-1 1,2 1 0,1-1-43,2 0 1,0 1 0,-4-1-31,4 1 0,-2-6 46,7 1 0,-5-7 0,4 2-68,3-4 1,-4-1 0,1-1 61,2-4 1,1-3 0,-1-6 0,-2-1-23,3 1 0,0-1 0,1 1 130,-3 0 1,1-1 0,-5 2 196,2 4 59,-5-4-171,4 11 0,-7-2 0,0 8-90,0 6 1,0 3 0,0 1-71,0 1 1,0-6 0,0 1 14,0 1 0,1-3 0,4 0-4,5-2 0,3-1 0,1-5-6,0 0 0,1 0 1,-2-1-1,-2-4-4,-1-5 1,-2 2 0,4-1 0,-4-3 19,-2 0 1,4-3-1,-4 2 1,0 2 0,1 2 0,-2-1 0,-4-4-19,4-1 0,-4 6-613,4-1 213,-3 7 422,-2-3 0,6 25 0,2 5 0</inkml:trace>
  <inkml:trace contextRef="#ctx0" brushRef="#br0" timeOffset="561">22551 18585 8281,'-15'0'-165,"1"0"0,4 0 57,1 0 113,6 0 0,-2 0-61,10 0 0,-2 0 1,6-1-53,3-4 1,0 3 0,1-4 0,-2 1-7,-1 0 0,0-6 49,4 2 1,-1-4-1,-2 0 22,-1 3 214,-7-2 0,2 10 59,-10-3 0,2 4-54,-7 1 1,2 6-129,-2 4 0,4 2 0,6 3-99,0-1 1,0 1 0,2-3-113,2-2 0,3 3 1,4-5-1,-1 1-149,1 1 0,3-5 1,4 3 311,1-2 0,45-7 0,7-7 0</inkml:trace>
  <inkml:trace contextRef="#ctx0" brushRef="#br0" timeOffset="562">23258 18513 8280,'0'-14'-163,"0"4"0,0 1 49,0-2 1,0 3 272,0-2 0,0 1 134,0-6 1,0 6 157,0-1-263,0 0-247,0 2 1,-7 7 0,-1 7 0,-1 2 7,-1 3 1,1 2 0,-2 2 0,3-1-38,2 0 1,-4 1 0,5-1-1,0-1 34,-1-4 0,4 4 0,-2-3 1,2 3-139,2 1-1,2 0 1,1 1-3,2-1 0,1-4 0,-1-2 1,3 0 0,0 0 1,5-3 0,-4 3 0,5-2 193,0-3 0,33-20 0,7-7 0</inkml:trace>
  <inkml:trace contextRef="#ctx0" brushRef="#br0" timeOffset="563">23416 18585 8280,'0'-9'-1420,"0"-1"1195,0-1 0,0 3 576,0-2 0,0 1-148,0-6 1,-2 7-1,-1 2-99,-2 0 0,-1 4-99,1-3 0,-1 5 1,-5 3-1,3 4-6,1 1 0,-2 1 1,2 6-36,-1-1 0,4 1 0,-4-1 0,1 0-2,4 1 0,1-6 0,2 1-115,0 1 1,0 2-21,0 1 1,2-6 13,3-3 1,-2-3 0,7-2 37,1 0 0,-3-2 1,1-3 53,2-4 0,-3 1 98,2-2 1,-5 2-1,3-3 136,-2 1 0,1 7 71,-3-2-173,-2 4-152,11 1 1,-10 6-151,7 4 0,-6-2 237,6 1 0,12 7 0,9 7 0</inkml:trace>
  <inkml:trace contextRef="#ctx0" brushRef="#br0" timeOffset="564">23574 18585 8280,'-1'-8'-97,"-4"4"0,2 2 123,-7 2 1,5 0-49,-4 0 1,6 2 0,-2 2-92,3 6 1,2-2 11,0 2 72,0-1 6,0-1 0,2-1 0,3-7-34,4 0 1,-1-2 0,0-3 0,0-3-75,0 0 1,-3-3 0,3 5 0,0-1 63,0 1 1,0-5 0,3 3 37,0 0 1,-2-4 99,6 8 1,-6-1-11,1 5 1,-7 1 0,3 3 0,-1 2-64,0 2 0,0 2 0,-4 2 1,3 0-67,0-3 1,1 1 0,-3 4-50,3 1 1,-2 2-1,6-1 1,1-3 116,-2 1 0,18 5 0,-3 3 0</inkml:trace>
  <inkml:trace contextRef="#ctx0" brushRef="#br0" timeOffset="565">24209 18326 8280,'-6'-14'-521,"3"6"1,-5 2 798,1-1 0,1 6 1,3-3-34,-2 8 1,0-1 0,5 6 0,0 3-130,0 0 0,0 3 0,0-1 1,0 1-137,0-1 0,0 0 0,0 1 0,0 1-8,0 3 0,0-3 0,0 3 0,0-1-70,0 1 0,0-3 0,0 5 0,0-2-188,0 0 0,0 0 0,0-3 0,0 2-103,0 1 0,0 1 1,0-5 388,0-1 0,0-5 0,0 1 0,-13-26 0,-3-1 0</inkml:trace>
  <inkml:trace contextRef="#ctx0" brushRef="#br0" timeOffset="566">24051 18585 7760,'-5'-14'-413,"-1"0"1,2 4 633,4 0 1,0 1 0,1-4-124,4 3 0,4 2 1,5 5-110,1-2 1,-1 1 0,1 2 0,-1-1-62,0-2 0,1 0 0,-1 5 1,1 0-195,-1 0 0,0 0 0,1 0 266,-1 0 0,7 7 0,1 1 0</inkml:trace>
  <inkml:trace contextRef="#ctx0" brushRef="#br0" timeOffset="567">24310 18571 7982,'-14'0'-614,"6"0"699,1 0 0,18 0-111,4 0 0,2 0 1,-2-2 3,-1-2 1,-4 2-1,-1-4-27,3-1 0,-1 4 1,0-5-1,-3 0-62,-2 0 0,4 3 47,-5-4 117,0-1 1,-7 2 27,-3 3 0,-3 4 1,-6 1-21,-1 0 1,7 6 0,2 2 0,1 2 2,0-1 0,1-4 0,4 5-35,0 1 1,0-3-1,0 1-39,0 3 1,6-4-1,4 1-55,2 2 0,1-3 0,-2 0 0,-1-1-43,1-4 0,2 0 0,2 0 0,0 2-97,-1-2 1,0-1 0,1-2 204,-1 0 0,1-13 0,-1-3 0</inkml:trace>
  <inkml:trace contextRef="#ctx0" brushRef="#br0" timeOffset="568">24541 18542 8244,'0'-14'-308,"0"-1"0,0 6 568,0-1-76,0 7 0,7-3-122,2 6 0,2 1 1,1 2-1,-4 4-74,-2 1 1,4-3 0,-6 4-1,0 2-27,-3 2 0,4 2 1,0-1-65,-2 0 1,-1 1 0,-2-1 43,0 1 0,0-6-8,0 1 58,0-7 0,0 2 0,0-10 0,0-5-37,0-2 0,1-3 0,2 1 0,4-1-24,1 1 1,1-5 0,6 0 0,-1-1-41,0 0 0,1 4 0,-1-3 0,1 3-3,-1 1 0,-4 6 0,-1 1 0,2 0-75,2 0 0,-3 4 188,-1 0 0,-18 21 0,-1 7 0</inkml:trace>
  <inkml:trace contextRef="#ctx0" brushRef="#br0" timeOffset="569">24786 18542 7783,'-15'0'-321,"6"2"1,1 3 458,1 4 1,3-1 0,4 2-129,0 1 1,0 2-77,0 1 0,0 1-55,0-1 97,0-6 1,4-3-1,3-8 1,-1-4-69,1-1 0,4-1 1,-2-6 26,4 1 0,2-1 1,-1 1-1,-1 0 10,-4-1 0,4 1 1,-2-1 65,1 1 0,3 0 76,-1-1 106,-6 7 0,-1 4 0,-9 8 35,-3 6 1,2 3 0,-7 1-139,-1 0 1,5 1 0,-1-2 0,3-2-41,-1-2 1,-1 1-127,0 4 1,4-4 45,-3 0 1,5-7-28,5 2 0,-1-4 0,6-1 1,-1-1-74,-1-4 0,5 2 1,-3-7-1,3 0-18,1 2 1,0-4 0,1 4 0,-1-2 26,1 0 0,-1 1 1,0-4-1,1 2 67,-1 1 1,-4 7-1,-1-3 150,3-1 0,0 6 63,3-4 0,-6 3 0,-1 4-46,-1 3 0,-3 3 1,-4 6-92,0 0 1,2-4 0,1 0 0,2 1-54,-2 2 1,4 1 0,-1 0 0,0 1 30,1-1 0,23 33 0,2 8 0</inkml:trace>
  <inkml:trace contextRef="#ctx0" brushRef="#br0" timeOffset="570">25665 18528 8224,'0'-15'-228,"0"1"0,0 0 0,0-1-102,0 1 0,0 4 1,0 1 593,0-2 0,2-2 400,3-2-635,-4 7 1,4 2-1,-10 6 1,-4 2 20,-4 2 1,-1 6 0,-2 8 0,-2 1 19,-1-2 0,-2 1 0,3-1 1,-1 3-59,2-3 0,1 4 0,3-2 1,2-1 4,1-2 0,2-2 1,-1 1-109,4-1 40,3 0 0,4-6 6,3-3 0,3-3 1,6-4-1,-1-3-103,-4-4 0,4 1 1,-3-2 0,3-1 1,1-2 0,0 0 0,-1 2 15,-3 2 0,2 4 1,-2-5 43,3-1 1,-4 5 0,1 1 221,1 3-70,-4 2 0,1 0 0,-5 2 2,2 3 0,-1 3 0,-4 6-72,0 0 1,0-4 0,0 0-222,0 1 1,2 2-360,3 1 585,3 0 0,26-6 0,5-1 0</inkml:trace>
  <inkml:trace contextRef="#ctx0" brushRef="#br0" timeOffset="571">25911 18456 8224,'-5'-14'-927,"-1"1"986,-2 3 1,3-1 751,-5 6-728,7 0 1,-3 7-1,6 3-53,0 4 1,0 4 0,0 2-7,0-1 0,0 0 1,0 1 3,0-1 1,0 0-1,1 1 1,3-1 17,0 1 1,1-6 0,-5 1-56,0 1 1,-1 2-1,-3 1 1,-2-1-226,-2-3 0,-3 2 0,-7-2 0,-3 3 234,-1 2 0,-34 0 0,-14-1 0</inkml:trace>
  <inkml:trace contextRef="#ctx0" brushRef="#br0" timeOffset="572">26401 18341 8250,'-9'-10'-49,"-1"1"1,0 5 0,-2 1 70,2 6 1,2 10-1,5 6 1,-4 1-15,-1 0 1,5-2-1,-2 4 1,2-1-47,-2-3 0,4 2 0,-4 0 0,3-3-13,2-1 0,0-1 1,0-1-54,0 0 0,0-4 94,0 0 0,0-9 0,2 1 10,3-5 0,-4-9 0,4 3 1,-3-4 9,-2-1 0,5-6 0,-1 1 0,1 0-16,2-2 1,-6 4 0,6-7 0,-1-2-19,4-1 0,-2 1 1,1-1-1,2-3-22,2-1 1,6-2 0,0 0 0,1-4-29,0 0 1,-2-3 0,7 7-1,-1 2 41,-2 6 1,-1 1 0,-6 10 60,-1 6 1,-4 4 0,-2 6 71,-2 3 1,-1 4 0,-5 9 0,0 3 33,0 1 1,0-3 0,0 5-1,0 2-53,0 1 0,-2 2 0,-1 0 0,-2-1-74,2 1 1,0-3 0,0 0 0,-2 1-27,2-1 1,-4-2-1,2 2 1,1-2-74,-3 1 0,6-2 0,-6-1 0,2-1-91,1-4 0,-6 1 0,4-1 1,-1 3 19,1-3 0,-1-2 1,4-4-1,-3-2-115,-2 3 1,3-6 277,-6-1 0,8 3 0,-3 0 0</inkml:trace>
  <inkml:trace contextRef="#ctx0" brushRef="#br0" timeOffset="573">26416 18470 8265,'7'-6'-1063,"0"3"640,-7-7 0,1 7 1,3-3 506,0-1 0,3 6 0,-2-4-19,4 3 0,4 2 0,1 0 0,1 0-226,0 0 0,0 0 161,-1 0 0,26-6 0,6-2 0</inkml:trace>
  <inkml:trace contextRef="#ctx0" brushRef="#br0" timeOffset="574">26920 18167 8265,'-10'0'-345,"1"0"1,4 0 0,-3 2 0,2 3 509,2 4 0,-2 4 1,1 1-1,2 1-55,1-1 1,-2 5 0,-1 3 0,2-1-86,1 0 1,2 4-1,-1-2 1,-3 1-131,0 0 0,-1-2 0,5 4 0,0-4-71,0-1 1,-2 3 0,-1-5 0,-2-2-266,2-1 0,1-1 441,2-1 0,0 1 0,13-52 0,3-13 0</inkml:trace>
  <inkml:trace contextRef="#ctx0" brushRef="#br0" timeOffset="575">27036 18225 8261,'-14'0'-172,"-1"0"-200,1 0 0,0 1 1,-1 4 596,1 5 0,4 2 0,1 4 1,-2-2-117,3 1 1,2 4 0,4 0 0,-1 0-58,-2 2 0,0-3 1,5 4-1,0-1-142,0-4 0,0 1 0,0-1 0,0 3-41,0-3 0,0-1 1,0-1-1,0-1-124,0 0 1,0 1-1,0-1 1,-1-1-451,-4-3 705,3 2 0,-23-16 0,1 2 0</inkml:trace>
  <inkml:trace contextRef="#ctx0" brushRef="#br0" timeOffset="576">26791 18456 8261,'0'-14'-736,"0"-1"0,6 6 762,4-1 1,2 7 0,3-2 8,-1 3 1,-4 2 0,-1 0 0,2 0-89,2 0 0,2 0 1,-1 2-1,1 1-142,0 2 0,-1 1 1,1-2 194,-1 0 0,7 8 0,1-4 0</inkml:trace>
  <inkml:trace contextRef="#ctx0" brushRef="#br0" timeOffset="577">27065 18499 8261,'-14'0'-183,"-1"0"-87,7 0 164,-5 0 0,18-2 58,0-2 1,6 2-27,4-3 0,-1 4 0,-1-1-50,-4-3 0,2 2 6,-6-6 1,2 5 81,-3 0 0,-4 2 43,0 2 0,-6 0 8,-8 0 1,-1 6 4,1 4 0,1 3 0,4 1 0,4 0 0,3 1 1,2-1-73,0 1 1,0-6 0,0 1 0,2-1-103,3-1 1,-2 5 0,6-3-160,3 3 313,0-5 0,22-8 0,4-8 0</inkml:trace>
  <inkml:trace contextRef="#ctx0" brushRef="#br0" timeOffset="578">27223 18485 8242,'0'-10'-1222,"0"1"1363,0 5-146,0-2 1,0 17 25,0 3 0,0-1 1,0-3-88,0 1 0,-1 2 1,-3 1 19,0 1 1,-1-6-13,5 1-160,0-7 86,0 3 1,6-7 30,4-4 0,3-3 1,1-5-1,-1 2 67,-4 1 1,4 2 0,-3-3 0,2 3 5,3 2 1,-1-4 98,2 5 1,-2 1 147,0 4 0,-4 1-136,0 4 0,-7 3 0,2 6-32,-4 1 0,-1-1 1,0 1-100,0-1 1,0 0 0,0 1-132,0-1 0,0-4 179,0-1 0,7-18 0,1-1 0</inkml:trace>
  <inkml:trace contextRef="#ctx0" brushRef="#br0" timeOffset="579">27541 18253 8230,'-15'0'-1702,"6"0"1762,-1 0 1,2 2 0,-1 3 0,4 5 147,3 3 0,-3 2 0,1-1 0,0 0-8,3 1 1,1 4-1,0 2 1,0 0-192,0-1 0,1 4 0,3-3 1,0 0-33,0 0 1,-1-1 0,0-2 0,2 1-187,-2-1 0,0 3 0,0-2 0,2-2-187,-2-1 0,4-1 0,-3 0 396,0 0 0,4-40 0,0-9 0</inkml:trace>
  <inkml:trace contextRef="#ctx0" brushRef="#br0" timeOffset="580">27454 18470 8230,'2'-9'-375,"1"-1"97,2-1 0,1 3 1,-1-2 251,5-1 1,3 3 0,1 0 106,0 2 0,-4 1 1,-1 5-1,3 0 19,0 0 0,-2 0 0,0 0-21,1 0 1,0 2 0,0 2-16,-1 6 1,-7 3-1,2 1-63,-4 1 1,-1-1 0,0 0-37,0 1 1,0-1 0,-1 0-136,-4 1 1,3-1 0,-4 1-271,0-1 0,4 0 440,-3 1 0,10-39 0,3-10 0</inkml:trace>
  <inkml:trace contextRef="#ctx0" brushRef="#br0" timeOffset="581">27670 18326 7440,'-1'-8'-1329,"-4"4"1569,3 2 1,-4 4-1,6 2-317,0 6 1,0 3-1,0 1 1,0 1-98,0-1 0,0 2 0,0 2 174,0 1 0,25 45 0,7 6 0</inkml:trace>
  <inkml:trace contextRef="#ctx0" brushRef="#br0" timeOffset="582">27772 18542 7725,'8'-1'-628,"-3"-4"1188,-4 3-421,-1-4 1,0 7-145,0 4 1,2-2-45,3 7 1,3-5 8,6 4 1,0-5-1,1 0-16,-1-2 0,1-4 23,-1-2 0,-1-4 0,-2-5 31,-1 3 0,-7-3 1,2 4 60,-4-4 1,-2-1 0,-4 1-33,-5 3 0,-1 2 0,0 5 0,1-2-55,-1 2 1,-2 2 0,-1 1-154,-1 0 0,7 6 0,2 2 1,1 2-300,0-1 1,1-4 479,4 4 0,12 14 0,4 7 0</inkml:trace>
  <inkml:trace contextRef="#ctx0" brushRef="#br0" timeOffset="583">28002 18470 8230,'-14'0'-628,"4"0"0,2 2 776,2 3 0,1-2 0,5 6-147,0 3 0,0-4 0,1 0 1,3 0-19,0 0 1,3-4-5,-2 6 0,3-7-8,6 2 0,-4-3 0,-1-2-11,2 0 1,-3-2-1,2-1-18,1-2 1,-3-6-1,2 1-39,1-3 0,2-1 0,1 0 76,1-1 1,-6 6 0,1 1 29,1 1 1,-2-2 31,0 4 0,-4 0 0,3 7-11,-1 3 0,-3-2 1,-2 5-1,1 0-61,2 0 0,5 1 0,-4 6-186,2-1 1,2 0 0,4 1 216,0-1 0,33 1 0,7-1 0</inkml:trace>
  <inkml:trace contextRef="#ctx0" brushRef="#br0" timeOffset="584">28723 18283 8230,'-14'-6'0,"6"3"0,2-6-815,-1 2 925,6 2 1,-4 5-23,10 0 1,-2 5 0,6 0-62,3-2 0,-4 5 0,1-4-5,2 0 1,-3-3-1,2-1-64,1 0 0,-3 0 0,2 0 38,1 0 1,-5-1-1,1-3 1,-2-2 82,-1-3 1,3 4-1,-4-4 127,2-3 0,4 5-150,-4-3 0,1 5 0,-1-3-72,5 2 0,-2 1 0,0 7-5,-2 2 1,5 0 0,-3 5-1,2 2-15,0 2 1,-6 6-1,4 3 1,-1-1 9,-4 0 0,3 3 0,-1-4 0,-2 3 1,-1 2 0,-2 1 1,-2 0-1,-2-4 22,-6-1 0,-3-1 0,-3-4 0,-1 0 28,-3-3 0,-5-3 0,2 1 0,0-1-28,-1 1 0,0-5 0,-4-1 0,4-3 149,5-2 1,2 0 0,-1 0-107,-1 0 0,6-2-57,8-3 0,5 2 0,5-5-311,5 2 0,7 1 0,4 3 0,0-1 328,0-2 0,23-12 0,3 1 0</inkml:trace>
  <inkml:trace contextRef="#ctx0" brushRef="#br0" timeOffset="585">29027 18456 6458,'-8'2'603,"3"2"-434,3 6 0,2-2 1,0 1-1,0 3-156,0 0 0,0-2 0,0 0 0,0 1-40,0 2 1,0-4 63,0 1-42,0-1 0,2-1-57,3-3 1,1-5 0,5-5 0,-1-3-20,1 0 1,-3-4-1,1 2 1,1-3-75,-2-1 1,5 4-1,-4 1 74,4-3 1,2 1 0,-1 0 52,0 2 0,1 5 83,-1 0 0,-1 4 0,-2 3-7,-1 2 0,-7 6 1,2-2-1,-2 2-52,2-1 0,-4 3 1,4-4-1,-2 4-118,2 2 1,-3-6-1,2 1-128,-2 1 0,3 2 250,0 1 0,-1-6 0,-4-1 0</inkml:trace>
  <inkml:trace contextRef="#ctx0" brushRef="#br0" timeOffset="586">29343 18210 8180,'0'-14'104,"0"6"1,0 3 53,0 10 0,0 8 0,2 6 0,1 0-94,2 2 0,1-3 0,-3 6 0,4 2-83,1 1 1,-4 2-1,6 0 1,1 0-87,-3-1 0,3 3 0,-6 1 0,-1 3 26,3 2 1,-6-4 0,4 6 0,-3 0-121,-2-2 0,0-2 0,0-6 0,0-2-179,0-3 1,0-3-1,-2-7 52,-3 0 1,-3-7 325,-6-7 0,-14-32 0,-3-15 0</inkml:trace>
  <inkml:trace contextRef="#ctx0" brushRef="#br0" timeOffset="587">29445 18355 8230,'14'-8'-200,"-4"0"0,-1 3-36,2-4 0,2 2 0,2 3 160,-1 2 1,0-3 0,1 0 151,-1 2 0,1 3-19,-1 5 1,-1-2 0,-4 7 21,-4 1 1,-5 2 0,-3 1-71,-2 1 1,-6-3 0,1 0 0,-1-3-25,2 2 1,-4 2 0,3 0 0,-3-2-7,-1-1 1,0-1 0,-1 4-1,2-2-255,4-1 1,-2-1 0,4 4 0,1-2 275,0-1 0,26-20 0,12 1 0</inkml:trace>
  <inkml:trace contextRef="#ctx0" brushRef="#br0" timeOffset="588">29661 18456 7528,'0'14'71,"0"1"0,0-1-109,0 0 1,0 1 0,0-1-72,0 1 0,0-1 51,0 0 0,0-4 0,1-2-32,4-2 0,-2-1 52,7-5 0,-2-1 0,3-3 1,-1-2-26,1-2 1,-3 0 0,0-3-1,0 1 2,0-1 0,-4-2 1,6-1-1,0-1 10,-2 1 1,4 0 0,-4-1 0,3 3 58,-1 2 0,-6-3 0,6 5 68,1 0 0,-3 2 128,2 6 0,-2 1-33,1 4 0,-2 3 0,-6 7-145,4-1 0,-3 0 0,3 1 0,-4-1-41,-1 0 0,5 1 0,0-1-156,-2 1 0,3-1 0,1 0-323,1 1 494,-5-7 0,10-15 0,-5-9 0</inkml:trace>
  <inkml:trace contextRef="#ctx0" brushRef="#br0" timeOffset="589">30079 18210 7410,'-8'7'-347,"1"2"493,1 4 1,4 1 0,-2 2 0,2-2 201,2 1 1,0 4-1,0 2 1,0-1-291,0 1 1,0 5 0,0-4 0,0 2 8,0 0 0,0-5 0,0 4 0,2-3-98,2-2 1,0 3 0,4-2 0,-2-1-159,-3-2 0,4-7 0,-1-1 0,0 0-311,1 0 0,4-5 34,-1 2 1,2-3 234,3-2 0,-7-7 0,-2-1 231,0 0 0,-4-30 0,4-2 0</inkml:trace>
  <inkml:trace contextRef="#ctx0" brushRef="#br0" timeOffset="590">29964 18384 7863,'-13'-2'-153,"3"-2"1,5 2 573,10-3 1,3-1 0,8 1 0,2 2-383,1 1 0,7 2 0,-1-1 1,6-3-777,2 0 737,1-1 0,9-6 0,7-4 0,5-1 0,-1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257"/>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FF0000"/>
    </inkml:brush>
  </inkml:definitions>
  <inkml:trace contextRef="#ctx0" brushRef="#br0">2848 14489 16081,'-1'-14'-918,"-4"-1"0,3 6 1,-2-1 359,2-1 0,-3 3 0,0-2 452,2-1 1,2 3 0,-1 0 0,-1 0-35,-2 0 1,0 3 120,5-4 1,0 4 303,0-5 1,0 5 138,0-4-406,0 6 1,0-5 68,0 3 1,0 5 69,0 0 1,0 6-1,0 9-52,0-1 0,0 5 1,0 2-1,0 0 35,0 0 1,0 4 0,0-1-1,0 3-47,0 2 0,0 0 0,0 0 0,0-2-86,0-3 1,0 3 0,0-5 0,0 2-23,0 0 0,0-6 0,0 1 11,0-3-2,0-2-30,0-6 1,0-8 0,0-9-29,0-4 0,0-1 1,2-1-1,1 1 83,2 0 1,0-1 0,-4 2 0,2 2 62,2 2 0,0-1 0,-3-3 62,2 4 0,0-3 289,5 8 0,-6-3-95,2 2 1,-2 5 0,1 0-461,0 8 1,1 0 0,-3 2 0,1 1 52,2 2 0,0 1 0,-4-1 0,2-2-120,2-1 0,2 0 0,-4 4-140,2 0 1,4 1 0,-3-1-271,2 0 1,-3-1 410,5-3 0,12-4 0,9-6 0</inkml:trace>
  <inkml:trace contextRef="#ctx0" brushRef="#br0" timeOffset="1">3035 14719 13797,'-9'0'-764,"-1"0"0,5 0 1,-3 2 989,2 3 1,1-2-143,5 6 1,2-1-1,1 4-262,2-3 0,6 1-149,-1 4 0,2-1 109,3-4 1,-1-2 221,1-7 0,-1 0-6,0 0 0,-6-2 0,-1-1 0,-2-3 125,-1-2 0,6-2 1,-5-4-187,-2-1 0,-2 1 0,1 0 0,1-1 78,2 1 1,0-1 0,-5 1 69,0 0 1,-7 1-10,-2 3-1,-4 4 0,-1 6 1,-1 0-1</inkml:trace>
  <inkml:trace contextRef="#ctx0" brushRef="#br0" timeOffset="2">4891 14388 14370,'-4'-14'-1389,"-1"-1"0,-5 1 758,5 0 0,1-1 791,4 1 0,0 4 257,0 1-151,0-1-253,0 2 60,0 2 1,0 17-67,0 3 1,0 5 0,0-1 0,0 3 92,0 1 1,-5-3 0,0 4 0,2-1 19,1 1 1,1-1 0,-3 4 0,0-4-71,0-1 1,3 3-1,1-5 1,-2-2-19,-3-1 1,4-1 0,-4-1 158,3 1-236,2-1 0,2-6-257,3-3 0,-4-10 0,6-5 303,-1-2 1,1-3-1,4 1 1,-3-1 24,-2 1 1,4 0 0,-4-1 0,1 1 57,-1-1 0,3 6 0,-2 1 0,-1 0 147,1 0 0,-1 3 13,-1-4 0,-2 5-37,7 0 0,-6 4-347,6 4 1,-7 4-1,2 7 320,-3-1 0,-2 0 0,1 1-343,4-1 0,-3 1 1,4-1-1,-1 0-65,0 1 1,1-6 0,-3 1 0,4 0 28,1-2 0,8-2 1,6-6-1</inkml:trace>
  <inkml:trace contextRef="#ctx0" brushRef="#br0" timeOffset="3">5121 14518 13556,'-6'-8'-3408,"5"3"3710,-4 10 1,3 3 0,2 6 0,0 0-304,0 1 0,2-1 0,1 1 0,3 1-116,2 3 1,-3 2 0,5 4 19,1-1 0,21 32 1,6 13-1</inkml:trace>
  <inkml:trace contextRef="#ctx0" brushRef="#br0" timeOffset="4">6862 14359 12221,'-4'-14'0,"-1"0"-632,2-1 0,-4 6-617,2-1 1010,1 7 0,4 3 1,0 9 461,0 4 1,0 2-1,0 1 1,0 1-45,0 2 1,-5 5 0,0-3 0,2 2-81,1 2 0,2-2 0,0 1 1,0 1-38,0 2 1,0-3 0,0 0-1,0 0 32,0-1 1,0-1-1,0-4 139,0 1 711,0 0-820,0-11 1,2-3-1,1-10 1,2-5-41,-2-2 1,0-3-1,0 1 1,4-2-181,1-3 0,-5 3 0,3-4 0,-1 4 116,0 2 0,4 0 0,-2-1 33,1 1 1,-3-1 0,4 3-1,1 1 253,-2 1 0,5 7-52,-4-2 0,-1 3-294,2 2 1,-2 7 0,1 2-1,-2 4 7,-1 1 1,-4 1 0,4-1 0,-1 1-141,0-1 0,1 0 0,-3 1 0,2-1-31,-2 1 0,1-1 1,-1 0-1,3 2 17,2 4 0,-5-4 0,4 4 0</inkml:trace>
  <inkml:trace contextRef="#ctx0" brushRef="#br0" timeOffset="5">7236 14604 15966,'5'10'-2692,"0"-1"0,0-4 2655,-5 5 0,0-1 0,0 6 145,0-1 0,0-4 0,0-1 1,0 2-5,0 2 0,-2 2 0,-1-1 1,-3 0 135,-2 1 0,4-1 1,-2 0-81,0 1 0,-1-1 1,-2 1-1,2-3 102,1-2 0,4 3-195,-3-4-59,4-2 0,7-2 0,4-9 0,1-2 206,-1-2 0,7 3 0,-2-4 0,1-1 50,0 2 1,3-5-122,0 4 1,38-36-1,-25 18 1,-1 0-1</inkml:trace>
  <inkml:trace contextRef="#ctx0" brushRef="#br0" timeOffset="6">8718 14273 14744,'-6'-8'-5295,"4"0"5366,-3 3-750,4 4 282,1-6 981,0 7 49,0 0-160,6 0-402,-4 0 166,4 0 1,-6 2 0,0 3-230,0 4 1,5 4 0,0 3-1,-2 2 138,-1 1 0,-2 2 1,0-2-1,0 3-3,0 1 1,0 4 0,1-3 0,2 1-167,2-1 0,0 2 0,-5-5 0,0-1-33,0 1 0,0 3 1,0-5-1,0-1-18,0-2 0,0-2 13,0 1 210,0-7 194,-6-2 0,4-12 0,-3-4-409,4-3 0,1 4 0,0-1 47,0-1 1,4-2 0,1-1 0,0 1 94,1 3 0,-2-2 1,5 2 119,2-3 1,-4 4-1,-1 1 126,1 1 0,-4-2 124,6 4 1,-4 0-129,5 5 1,-5 2-700,4 2 0,-4 4 0,3 7 289,-2-1 0,4-4 0,-5-1 0,-1 1-363,3-2 1,-4 5 194,7-4 0,6 11 1,6 2-1</inkml:trace>
  <inkml:trace contextRef="#ctx0" brushRef="#br0" timeOffset="7">9035 14618 14808,'-2'-9'-1766,"-3"-1"1,4 1 1780,-4-6-140,3 7 0,4-3 441,3 6 0,-2 0 0,7 5-155,1 0 0,-3 0-197,1 0 0,-4 5 1,3 2-129,-2 1 1,1 0-1,-4 3 1,2-2-17,-2 3 0,0 0 0,0 3 134,2-1 1,2 1-1,-4-1-49,2 0 0,-1-4 0,-2 0 59,3 1 0,-2-3-306,7 1 0,-7-4 1,3 3-508,1-1 369,-6-3 545,12 3 0,-11-4 1,2 6 64,-2 3 1,-7-4-1,-1 1 1,-2 2 166,-3 2 1,-1 2-1,1-1-10,2 0 0,-20 7 1,-10 2-1</inkml:trace>
  <inkml:trace contextRef="#ctx0" brushRef="#br0" timeOffset="8">10819 14388 17150,'0'-14'-1243,"0"-1"0,0 1 800,0 0 1,0-1 0,0 1 472,0 0 1,0-1 0,0 1 14,0-1 0,0 1 1,1 0 115,4-1 0,-2 6 129,7-1 1,-5 7-95,4-2 0,-4 5 1,3 5-354,-2 4 0,-1 4 0,-5 2 0,0 1 170,0 3 0,0-2 0,0 6 0,0-1-14,0 0 1,0 2 0,0 4-1,0-3-9,0-1 0,0-1 0,0 2 0,0-2-8,0-3 1,0 4 0,0-5 0,0-1-100,0-2 1,0-2-1,0 1-596,0-1 473,0 1 1,0-9-1,0-6 319,0-8 1,0 0-1,0-2 1,0-1-134,0-2 0,2-1 0,1 0 131,2-1 1,1 1-1,-3-1 36,2 1 1,5 0-1,-4 1 161,2 3 0,-3 2 224,5 4 1,-1 2-406,6-3 0,-6 10 0,-1 5-259,-1 2 1,2-2 0,-2 0 0,-1 1-94,0 1 1,4 3 0,-4-1-337,2 1 377,2-1 1,23 7-1,6 1 1</inkml:trace>
  <inkml:trace contextRef="#ctx0" brushRef="#br0" timeOffset="9">11164 14532 17416,'-10'0'-1219,"1"0"0,4 0 1344,-5 0 0,7 2 0,-3 1 137,-1 2 1,6 6 0,-4-2-365,3 4 1,2 2 0,0-1 0,0 0-108,0 1 1,0-6 0,0 1-21,0 1 1,0 2-84,0 1 145,0 1 0,2-7-270,3-3 0,-2-4 329,7-1 1,-6 0 0,4-1 94,-1-4 1,-1 3 301,-1-3 1,-3 2 0,4 0 169,0-2 0,-2 0-87,5 5 0,-4 0-233,5 0 1,-6 0-16,6 0 0,-5-4 597,4-1 0,-4 0-489,5 5 1,-5-5-104,4 0 0,-4-4-126,4 4 1,-5-1-286,0 1 322,-2 3 1,-2-3-1,0 10-116,0 5 1,0 3 0,0 1 0,-2 2 0,-2 3 0,2-1 1,-3 6-30,4 1 0,-13 14 0,-4 7 0,-2 4 1,0 1-1</inkml:trace>
  <inkml:trace contextRef="#ctx0" brushRef="#br0" timeOffset="10">13063 14316 16934,'-5'-14'-3310,"0"0"1919,2-1 0,2 1 1108,1-1 0,0 6 251,0-1 1,0 5 174,0-4-17,0 6-257,0-4 218,6 7 1,-4 2-48,2 3 1,-2 3 63,-2 6 1,0 0-1,-2 1 1,-1-1 2,-2 0 0,-1 1 0,3-1 0,-2 1-24,2-1 0,-4 5 0,1 2 1,-2 0 26,-3 0 1,3 3-1,0-4 1,0 3-34,0 2 1,3-2 0,-3-1 0,2-1-28,3-4 0,-1-1 0,1-1 0,-2-1-517,2 1 912,2-7-453,1-2 1,0-8 0,1-1 0,2-3 30,2-2 0,2 0 0,-4-3 0,3 1-17,2-1 0,-3 3 0,3-2 0,0 1 2,0 1 1,-3-4-1,3 6 1,0 0 116,0-1 0,-5 1 1,3 3 210,1-2 1,1-5-110,6 6 0,-4-1 0,-1 5-167,2 0 1,-4 1 0,-1 3 0,-1 2-148,0 2 0,1-3 0,-3 4 1,2 2-175,-2 2 1,4 2 0,-1-1-4,2 0 0,-5 1 0,4-1 0,-2 1-288,-1-1 1,1 0 290,-5 1 0,7-1 1,1 1-1</inkml:trace>
  <inkml:trace contextRef="#ctx0" brushRef="#br0" timeOffset="11">13236 14662 16633,'9'0'-2013,"1"0"2057,-7 0 1,3 1-735,-6 4 1,5-2 353,0 7 0,0-5 0,-5 4 224,0 2 0,0-3 1,0 2 71,0 1 0,0-3 1,0 2 3,0 1 0,0-3 0,-2 0-31,-3-2 0,2 4 0,-6-5 106,-3-2 1,4 0-74,-1 2 1,4-4 240,-4 4 1,5-5-118,0-5 1,21-60 0,-5 22 0,0 0 0</inkml:trace>
  <inkml:trace contextRef="#ctx0" brushRef="#br0" timeOffset="12">13293 14575 16044,'0'-14'-2712,"0"-1"1526,0 1 1,7 5 1507,2-1 0,4 7 1,1-4-1,1 3 336,-1-1-536,1 0 1,18-8 0,5-3 0</inkml:trace>
  <inkml:trace contextRef="#ctx0" brushRef="#br0" timeOffset="13">4747 7208 18989,'0'-7'-1726,"0"0"0,0 6 756,0-4 532,0 3 137,0-4 227,0 6 1,0-2-60,0-3-10,0 4-610,0-6 760,0 7-181,0 0 0,5 7 0,0 2 119,-2 4 1,-1 3 0,-2 2 0,0 2 45,0 3 0,0 2 1,1 9-1,3 4-27,0 4 1,1 1-1,-3 0 1,1 0-8,2 1 1,1-1 0,-3-2 0,2-1 5,-2-1 1,-1-7 0,0 1 0,1-2-40,2-3 1,-1 0 0,-2-4 0,1-5-121,2-3 1,0 0 0,-4 1 582,4 2 1,-3-31 0,4-14 0</inkml:trace>
  <inkml:trace contextRef="#ctx0" brushRef="#br0" timeOffset="14">4719 7338 17959,'-10'-5'-1393,"0"0"1,6-4-251,-6 4 1,5-5 211,-4 6 1583,6-1-43,-4 5 0,7 1-67,0 4 0,0-2-115,0 7 0,5-5 0,1 3-349,2-2 0,-3-1 488,5-5 0,-6 5-22,6 0 1,-5-1-1,4-4 322,3 0 0,-6-1 0,0-2-99,1-2 1,-6-2 0,6 4-49,-1-2 0,-4-6 1,4 2-103,1-4 0,-6 3 1,4 1-1,-3-3-4,-2 0 1,0 2 0,0 0 60,0-1 0,0-2-290,0-1 305,0 0-225,0 6 1,1 8-1,2 9 1,4 4-443,1 1 0,1 2 1,4 2 229,-3 1 0,28 52 1,-18-32-1,0 0 1</inkml:trace>
  <inkml:trace contextRef="#ctx0" brushRef="#br0" timeOffset="15">5021 8029 17538,'-7'-8'-4073,"-1"-5"2480,-6 3 0,0 4 1682,-1 1 1,7 5 687,3 5 1,-1-2-466,1 7 1,0-6 0,5 6-357,0 1 0,0-3 0,0 2 0,-1-1 176,-4-1 1,3 5-193,-2-3 1,2 3 0,2 1 191,0 0 0,0 1 0,0-1-6,0 1 0,2-6-355,2 1 0,4-2 1,7 3-66,-1-2 0,-4-5 0,-1 0 0,3-2 90,0-2 1,3 0 0,-1 0 437,1 0 0,18-19 0,5-5 0</inkml:trace>
  <inkml:trace contextRef="#ctx0" brushRef="#br0" timeOffset="16">5165 8216 14830,'-8'-7'-2472,"0"6"2993,3-4-963,3 3 0,-4 9 531,6 2 1,0 4 0,0 1-161,0 1 0,1-1 1,3 1-1,0-1-119,0 0 1,-1 1 0,0-1-1,3 1 69,2-1 1,15 13 0,7 3 0</inkml:trace>
  <inkml:trace contextRef="#ctx0" brushRef="#br0" timeOffset="17">6819 6964 16668,'0'-10'-2418,"0"1"0,0 4 2152,0-5 0,-1 7 0,-3-3-336,0-1 1,-1-1 551,5-6 1,0 4 152,0 1 1,0 4-49,0-5 1,-2 6-277,-3-6-225,4 7 0,-6-2 662,7 10 0,-1-4 0,-2 6 152,-2-1 0,0 2-172,5 7 1,0-1-1,-2 0 1,-1 1-88,-2-1 0,1 1 0,4-1 0,0 0-101,0 1 0,0-1 0,0 2 0,0 2-8,0 1 1,0 5 0,0-5-1,1 0 16,4 2 1,-2-3 0,5 4 0,-1 0 4,-4 1 0,5-6 0,0 2 1,1-3-322,1-1 1,-5 4-1,3 0 1,0-1-86,0-2 1,-3-7 0,3 1-405,-2 1 612,5 2 0,-22-24 1,1-7-1</inkml:trace>
  <inkml:trace contextRef="#ctx0" brushRef="#br0" timeOffset="18">6762 6993 16668,'-10'0'-339,"2"-2"-2271,2-3 2117,-6 4 1,9-6 422,-6 7 1,5 2 0,0 3 70,2 4 0,2 4 0,0 1-95,0 1 1,0-6 0,0 1 30,0 1 1,-2-3 0,-1 2 2,-2 1 169,1-5-56,4 1 0,1-7 197,4 0 1,-2-7 0,7-2-161,1-4 0,-3 0 1,0 2-1,0 1-50,0-1 0,-3-2 0,3-1 1,0 0 58,0-1 0,-3 2 1,4 2-1,1 2 195,-2-2 0,5-2-148,-4-2 0,2 6 1,1 1 132,-3 1 0,-4 4-412,4 8 1,-4 3 0,3 6-1,-1 1-297,-4-1 1,5 1 0,0-1 169,0 0 1,11 26-1,-3 7 1</inkml:trace>
  <inkml:trace contextRef="#ctx0" brushRef="#br0" timeOffset="19">6834 7611 16668,'-10'-4'-1081,"2"-3"1,0 1-476,0-1 1,3-2 859,-4 4 0,4 0 834,-5 5 0,7 2 533,-2 3 0,4 3-685,1 6 1,0 0 0,0 1-34,0-1 0,0-4 0,0-1-96,0 3 1,0 0-1,1 3 97,4-1 0,-2-4 0,7-1 23,1 2 1,-3-4 0,2-2 0,1-2 113,2 2 0,-4-4 0,1 4 1,1-3 70,2-2 1,27-20-1,6-4 1</inkml:trace>
  <inkml:trace contextRef="#ctx0" brushRef="#br0" timeOffset="20">7006 7683 16668,'0'-14'-2268,"0"0"1,0 4 1682,0 0 400,7 7 1493,1-3-992,6 6 0,-1 6-540,-4 4 0,-2 3 0,-7 1 0,0 0 167,0 1 1,0-1 0,0 0-49,0 1 1,0-1-1,0 1 1,0-1 143,0 0 1,-5-4 0,0 0 167,2 1 1,1-3 1,2 1-651,0-5 1,2 2 399,3-6 1,-2-5 0,5-1-1,0-1 438,0 1 0,1-4 1,6 4 386,-1-2-553,1 5 0,31-36 1,8-1-1</inkml:trace>
  <inkml:trace contextRef="#ctx0" brushRef="#br0" timeOffset="21">8848 6820 16691,'0'-14'-1529,"0"-1"1,0 1 636,0-1 0,0 1 736,0 0 0,0 4-57,0 1 178,0 5 1,1 0-95,4 8 1,-3 4 0,2 7 0,-2-1 150,-2 0 1,0 2 0,0 2 0,0 3-154,0 1 0,5 1 1,0 2-1,-2-1 119,-2 2 0,-1 1 1,0 2-1,0-1-11,0 1 1,0 0-1,0 0 1,0 1-16,0 4 1,5-9 0,0 4 0,0-3-83,1-4 0,-3 4 1,5-7-1,0 0-37,0 2 0,0-10 1,4 3-1,-3-1 284,2 0 1,2-11 0,2-4 0</inkml:trace>
  <inkml:trace contextRef="#ctx0" brushRef="#br0" timeOffset="22">8776 6892 16848,'0'-10'-2328,"0"1"1,-5 4 1386,0-5 1,-1 7 938,1-2 1,3 5 333,-2 5 0,2 3 0,2 7-367,0-1 0,0 0 1,0 1-3,0-1 0,0 1 0,0-1-16,0 0 1,0-4-468,0-1 491,0-5 0,2 2 1,1-8 235,2-2 1,-1-4 0,-2-5 0,1 2-164,2 1 1,1 1 0,-2-6-1,2 1-111,2-1 1,-3 1 0,3 0 0,0-1 216,0 1 0,-3 4 0,4 1 106,2-3 0,-3 6 0,2 1-14,1 4 1,2 1 0,1 0-20,1 0 1,-6 6-224,1 4 1,-1-4 0,6 0-1</inkml:trace>
  <inkml:trace contextRef="#ctx0" brushRef="#br0" timeOffset="23">8891 7626 16473,'-5'-15'-1436,"0"1"0,-4 4 0,2 2 286,-1 2 1,3 1 1245,-4 5 0,-1 0 207,-4 0 0,6 7 0,2 2-221,-1 4 1,6 1 0,-4 1 0,3-1-142,2 1 1,0-1 0,0 0-1,0 1-5,0-1 1,0 0-1,0 1 1,2-1-166,3 1 0,-2-6 0,5 1 1,0-1 176,0-1 0,1 5 0,6-5-7,-1 0 132,0 5 0,26-37 0,7-2 0</inkml:trace>
  <inkml:trace contextRef="#ctx0" brushRef="#br0" timeOffset="24">9020 7770 13983,'-14'-5'-2596,"0"0"2175,6-6 0,3 4 436,10-2 1,1 1 0,5 5 322,-1-2 0,-1 0 0,6 5-266,-1 0 1,-4 0-23,-1 0 1,-4 0-24,5 0 1,-7 6-256,2 4 0,-4 3 0,-1 1 146,0 1 1,0-6-1,0 1 66,0 1 1,0-3-1,0 2-86,0 1 1,2-5-1,1 1-408,2-1 1,6-4 399,-1 2 0,2-2 105,3-2 0,-1 0 80,1 0 1,-6 0-9,1 0 0,-9 6 1,1 4-1,-8 3 157,-7 1 0,0 2-117,-11 3 0,-21 15 0,-11 6 0,-6 6 0,0 1 0</inkml:trace>
  <inkml:trace contextRef="#ctx0" brushRef="#br0" timeOffset="25">11006 6863 15598,'-10'-6'-1583,"1"-4"1,5-3 168,0-1 1,2 4 1413,2 1 1,0 4 218,0-5-208,0 1 1,0-1-39,0 1 70,0 5 0,0 0 1,2 8-156,2 6 1,-2 3 0,3 1 0,-4 2 170,-1 3 1,0-1 0,0 6 0,0 2 5,0 1 0,2 2 1,1 1-1,2 2-106,-2 1 0,4 3 1,-1-4-1,0 1-68,1-1 0,2-2 0,-2-1 1,1 0-69,3 0 1,-3-2 0,0-3-1,0-5-118,0-3 1,-3-3 329,4-3 1,1-10 0,4-8 0</inkml:trace>
  <inkml:trace contextRef="#ctx0" brushRef="#br0" timeOffset="26">10934 6849 14151,'-2'-8'-1691,"-3"3"1,2 3 0,-5 4 1970,2 3 0,-4 3 0,5 6 0,2 1-268,2-1 1,-4 0-1,0 1 1,2 1-18,1 3 1,-3-8 0,1 3 0,0-1-9,3 0 1,1 1-13,0 1-25,0-7 1,1-3 0,3-10 64,0-5 1,8-1 0,-4 0 0,1 1 121,1-1 1,-5-2 0,3-1-1,0 0-249,0-1 0,-4 1 0,6-1 147,1 1 1,-3 1-1,0 2 1,0 3 152,0 2 0,-3-4-8,5 5 1,-6 0-150,6 5 0,-5 5 0,3 2 0,0 1-98,0 3 0,8 27 0,6 9 0</inkml:trace>
  <inkml:trace contextRef="#ctx0" brushRef="#br0" timeOffset="27">10919 7626 14151,'0'-10'-1467,"-1"2"1,-2 0 392,-2 0 0,0-1 916,5-6 1,-5 6-52,0-1-50,1 7 289,4-4 1,0 14 0,-2 2 36,-3 4 1,4 2 0,-4-1 0,3 0-152,2 1 0,0-1 0,0 2 0,0 2 95,0 1 0,0 0 0,0-5 0,0 1 17,0-1 0,2 2 0,3 0 0,4 0-152,4-3 0,-3-2 0,-1 4 0,2-3 261,2-2 1,53-23 0,-27 1 0,0 0 0</inkml:trace>
  <inkml:trace contextRef="#ctx0" brushRef="#br0" timeOffset="28">11178 7741 14151,'-14'0'0,"4"0"-170,1 0 0,4 0-890,-5 0 0,7 6 936,-2 4 0,4-2 0,1 1-20,0 3 0,0-4 1,0 1-7,0 2 0,-5 2 151,0 2 1,0-6-95,5 1 0,2-7-191,3 2 0,-2-4 195,7-1 1,-1-1 139,6-4 0,-3 2 0,0-5 137,-3 1 1,-4 1 101,5 1 1,-1 2 41,6-7 1,-6 7-192,1-2 0,-7 2 1,3 0 79,1-2 0,-4-1 127,6 1 1,-1 2 1,2-7-268,3 1-22,-12-6-117,6 7 0,-9 8 0,-1 10-38,-2 3 0,-4 1 0,4 2 0,0 2-105,-1 1 0,4 5 0,-3-3 45,4 1 0,1 40 0,0 15 0</inkml:trace>
  <inkml:trace contextRef="#ctx0" brushRef="#br0" timeOffset="29">13034 6777 15773,'-6'-15'-2152,"-1"1"1,-4 0 423,2-1 1069,6 7 699,-4 2 1,7 8-1,0 2 1,0 6 53,0 3 1,0 1 0,0 2-1,0 2-68,0 1 1,2 6 0,1-2 0,3 1-64,2 0 0,-3 0 0,3 3 0,0-2-167,0-1 1,-3 0 0,4 5 0,1 0 159,-2 0 0,3-2 0,-4-1 1,-1-4-27,0-1 0,1 3 1,-4-5-1,3-2-67,2-1 0,-4-1 0,2-1 199,0 1 0,-10-46 1,2-10-1</inkml:trace>
  <inkml:trace contextRef="#ctx0" brushRef="#br0" timeOffset="30">12962 6863 14754,'-9'-6'-2524,"-1"-4"1124,-1-3 1,5-1 1088,1 0 1,-2 4 9,3 0 121,-1 7 233,5-3 1,0 12 0,0 4-1,0 3 0,0 1 0,0 0-187,0 1 0,0-6 1,1 1 46,4 1 0,-3 2 171,3 1-53,-4-6 0,1-1 22,3-7 0,-2-2 133,6-3 0,-4-3 1,3-6-1,0 0-139,0-1 0,-5 1 0,4 1 0,-2 2 43,-1 1 0,3 1 1,-2-6 6,4 1 0,-1 6 0,0 1 358,-2 1 0,1 4-232,-2-2 0,3 4 0,6 4 30,0 6-259,1 3 0,25 33 0,6 9 1</inkml:trace>
  <inkml:trace contextRef="#ctx0" brushRef="#br0" timeOffset="31">12991 7467 13424,'-8'-9'-974,"2"1"1,1 0-317,0 0 0,-1 3 841,1-4 0,-3 5 658,-6 0 0,-1 8 0,2 6-25,4 3 0,-2 1 0,4 0 0,1 1-126,-1-1 1,3 1-1,2-1 1,-1 0-45,-2 1 0,0 4 1,5 0-110,0-1 1,2-2 0,1-2 0,3 1 28,2-1 0,-3 0 1,5 1-1,1-1 44,2 0 1,1-4 0,1-2 0,-1 0-4,0 0 1,1-5 84,-1 2 1,32-29 0,9-8-1</inkml:trace>
  <inkml:trace contextRef="#ctx0" brushRef="#br0" timeOffset="32">13149 7669 13424,'-14'0'-1012,"4"-5"0,2-1-714,2-2 1405,1 5 1,7-4 694,3 7 0,-2 0-330,6 0 1,-1 2 0,4 1 0,-4 3-118,-2 2 1,0-4-1,-2 2 1,0 0-26,0 4 1,-1-2 0,0 1-71,2 3 0,0-4 0,-5 1 119,0 2 1,0-3 0,0 2 77,0 1 1,0-3 0,-2 0 159,-3-1 1,2 2-316,-7-4 0,6 1-150,-6-1 279,7-3 1,-4-41-1,7-17 1</inkml:trace>
  <inkml:trace contextRef="#ctx0" brushRef="#br0" timeOffset="33">13221 7611 13424,'0'-9'-1421,"0"-1"0,0 1 1153,0-6 1,7 6 0,2 1 426,4 1 0,1 2 0,-1 4-65,-3-4 0,41-9 0,5-9 0</inkml:trace>
  <inkml:trace contextRef="#ctx0" brushRef="#br0" timeOffset="34">14905 6719 11564,'0'-16'0,"0"-1"-502,0-2 1,0-1 0,0 6 285,0 0 179,0 6 1,0 3 53,0 10 0,0-2 0,0 6 0,0 3 3,0 0 0,0 4 0,0 2 0,0 1-41,0-1 0,1 2 0,2 1 0,4 0-62,1 0 1,1 3 0,4-3 0,-2 1 3,-1 4 1,-1 1-1,6 0 1,-1-2-31,1-1 1,-1 0 0,0 5 0,1 0-55,-1 0 1,1-2 0,-3-1 0,0-4-10,-3-1 1,-1 3 0,3-5-1,-3-2-39,-1-1 1,-2-1 0,-4-1 132,4 1 192,-3-1 1,-15-25 0,-11-7 0</inkml:trace>
  <inkml:trace contextRef="#ctx0" brushRef="#br0" timeOffset="35">14919 6705 14938,'-8'-14'-5700,"2"6"5480,6 1 1,0 14 0,0 2 235,0 4 0,0 1 0,0 1 0,0-1-1,0 0 0,0 1 0,0-1 1,0 1 1,0-1-2,0 0 1,1-4-120,4 0 1,-3-9 104,2-1 0,0-1 0,-1-9 135,2-1 0,1-2 0,-3-1 0,2-1-26,-2 1 0,4-1 0,-3 1-50,0 0 1,2-1 0,-1 1 31,-2 0 0,5 6 237,1 3 0,-1 3 208,2 2-521,0 7 1,23 32 0,6 16 0</inkml:trace>
  <inkml:trace contextRef="#ctx0" brushRef="#br0" timeOffset="36">15106 7467 13124,'-6'-8'-3828,"2"-4"3161,-5 2 1,4 4 677,-5 1 0,6 3 252,-6 2 1,7 2-1,-4 3-137,1 4 0,4-1 0,-2 2 0,0 1-91,0 2 1,2 1 0,-3 1-1,2-1-18,-2 0 1,4 1-1,-4-1 1,3 1-106,2-1 1,0 0-1,0 2 1,0 2 102,0 1 0,0 0 0,0-4 0,0-1-22,0 0 0,0 1 0,2-2 0,1-2-173,2-2 0,6-4 0,-1 3 236,2-1 0,16-28 0,2-11 0</inkml:trace>
  <inkml:trace contextRef="#ctx0" brushRef="#br0" timeOffset="37">15235 7626 12625,'-12'-2'0,"0"-1"-849,3-2 1,-1 0 742,-4 5 1,1 2-1,2 1 1,3 4 159,2 1 0,-4 1 1,5 6-1,0-1-47,-1 0 0,4 1 1,-4-1-1,1 0-23,0 1 1,1-1 0,4 2 0,0 2-76,0 1 0,0 0 0,0-4 1,1 1-38,4 3 1,-2-8-1,7 3-8,1-1 0,2-2 1,1-1 57,1-5 1,-1-4-1,0-2 48,1-4 0,-3 2 1,0-5-1,-4 0-10,-2 0 0,0-2 70,-1-4 1,-5 1-94,0 3 1,-6-1 0,-9 6 157,1 2 1,0 6-1,-1 4 23,1 1 0,-20 33 1,-4 14-1</inkml:trace>
  <inkml:trace contextRef="#ctx0" brushRef="#br0" timeOffset="38">17005 6762 12784,'0'10'-1927,"0"0"1762,0 1 0,0 2 0,2-1 0,1 0 5,2-3 0,-1 2 1,-2 7-1,1 1 37,2-1 1,5 4-1,-4 1 1,0 0 34,1 1 1,2-1 0,-2 2-1,1-1 16,3 2 1,-3 1 0,0 2 0,0 0 12,0-1 1,0 1 0,3-2 0,-3-1-184,-1-2 1,2-5 0,-3 4 0,1-3 98,-1-2 1,4-2 0,-4-2 0,2 1-344,3-1 609,-4-6 0,6-8 0,-5-8 0</inkml:trace>
  <inkml:trace contextRef="#ctx0" brushRef="#br0" timeOffset="39">17005 6964 11701,'-8'6'-179,"-3"-3"0,4 5 57,-1-1 1,5-1 0,-3-3 87,-1 2 0,4 5 0,-5-4 63,2 2 0,0-3 69,1 5-261,3-7 139,-4 3 0,6-7-131,0-4 1,0-3 0,0-7 7,0 1 0,5 0 0,-1-1 0,1 2 79,2 4 0,-6-4 0,5 4 0,-1-4 13,0-2 0,1 6 0,-2-1-37,0-1 1,3 3 203,-2-2 9,-4 7 1,10-2-125,-6 10 1,5-2-1,-5 7 1,-1 0-36,3-2 1,-4 4-1,7-2 1,1 3-95,2 1 1,-4 1-1,1-3 108,1-2 1,27 15 0,9-1 0</inkml:trace>
  <inkml:trace contextRef="#ctx0" brushRef="#br0" timeOffset="40">17135 7626 13194,'0'-15'-3344,"0"6"2707,0-1 0,-2 2 433,-3-1 0,2-4 183,-7 3 78,7 4 1,-5-2-25,3 3 0,2 3 88,-6-2 1,4 7 0,-3 3-115,1 2 0,-2 2 1,4 4-1,0-1 72,-1-3 0,3 4 0,-5-1 0,1 4-14,4 1 0,-3-2 0,1-2 0,2 1 0,1-1 0,-3 0 0,0 1 0,2-1-35,2 1 1,1 4 0,1 0-97,4-1 0,-2-7 0,7-3 0,1-2 75,2-3 0,1-1 1,1-2-1,-1 0-88,0 0 1,1 0-1,1 0 1,1 0 110,3 0 1,18-38-1,0-10 1</inkml:trace>
  <inkml:trace contextRef="#ctx0" brushRef="#br0" timeOffset="41">17250 7784 13194,'-8'-6'-1161,"-4"2"1,6-4-93,-2 2 972,5 1 0,-4 4 167,7-4 0,7 3 1,2-3 244,4 4 1,-3-1-1,-1-1 1,3-2-60,0 2 0,-2 1 0,0 2 1,-1-1 55,-1-4 0,5 3-93,-3-2 1,1 0 0,0 1 276,-1-2-81,-7 1 0,3 5-285,-6 4 0,0 3 0,-1 6 115,-4 1 0,3-6 0,-4 1 0,1 1-97,0 2 0,-4 1 1,4 2-1,0 2-28,-1 1 0,4 2 1,-3-3-1,4 2-52,1 3 1,-5-6 0,0 4-1,2 0-8,1 3 0,2-2 1,0 1-1,0-3-43,0-2 1,0 3 0,0-2 0,0-1-201,0-2 1,5-7 76,0 1 238,6-1 1,-9-1 0,4-1 0</inkml:trace>
  <inkml:trace contextRef="#ctx0" brushRef="#br0" timeOffset="42">17264 7985 9516,'-8'-6'0,"2"-2"-813,-1 0 695,6-5 1,-4 7 0,10-4-1,4 6 50,4 2 1,1 0-1,1-1 1,-1-2 46,1 2 0,4 2 67,0 1 0,38-13 1,6-3-1</inkml:trace>
  <inkml:trace contextRef="#ctx0" brushRef="#br0" timeOffset="43">5093 4950 19864,'-8'0'67,"1"0"66,7-7-1775,0 6 640,0-6 297,0 7 1285,0 0-156,0-6-1355,0 4 497,0-4 0,0 4-491,0-3 915,0 4-4,0-6 1,-6 9 409,-4 3 1,-2-2-1,-1 7 1,2-1-306,1-1 0,2 5 0,-3-3-53,1 2 1,2 3 0,-3-2 0,3-2 438,2-2 1,1 1-327,5 4 0,0 1-175,0-1 0,1-6 0,4-2 75,5 1 1,3-6-1,1 4 171,0-3 1,-4-2 0,0 1-576,1 4 0,2-3 0,-1 4-202,-2 1 0,3-6 256,-4 4 0,-2 3-505,-2 2 0,-4-2 799,-1 1 0,-1-4 0,-4 3 0,-3 0 396,0 0 0,-5-3 0,3 3 0,-1 0-35,2 0 1,-4-3 0,3 3 0,-1 0 35,1-1 0,-2-2 30,2 5 0,4-5 464,1 4-957,3-6 650,9 4 1,33-33 0,14-6 0</inkml:trace>
  <inkml:trace contextRef="#ctx0" brushRef="#br0" timeOffset="44">5251 5180 22114,'-8'0'-941,"2"0"1,6 1 278,0 4 0,0 3 0,1 5 1,2-2 56,2-1 1,2-1 0,-4 6 0,3-1 28,2 0 1,-3 1 0,5 1 353,1 3 0,2 23 1,1 10-1</inkml:trace>
  <inkml:trace contextRef="#ctx0" brushRef="#br0" timeOffset="45">7337 5079 16134,'0'-14'-2092,"2"6"1,1 1 2292,2 1 0,-1 3-196,-4-7 1,2 7 280,3-2 309,-4-3-557,6 0 0,-6-1-73,4-1 0,-3 5-44,3-4 1,-4 4 120,-1-5 0,0 5-287,0-4 1,0 4-99,0-5 130,0 7 0,-6-3 146,-4 6 1,2 0 0,0 1 0,0 3 188,0 0 1,3 6 0,-3-4 18,2 2 1,-3 2 0,4 4-197,2 1 0,1-6 0,2 1 28,0 1 0,0-3 1,0 2-1,2-1-81,2-1 1,0 3-1,3-4 1,1-1 47,0 1 0,-3 2 1,5-2 45,1 1 0,2 0 0,0 3 0,-2-3-143,-2-2 0,-4 4 1,5-5-1,-1-1-72,-1 3 1,0-6-1,-4 6-922,0-1 950,1-4 1,-6 9 0,-4-6 465,-5-2 0,-3 3 0,-1 1 1,-2-1 83,-3 1 1,3 2 0,-3-2 0,1-1-92,-1 0 0,3 1 0,-3-4 0,3 3 44,1 2 1,6-5 0,1 4 329,1-1-507,3-4 1,-3 11 0,-1-5 0</inkml:trace>
  <inkml:trace contextRef="#ctx0" brushRef="#br0" timeOffset="46">7495 5180 11002,'0'-8'-1321,"0"0"866,0 3 365,0 3 1,0-6 73,0 4 1,2 2 549,3-3-211,-4 4-210,12 1 0,-10 0-126,7 0 1,-5 1 70,4 4 1,-6-2-140,2 7 1,-2-2 0,1 3-22,0-1 1,1-1 23,-5 6 0,0-6-187,0 1 0,2-2-86,3 1 1,-2 2-1,6-6 0,-4 0 233,5-5 1,-5 0 250,4 0 0,-4 0 170,5 0 1,-7 2-144,2 2 0,-4 0-91,-1 5 0,-1-4 0,-3 5 32,0 1 0,-8-3 0,1 1 1,-5 3 253,-3 0 1,0 3-211,4-1 0,1 1 0,0-1 1</inkml:trace>
  <inkml:trace contextRef="#ctx0" brushRef="#br0" timeOffset="47">9380 5065 18445,'0'-15'-4811,"0"6"4074,0-1 0,0 0 546,0-4 0,0 5 36,0-1 94,0 0 23,0-4 38,0 0 0,-5 4-592,0 0 1,-1 7 576,1-2 1,2 4 233,-7 1 1,2 1 0,-3 3 146,2 0 0,5 3 0,-2-2-162,0 4 1,4-1 0,-3 2-128,4 1 1,1-3 0,0 2-81,0 1 1,0-3 0,0 1-3,0 2 0,0-3 0,1 2 82,4 1 1,3 2-189,6 1 1,-4 1 0,0-1-235,1 1 0,-5-6 0,1-1-331,-1-1 0,-4 4 215,2-2 0,-2 4 334,-2 2 1,-2-6 309,-2 1 0,-3-5 0,-4 3 141,1-2 1,6-1 0,-4-4 294,1 4 1,1-3 274,1 2-572,3-2 1,28-27 0,14-7-1</inkml:trace>
  <inkml:trace contextRef="#ctx0" brushRef="#br0" timeOffset="48">9452 5237 18445,'-2'-9'-3458,"-2"-1"0,2 5 2594,-3-4 0,5 1 1197,5-2 1,-2 4 0,5 4-1,0-1 522,0-2 0,-3 0-403,5 5 1,-1 0-325,5 0 1,-4 0-73,0 0 1,-6 0 0,4 2-223,-1 3 0,-2-2 1,-5 7 297,0 1 0,0-3 0,0 1 43,0 3 1,-2 0 0,-1 3-259,-2-1 1,0-4 0,4-2-279,-4-2 1,3 5 115,-3-1 1,4-2 0,2 0-148,4-2 1,-2-1 0,5-3 162,-1 2 0,4-2 318,-1 3 0,-2-2 58,1 2 1,-6-2-236,2 7 1,-5-2 0,-5 3 173,-4-2 0,-4 1 0,-1 4 0,-1 1 21,1-1 0,-26 11 0,-11 3 0,-4 3 0,-1 0 1</inkml:trace>
  <inkml:trace contextRef="#ctx0" brushRef="#br0" timeOffset="49">11452 4978 20146,'0'-14'-2828,"0"0"0,0 4 2146,0 0 0,0 6 419,0-6 0,0 5-90,0-4 171,0 5 103,0-8 1,0 8-7,0-5 0,-2 6-531,-3-2 1,2 3 909,-6 2 0,4 0 1,-3 2 207,1 3 1,-2-2 0,2 5-197,-1-2 0,4 4 1,-4-4 209,1 2 1,-2 2-168,4 4 1,-5 1-173,5-1 1,1 0 0,4 1-180,0-1 0,0-4 0,0-1 69,0 2 1,0 2-1,1 2-365,4-1 1,-3-4 0,2-1 0,0 1-700,0-2 0,0 5 353,5-4 0,-4 4-94,5 1 1,-7-4 124,2 0 1,-4-6 266,-1 6 0,-1-7 602,-4 2 1,2 1-1,-7-1 229,-1-2 1,4 1 0,1-1 288,0 2 0,-2 1 727,-7-1 117,7-4-1282,2 6 0,25-26 0,5-5 0</inkml:trace>
  <inkml:trace contextRef="#ctx0" brushRef="#br0" timeOffset="50">11495 5180 21182,'-2'-10'-7458,"-3"1"5104,4 5 2595,-6-2 0,6 11 0,-2 1 73,-2 2 0,-1 2 0,2 4-245,0 1 1,-3-1 0,4 0-21,-2 1 1,0-6-1,5 1-219,0 1 0,0-3-834,0 2 1203,0-1 273,0-1-667,0-1 1,7-7 280,2 0 0,-2-2 1,-1-1 130,0-2 1,-2 0-1,4 4 1,0-3 268,0 0 1,-4-1 206,6 5 1,-5-2-198,4-3 0,-4 4 0,5-4-74,1 3 0,-5 1 0,1-2 199,-1-2 0,-3 0-157,7 5 0,-7-2 0,4-1-345,-1-2 0,-4-1-1157,2 1 647,-2 4-227,-2-12 1,-2 11-118,-2-2 0,0 2 522,-5 2 0,1 6 124,-2 4 0,-1 3 1,6 1-181,2 0 0,-3 1 0,1 1 0,2 1-375,1 3 1,0 0 645,-2 0 0,-5 16 0,-3 8 1,-3 6-1,-1 0 0</inkml:trace>
  <inkml:trace contextRef="#ctx0" brushRef="#br0" timeOffset="51">13380 5050 19845,'0'-8'-3351,"0"-5"1,0 10 2753,0-6 1,0 4 317,0-5 1,4 6 663,1-6 0,2 5-192,-3-4 0,-2 4 1,4-3 123,1 1 1,-6 1-208,4 1 1,-3 2-425,-2-7 363,0 7 1,-2-3-13,-3 6 0,2 0 325,-6 0 1,1 1 0,-2 4-298,5 5 0,-1-2 0,1 1-181,2 3 1,1-4 0,2 1-174,0 2 1,0 2 0,0 1 38,0 1 1,5-6 0,1 1-1,2 1 0,0 2 0,4 1 194,-3 1 1,-6-6 0,4-1 0,-2 0-86,-1 0 1,1 2-225,-5 4 0,0-4 0,0 0 182,0 1 1,-6-5-1,-2 1 507,0-1 1,-5-4-1,3 4 124,-2 0 0,-3-4 0,1 3 179,-1-4 0,6-1 241,-1 0-644,7 0 1,-2 0 0,10 0 162,5 0 1,41-19 0,11-5 0</inkml:trace>
  <inkml:trace contextRef="#ctx0" brushRef="#br0" timeOffset="52">13451 5266 19845,'-12'-6'-2653,"2"-4"0,2 4 1471,3 1 399,4 3 1079,-6 2 0,9 0 17,3 0 0,-2 0-74,7 0 1,-6 0-37,6 0 0,-5 0-200,4 0 0,-4 0 235,5 0 0,-6 0 0,6 0 12,1 0 1,-3 0-1,0-1 365,-1-4 1,4 2-396,-2-7 0,-1 7-124,2-2 1,-7 2 0,4 0 255,-1-2-402,-4 0 1,2 5 52,-8 0 0,-4 0 0,-5 2 113,3 3 1,-3-4-1,5 6-19,0-1 1,-4-3-120,2 7 0,2-7 0,0 3-68,2 1 0,-4-4-31,5 6 0,-1 1-256,1 4 1,3 1 100,-2-1 0,2 1 48,2-1 0,0-4 0,2-2 1,1 0-251,2 0 0,-1-4 1,-2 6 111,3 1 1,-4-3 0,6 0-1,-2 0-389,-1 0 1,3-3 243,-2 5 0,-2-7-307,6 2 622,-5 3 0,0-7 470,-8 4 0,-4-3 1,-7-2-1,2 1 65,4 4 1,-9-3 0,4 4-28,-2 0 0,0-4 0,2 4 0,-1-1 360,1 0 0,4 0-606,1-5 1,18-26-1,1-6 1</inkml:trace>
  <inkml:trace contextRef="#ctx0" brushRef="#br0" timeOffset="53">13509 5295 19845,'-2'-13'-3323,"-2"3"0,2-2 2568,-3 2 1,5 4 0,3-1 1347,2 1 0,6 4 1,-1-2-161,3 2 0,1-3 0,1 0-217,-1 2 1,20-5-1,4 0 1</inkml:trace>
  <inkml:trace contextRef="#ctx0" brushRef="#br0" timeOffset="54">15394 5021 19400,'0'-9'-3206,"0"-1"1,0 1 2626,0-6 1,0 6 157,0-1 678,6 7 1,-3-8 92,7 6 1,-7-1-79,2 1 257,-4 3-917,-1-11 1,-1 12 598,-4-4 1,-3 8 0,-6 4 89,-1 1 0,3-4 0,0 6 0,3 0 36,-2-2 0,-2 4 0,0-2-237,3 3 0,-1-4 0,5 1 1,-1 1-171,1 2 1,1-4-1,5 1-106,0 1 1,0 2 0,0 1-73,0 1 1,2-2-1,1-2 1,3-2 134,2 3 1,-3-4 0,5 1-97,1 2 1,-3-3 0,2 2-96,1 1 1,-5-3-1,1 0 1,-3 0-284,1 0 0,0-3-11,-5 4 0,0-4 540,0 5 0,-6-2 0,-4 3 370,-3-1 0,-1-7 0,-1 2 0,1-2 105,0 2 0,4-4 0,0 4 248,-1-3 1,-2 2 168,-1 1-344,6 0 1,3-5-116,10 0 1,48-19 0,17-5 0</inkml:trace>
  <inkml:trace contextRef="#ctx0" brushRef="#br0" timeOffset="55">15523 5252 19030,'-8'0'-2058,"2"-7"0,4 6 552,-3-4 1120,4 3 0,-7 2 678,3 0 1,2 0 0,-5 2 0,0 3-166,0 4 0,3-1 0,-5 2 0,1 3-113,1 4 1,-3-1 0,4 3 0,1-3-70,0-1 0,-1 4 0,4 0 0,-2-1-132,2-2 1,1-2 0,2 1 0,0-1-53,0 0 0,7-4 1,2-2 285,4-2 0,1-1 1,1-5-1,-1 0 107,1 0 1,-1-2-1,0-1 1,-1-3-147,-3-2 0,1 3 0,-6-4-177,-2-3 1,-3 1-1,-5 2 1,-3-3 0,-6 8-1,-1 0 545,1 3-205,0 7 1,-29 17-1,-12 7 1,-4 5 0,0 0-1</inkml:trace>
  <inkml:trace contextRef="#ctx0" brushRef="#br0" timeOffset="56">3395 8705 17535,'0'-10'-2064,"0"1"0,0 4 1485,0-5 1,-2 6 33,-2-6 0,2 0 393,-3-4 1,4 4 191,1 1 0,-5 4-314,0-5 0,0 1 292,5-6 0,0 6-166,0-1 1,-1 5-30,-4-4 0,3-1 111,-2-4 0,0 6 0,1 1 9,-2 1 1,1 3 27,4-7 1,-2 7-413,-3-2 727,4 4 0,-6 2 1,7 4-1,0 5-201,0 2 1,0 4-1,2 2-133,3 1 0,-4 0 1,6-4-1,-1-1 12,4 1 0,-2-6 0,1 1 0,2 1 24,2 2 1,-3-5-1,-1-2 1,2-1 200,2 0 0,2-1 0,-1-4 1,0 0-5,1 0 0,-1-1 1,1-2-1,-1-4 172,0-1 0,-4 4 1,0-6-1,-1-1-329,-1-2 0,0 3 1,-5 1 171,2-2 0,1-2 153,-1-2 0,-3 1 459,3 0-584,-10 6 0,2 1-201,-7 7 1,7 2 0,-2 3-141,3 4 1,4 4 0,1 1-249,2 1 1,1-1 0,-2 2 0,0 2 99,0 1 1,2 2-1,0-2 1,1 3 66,-1 1 1,4 4 0,-4-3-1,1 1 22,-1-1 0,-1 4 1,-5-6-1,0 0 138,0-3 0,0 2 1,0-2-1,-2-1 135,-3-2 0,2-6 0,-6-1 0,-3 1 151,0-2 0,-3 3 0,1-6 0,-1-2-84,1-1 0,5-2 0,-1 0 25,-1 0 0,0-2 0,-1-1 1,4-4-191,2-1 0,-4 4 0,6-6-50,0-1 1,3-2 13,1-1-100,0-1 1,1 6-1,4 1 118,5 1 0,22 15 1,6 8-1</inkml:trace>
  <inkml:trace contextRef="#ctx0" brushRef="#br0" timeOffset="57">3798 8906 16868,'-14'0'-807,"6"0"1,-4 2 1437,8 3 0,-1 3 0,5 6-897,0 0 0,0-4 0,1 0 0,3 1-86,0 2 0,3-4 0,-4 1 1,3-1-46,2-1 1,-3 4 0,5-6 305,1 2 1,2-3 0,1 3 14,0-2 1,1-1-1,-1-7 127,1-2 0,-3 0 0,0-4 1,-4 0-50,-2 0 0,0-1 0,-2-6 0,0 1-234,0 0 0,-3 4 0,-1 0 0,-1-1 130,-4-2 0,2 4 0,-7-1 1,-1 1 290,-2 1 1,-1 1 0,-1 7 0,1 0 113,-1 0 0,-4 7 0,0 2 0,2 6-181,1 4 1,-6 19-1,-3 10 1,-2 7 0,0-1-1</inkml:trace>
  <inkml:trace contextRef="#ctx0" brushRef="#br0" timeOffset="58">6258 8604 22791,'0'-14'-3484,"-2"-1"-604,-2 1 2067,2 0 1680,-4 6 380,12 1 1,2 7 308,6 0 0,-6 2 1,-1 1-453,-1 2 1,-4 1-1,4-3-280,1 2 0,-4 6 168,6-1 0,-4-4 0,3 1 275,-1-1 1,4-4 0,-2 3 209,4-4 0,-3-1 0,-1 0 0,3 0-19,0 0 0,3 0 0,-1 0-40,0 0 0,1 0 1,-1-1-88,1-4 0,-6 2 419,1-7 1,-5 2-1,3-3-160,-2 1 0,-1 5 0,-7-3-208,-3 2 0,2 0-313,-6 1 0,4 3 66,-5-3 1,7 5-1,-2 5-40,4 5 1,1-2 0,0 1 0,0 3-96,0 0 0,0 3 0,0-1 0,1 1-153,4-1 0,-3 5 0,2 0 0,0 0-40,0 2 1,-2-3 0,3 4 0,-4-1 54,-1-3 0,0-1 0,0 1 587,0 1 0,0 0 0,-1-4 47,-4-1 0,2-6 0,-7-3 41,-1-4 1,3-1 0,-2 0-140,-1 0 1,-2 0 0,1-1-132,2-4 0,2 3 0,5-4 0,-3 1 45,-2 0 1,4-6-310,0 2 1,2 1 1,2-2 1,0 5-228,0-4 722,6 5 0,2-2 0,7 6 1</inkml:trace>
  <inkml:trace contextRef="#ctx0" brushRef="#br0" timeOffset="59">6733 8806 15390,'-15'0'0,"6"-2"-727,-1-3 0,7 5 0,-2 0 444,4 8 1,2 3-1,2 1 1,4-3-43,1 2 0,-3 2 0,4 2 44,2-1 0,-3 2 0,0 1 153,-1 3 1,23 18 0,2 0 0</inkml:trace>
  <inkml:trace contextRef="#ctx0" brushRef="#br0" timeOffset="60">8517 8575 20575,'-8'-9'-4168,"3"-1"0,2 7 3647,-2-2 1,3 2-698,-2-2 1171,2 4 1,4-11 513,2 8 0,-2-3 13,3 2 277,3 4 0,-5-7-852,7 3 1136,-7 3 1,3-6 245,-6 4-650,0 2-381,0-4-517,0 6 1,-5 1 505,1 4 0,-1 3 0,5 6-731,0 1 1,1-6-1,3 1 231,0 1 0,3 0 0,-4 1 0,3-4-301,2-2 0,-3-1 0,5-5 471,1 0 1,2 0-1,1 0 217,1 0 0,-6 0 0,1 0 0,-1-2 159,-1-3 0,3 2 1,-4-5-1,-1 0-13,1 0 1,-3 3-1,-2-3-512,3 2 0,-4-5 542,4 1 941,-3 4-561,-2-1-931,0 7 0,0 2 0,0 3-4,0 4 1,0 4 0,0 2-174,0-1 1,5-4 0,-1-1 0,0 2 56,-3 2 1,-1 2 0,0-1 225,0 0 0,0 1 0,0-1 0,0 0 128,0 1 0,0-6 0,-1 1 0,-4 1 86,-5 2 1,2-3 0,-1-2-1,-3 0 203,0 0 0,-3-4 1,1 4-1,1 0 195,4 0 0,-4-4 0,3 0 64,-3-2 0,4 3 108,-1 0 1,9-1-325,1-4 0,38-12 1,16-4-1</inkml:trace>
  <inkml:trace contextRef="#ctx0" brushRef="#br0" timeOffset="61">8819 8791 17258,'0'-9'-4974,"0"-1"4181,0 7 738,0-10 1,0 10 16,0-7 0,0 5-44,0-4 1,2 6 268,2-2 1,0-2 0,5 3 45,2 0 0,-3 3 1,2 1-250,1 0 1,-3 0 0,0 1 63,-2 4 0,1-2 0,-4 7-88,2 1 1,0 2-1,-5 1 1,0 1 95,0-1 0,-5 1 1,-2 1-1,-1 1 65,-3 2 0,3 1 0,-1-6 1,-1 0 44,2 1 0,-3-6 1,5-1-1,-1 0-74,1 0-184,1-5 0,7 4-11,2-7 1,4-2-1,7-1 1,-1-3 253,0-2 1,1 3 0,1-3 161,3 1 1,23-16-1,10-1 1</inkml:trace>
  <inkml:trace contextRef="#ctx0" brushRef="#br0" timeOffset="62">10502 8475 17258,'-9'0'-2579,"-1"0"2471,7 0 188,-4 0 0,7-2-902,0-3 543,0 4 1,0-7 120,0 3 0,2 3 410,3-3 1,-2 4-139,7 1 1,-7 1-399,2 4 0,-2 3 8,2 7 1,-2-1 0,5 0-242,-2 1 0,1-6 387,-3 1 1,4-2-1,7 2 165,-1-6 1,-4-2-1,-1-2 1,2 0 51,2 0 1,-3 0 0,-1 0-201,3 0 1,0-5 0,1-1 128,-3-2 1,1 3 0,-6-5 206,-2-1 0,3 3 790,-1-1-709,0-1 0,-5 0 1,-2 2-80,-2 2-524,2 1 1,-4 7 340,6 3 1,0-2 0,0 6-220,0 3 0,0-4 0,1 1 0,2 2-141,2 2 1,0 2-1,-3-1 1,1 0 152,2 1 0,1-1 0,-3 1 1,2-1-24,-2 0 0,-1 2 0,-2 2 0,0 1 109,0-1 0,0-2 1,-2-2 271,-3 0 1,2-4 0,-6 0 261,-3 1 0,4-5 1,-1-1-378,-2-3 0,-2-2 0,-2 0 226,1 0 0,0 0 79,-1 0 0,6 0-386,-1 0 0,8-5 0,1-2 287,4-1 1,27-1 0,2-6 0</inkml:trace>
  <inkml:trace contextRef="#ctx0" brushRef="#br0" timeOffset="63">10876 8791 16164,'0'-8'-4368,"0"0"4124,0 3 1,0 2 136,0-6-101,0 5 104,0-8 0,0 8 44,0-5 1,2 6 291,3-2 1,-2-2-130,6 3 1,1-1 224,4 5 0,-4 0-88,0 0 1,-6 1-242,6 4 1,-5 2 0,3 4-174,-2-2 0,-1-4 18,-5 5 0,0-5 122,0 4 0,2-6 0,1 4-430,2-1 1,1-3-141,-1 7 276,-4-7 1,6 5-1,-6-5 6,4 2 0,-3 2 325,3-3 0,-10 4 1,-3 7 243,0-1 0,-3-4 0,4-1-210,-1 3 1,18-6 0,-1 0 0</inkml:trace>
  <inkml:trace contextRef="#ctx0" brushRef="#br0" timeOffset="64">12603 8417 15567,'8'0'-529,"0"0"599,-4 0 159,-2-6 1,4 3-383,-6-7 1,0 0-242,0-4 0,0 4 150,0 1 0,0 4-11,0-5 1,2 2-341,3-1 306,-4 2 422,6 7 0,-7 2 0,0 3-403,0 4 0,0 4 0,0 2 121,0-1 0,0 0 0,0 1 121,0-1 0,5 0-143,-1 1 0,8-7 177,-3-3 0,-1-4 0,2-1 51,1 0 0,0-1 0,0-4 95,-1-5 1,-5-3-394,4-1 1,-5 0 464,0-1 89,-2 1-187,-2 6 12,0 2 0,2 17-217,2 3 0,-2 4 0,4-4 0,-1 2-127,0 3 1,4-1 0,-2 4 0,-1 1-49,1-1 0,-1 0 0,-3 4 0,2-2 130,-2 2 1,-1-1 0,-2-1 0,0-3 96,0 0 0,-2-5 0,-1 3 0,-3-3 103,-2-2 1,0-4 0,-4-2 0,3-2 191,-2-3 0,-2-1 0,-1-2-64,-1 0 0,6 0 0,1-2-45,1-2 1,-2 0-204,4-5 0,0-1-199,5-4 1,2 6 468,2 3 0,24-3 0,10 0 0</inkml:trace>
  <inkml:trace contextRef="#ctx0" brushRef="#br0" timeOffset="65">12934 8690 16195,'0'-9'-2228,"0"-1"1,0 6 1521,0-6 484,0 7-94,-7-4 1,6 14 438,-4 2 1,-2 4 0,3 1-41,0 1 0,1-2 0,0-2-10,-2-2 0,0 1-226,5 4 158,0 1 0,-1-2 129,-4-4 37,3-2 1,-2-7 245,8 0 1,0 0-370,5 0 0,-4 0 0,3-2 234,-2-3 1,1 4-104,-2-4 1,1 2 0,5-1-37,-1 0 0,-5-1 1,3 3 455,-2-3 73,5 4-446,-3-12 1,2 10 58,-1-7-78,-6 7-286,4-10-188,-7 12 1,-2-6 136,-3 7 1,4 7-1,-6 2 43,1 4 0,5 1 0,-4 1 0,3-1-301,2 1 1,0-1 191,0 0 0,0 1 0,0-1 0</inkml:trace>
  <inkml:trace contextRef="#ctx0" brushRef="#br0" timeOffset="66">14545 8446 17572,'-2'-8'-4123,"-1"1"1278,-2 1 1781,1 5 828,4-6 0,0 9 144,0 3 1,4-2-1,1 6 22,-2 2 1,4-3-1,-1 2 59,2 1 1,-5-3-1,4 0-412,-1-1 1,-3 2 343,7-4 1,-5 5-1,4-6 240,2 0 1,-3-3-1,2-1 6,1 0 1,-3 0-1,2 0 72,1 0 1,-3-1-1,2-4 1,1-5 0,-3 2 1,0-1-54,-2-3 0,-1 4 1,-3 0-1,1 0 195,2 0 0,-1 4 652,-4-6-809,0 0 0,0 1-276,0-1 0,0 9-127,0 1 1,0 6 66,0 8 1,0 1-1,0-1 1,0 1-60,0-1 0,0 0 0,0 1 0,0-1 59,0 1 0,0 1 1,2 1-1,1 2-20,2-1 1,0-2 0,-5 0-1,0 2-75,0 1 1,0 0 0,-2-5 320,-3 1 0,2-1 99,-6 0 0,-1-1 153,-4-3 0,-1-4-51,1-6 0,4 0-36,1 0-355,5 0 1,-2-1-73,6-4 1,2 3 0,2-4 309,6-1 0,16 6 0,4-6 0</inkml:trace>
  <inkml:trace contextRef="#ctx0" brushRef="#br0" timeOffset="67">14890 8734 11495,'-6'-8'-3406,"4"0"3041,-3 3 1,4 2 422,1-7 0,1 7 0,3-4 176,0 1 0,3 4 0,-4-4-66,2 0 1,1 4 276,-1-3-187,-3 4-213,4 1 134,-6 0 0,0 1-74,0 4 0,0-2-93,0 7 0,0-1 0,0 6-93,0-1 0,0-4 0,0-1 19,0 3 0,0 0 1,0 3-38,0-1 1,0 1-1,0-1 40,0 0 1,0-4 0,0 0-23,0 1 0,0-3 0,-2 0 71,-2-2 1,0 1 162,-5-3 1,-1-2-77,-4 3 0,4-4-146,1-1 1,5-6-205,0-4 1,2 2 0,2-1 313,0-2 1,32-47-1,8-12 1</inkml:trace>
  <inkml:trace contextRef="#ctx0" brushRef="#br0" timeOffset="68">14948 8662 10986,'-8'-7'-1175,"1"-1"0,9-1 0,3 1 1401,4 1 1,4 3 0,1 2 0,1-1 78,-1-2-229,-6 0 1,37-14 0,3-5 0</inkml:trace>
  <inkml:trace contextRef="#ctx0" brushRef="#br0" timeOffset="69">16631 8446 22469,'-5'-10'-6221,"0"1"4399,1-1 0,4 1 1291,0-1 386,0 7 0,1-4 345,4 7 0,-2 5 0,5 2-321,-1 1 1,-1-5-1,-3 3-31,2 1 1,1-1 0,-2 5-534,0-1 0,3-2 0,-4 3 671,2-2 0,1-1 0,-3 4 4,2-3 0,2-4 0,-3 3-79,6-2 0,-2-1 0,1-5 108,3 0 0,0 0 1,3-1-80,-1-4 0,-1 2 0,-2-5 0,-1 0 279,1 0 0,0-2 1,0-4 16,-1-1 0,-7 6 1,2-1 221,-3-1 1,-2 3-114,0-2 1,-2 6-174,-3-6 1,-3 8 102,-6 2 0,6 2 0,1 8-288,1 1 0,4 1 1,-2 3-1,2-1-173,2 1 1,0-1 0,0 0 0,0 1-32,0-1 0,2 2 0,1 2 0,2 3 56,-2 1 1,-2-3-1,1 4 1,1-3 54,2-2 1,0 3 0,-5-2 0,0-2 103,0-1 0,0-6 0,0 0 177,0 1 0,-2-5-189,-3-1 1,2-3 105,-6-2 1,4 0 0,-3-2-48,1-3 1,-2 2 0,2-7-198,-1-1 1,4 3 22,-6-1 0,5 5 107,-4 0 0,4 2 7,-5 2 1,7 2 122,-2 2 0,4 4 1,1 7-222,0-1 1,38 1 0,10-1 0</inkml:trace>
  <inkml:trace contextRef="#ctx0" brushRef="#br0" timeOffset="70">17019 8719 25975,'-4'-14'-4916,"-1"-1"1,-5 6 593,5-1 4449,-6 7 1,8-3 256,-7 6 1,7 1 50,-2 4 0,4-2 0,1 7 0,-2 1-232,-3 2 1,4 1 0,-4 1 0,2-1-123,-2 0 1,4 2-1,-4 2 1,3 1-397,2-1 1,0-1-1,0 1 1,0 3 415,0 1 0,0-4 0,0 1 0,0-3-203,0-2 1,2-4 0,3-2 0,4 0 120,4 0 0,1-5 0,1 2 0,-1-5-201,0-5 0,1 3 1,-2-4-1,-2 0 199,-2-4 1,-1-3-1,2-1 13,-5-1 0,-4 6 0,-1-1-177,0-1 1,-1 5-1,-2-1 1,-4 3 239,-1-1 0,3 0 1,-4 7 398,-2 2 1,-21 17 0,-7 9-1</inkml:trace>
  <inkml:trace contextRef="#ctx0" brushRef="#br1" timeOffset="71">20127 2273 6938,'8'-6'272,"-2"3"-97,-6-7 0,0 1-9,0-6 1,0 1-37,0-1 0,-1 3 0,-2 0 33,-2 3 1,0 4-89,5-5 1,0 6-59,0-6 75,0 7 0,0-2-69,0 10 0,0 3 0,0 6 0,0 2-23,0 3 0,2-1 0,1 6 0,2 0-13,-2-2 0,3 7 1,1-2-1,-1 5-31,0 0 1,1-1 0,-4-3 0,3 1-56,2 0 0,-3-2 0,3-1 0,0-4 9,0-1 1,-3-2 24,4-5 79,-5-6 1,7-3 0,-6-10 0,-2-4-9,-2-4 0,4-1 0,0-1 0,-2 1-4,-1-1 1,3-4 0,1-1 0,0-1-3,1 0 0,-2-3 0,-4 3 0,2-1 1,2-4 0,5 4 1,-5-1-1,-2 1 1,-2 0 1,4 3 0,0-5 0,-2 0-68,-1 1 1,3 7 0,-1 7 0,1-1-180,2 2 1,-4 2-1,6 7-557,3 4 801,-6-3 0,20 55 0,-2 7 0</inkml:trace>
  <inkml:trace contextRef="#ctx0" brushRef="#br1" timeOffset="72">20631 2633 8452,'-8'-2'-557,"3"-2"0,3 0 656,2-5 0,0 4 1,2-3-35,3 2 0,1-1 0,5 2 7,-1-4 1,-2 1 0,3 0-11,-2 2 1,-4-4-1,3 4 75,-1-2 0,-1 3 14,-1-5 1,-4 5-75,4-4 1,-5 6 0,-5-1-74,-4 8 1,-2 4 0,-1 6 0,3 0-67,-2 1 0,3-1 0,0 0 0,0 1 8,0-1 0,5 1 0,-4-1 0,2 0 1,1 1 1,-1-1 0,5 1-2,0-1 1,0 0 3,0 1 1,1-7-12,4-3 1,3-5 0,7-5-17,-1-5 1,-1-3-1,-2-1 1,-2 0 29,3-1 1,-4 1 0,0-1 0,0 3 40,0 2 0,0-3 0,1 4 1,-2-3-15,-1 3 1,-3-2 64,7 6-77,-7 0 0,8 7-50,-6 2 1,0 4-1,-4 7-71,4-1 0,-3 1 0,3-1-16,-4 0 1,4-4 0,1 0-71,2 1 0,-3-3 239,5 1 0,6-25 0,6-1 0</inkml:trace>
  <inkml:trace contextRef="#ctx0" brushRef="#br1" timeOffset="73">20904 2604 8540,'8'-14'-618,"-3"-1"1,-2 6 0,0-1 518,2-1 1,0 3 370,-5-1 0,1 5-9,4 0-182,-3 2 1,6 2 0,-5 2-27,2 2 0,-1 4 0,-4 7-59,0-1 1,0 0-1,0 1-14,0-1 1,0 1 0,0-1-13,0 0 0,0-4 1,0 0-46,0 1 0,0-3 44,0 1 10,0-5 1,0 0 0,2-7 0,1-3-49,2-2 1,5-2 0,-4-3 0,0 2 27,1 2 1,4-1 0,-3-4 0,2-1 5,-1 1 0,1-1 32,4 1 1,1 1 0,-1 4 11,0 4 1,-4-1 28,-1 1 1,-4 5-1,3 6-30,-1 2 1,-1 2 0,-3 4-8,2 0 1,0 1-1,-4-1 1,3 1-62,0-1 1,1 0-1,-5 1 1,0-1-253,0 1 1,5-1 311,0 0 0,12 7 0,-1 2 0</inkml:trace>
  <inkml:trace contextRef="#ctx0" brushRef="#br1" timeOffset="74">21335 2604 8428,'-14'0'-451,"5"0"271,-1 0 0,7 2 238,-2 3 0,3-2 0,2 6-72,0 3 0,2-1 0,1 0 0,2-1-64,-2 1 0,0-3 1,1 1-405,0 3 0,6 0 482,-5 3 0,12-20 0,-1-5 0</inkml:trace>
  <inkml:trace contextRef="#ctx0" brushRef="#br1" timeOffset="75">21393 2432 8468,'-8'-7'-2605,"2"6"2605,6-6 0,12 26 0,4 5 0</inkml:trace>
  <inkml:trace contextRef="#ctx0" brushRef="#br1" timeOffset="76">21523 2302 8463,'0'-14'0,"0"4"-1162,0 1 1284,0 5 1,0 14-68,0 9 1,0 5 0,0-6 0,0 2-43,0 3 1,4 1 0,1 3 0,0-1-10,1-2 1,-4-2-1,3 4 1,-4-2-182,-1 1 1,5-3-1,0 2 1,-2 0-54,-1-1 0,-2-2 1,0-7-1,1-1-186,4-4 416,-3 4 0,10-11 0,-4-41 0,7-17 0</inkml:trace>
  <inkml:trace contextRef="#ctx0" brushRef="#br1" timeOffset="77">21710 2360 8461,'1'-15'-365,"2"-1"0,4-1-141,1-2 1,-5 4 0,3 6 825,1-3 1,-4 6-103,6 1 1,-5 5 0,0 5-1,-2 5-147,-2 2 0,5 3 1,0 1-1,-2 1-98,-2 2 1,4 2 0,0-3-1,0 3-62,1 1 1,-4 0 0,3 4-1,-4-4-70,-1-1 0,2 5 0,1-4 0,2 2-97,-2 0 1,-1-2-1,-2 2 256,0-4 0,12 2 0,4 0 0</inkml:trace>
  <inkml:trace contextRef="#ctx0" brushRef="#br1" timeOffset="78">22040 2619 8457,'5'-10'-689,"0"0"1,1 6 423,-1-6 1,-3 5 0,4-3 522,1 2 1,-6-5-103,4 1 1,1 2 27,-1-1 0,0 4 195,-5-5-331,0 7 1,-2-3-39,-2 6 1,0 0 0,-5 0 6,-2 0 0,3 4 0,0 3 0,0 1 2,0 3 0,3 2 0,-3 1-5,1 0 0,1-1 0,3-2 0,-2-1-19,2 1 0,1 2 0,2 1-11,0 1 0,0-6 0,0 1 2,0 1 1,0-3-15,0 2 0,7-7-65,2 2 0,4-8 0,1-4 4,1-1 1,-6 3 0,1-4 37,1-2 1,-3-1 0,2 1 38,1 2 1,-3 5 64,2 0-54,-1-4 1,4 8 0,-2-2 0,-3 7-472,-1 3 472,4-5 0,16 29 0,11 0 0</inkml:trace>
  <inkml:trace contextRef="#ctx0" brushRef="#br1" timeOffset="79">22889 2317 7825,'0'-8'-1318,"0"0"1645,0 3-248,0 3 1,2-9 12,3 6 1,-2-1 0,6 3 13,3-2 1,-4-5-50,1 5 1,-4-4-1,3 2 31,-2-1 1,4 4-9,-5-6 0,0 0-91,-5-4-50,0 6 0,-8 2 0,-5 7-7,-5 4 1,-1 3 0,5 6 0,-1 1 45,1-1 1,-5 5 0,0 2 0,1 0-3,2 0 0,2 3 1,1-4-1,2 1-19,1 0 1,7 0 0,-2-4-1,3 3 3,2-3 1,2-6-1,3-1 1,4 0-7,4-2 0,2-2 0,-1-6 0,0 0-14,1 0 0,-1 0 0,0 0 26,1 0 1,-1-5 0,1-1 59,-1-2 0,-1-2 48,-4-4 0,3-1 49,-8 1 1,0 6 0,-9 3-58,-5 4 1,2 1 0,-1 0 0,-3 1 3,0 4 1,2-2 0,0 7 0,-1-1-28,-2-1 1,6 5-1,0-3-45,1 3 1,3 1 0,-5 0-37,1 1 0,2-1 0,5 0 1,2-1-60,3-3 0,-2 1 1,5-5-1,0 1 8,0-1 0,1 1 1,6-4-113,-1 2 1,1-1-1,-1-4 1,0 0 200,1 0 0,-7 0 0,24-25 0,0-7 0</inkml:trace>
  <inkml:trace contextRef="#ctx0" brushRef="#br1" timeOffset="80">23091 2489 8451,'0'-9'-1814,"0"-1"2227,0 7-396,0-4 0,0 9 0,0 3-13,0 4 1,0-1-1,0 2-51,0 1 0,0 2 5,0 1 1,0-4 4,0 0 42,0-7-2,0 3 1,4-7 0,3-4-2,1-5 1,-3-1-1,3 0 1,0 3-4,0 1 1,-4-2 0,4 2-1,0 1 0,0 0 0,-3-1 0,5 4 15,1-2 0,-3 0-15,2 5 1,-1 2-52,6 3 0,-6 1 0,-1 5-163,-1-1 1,2 0 11,-4 4 1,5 0 202,-6 1 0,14-1 0,-2 0 0</inkml:trace>
  <inkml:trace contextRef="#ctx0" brushRef="#br1" timeOffset="81">23465 2547 8108,'8'-7'-2028,"5"6"2117,-4-4 0,-1-1 0,0-1 118,-2-1 1,-1 3 45,-5-4 0,0-1-58,0-4 0,0-1-2,0 1 1,-6 6-176,-4 3 1,-2 4 0,-3 1-59,1 0 1,4 6 0,1 4 17,-3 2 0,1 3 0,0-1 0,3 1-3,2-1 0,1 0 0,5 1 1,-2-1-43,-3 0 0,4-4 0,-4 0 0,3 1-47,2 2 0,5-4 0,2-1 1,-1 0-70,0 0 0,6-5 1,-3 2-1,4-3 60,1-2 1,1 0-1,-1 0 1,1 0 122,-1 0 0,-1-2 0,-2-1 0,-2-3 0,3-2 0,0 0 0,1-4 0,-2 3 0,-1-2 0,-5 3 0,3-2 31,-2-1 1,-1-2 536,-5-1-337,0 6 0,-6 1-110,-4 7 0,2 7 0,0 2-56,2 4 0,-4-3 0,5-1-115,2 2 1,1-3 22,2 2 0,2-2 0,3 2-22,4-6 0,-1-2 0,2-2 0,1 0 10,2 0 1,-3 0 0,-1-2 13,2-2 1,1-4-1,-1-5 1,-3 2 25,-2 1 1,-1 0 89,-5-4 1,-2 0-49,-2-1 1,0 7-1,-5 4 1,-2 2-19,-2 2 1,3 0-1,1 0 1,-1 2-126,2 2 0,-3 0-295,6 5 0,0 1-60,5 4 455,0 0 0,51 1 0,13-1 0</inkml:trace>
  <inkml:trace contextRef="#ctx0" brushRef="#br1" timeOffset="82">23796 2561 8407,'8'-14'-1134,"-2"4"1279,-6 1 138,0 5-295,-6 11 1,4 2 74,-3 11 0,4-5 88,1 0 1,0-6-107,0 1-88,0-7 0,1 2-17,4-10 0,1-3 0,4-6 0,-4-1-83,1 1 1,-6 0 0,6-1-1,-2-1 98,-1-3 0,3 2 0,-4-7 0,2-2 56,-2-1 0,-1 0 0,-2 1 0,0 2-10,0-1 0,0-3 0,0 1 0,0 3 80,0 5 0,0-2 0,0 2 308,0 1-365,0 9 1,0 9-1,0 11 1,0 5-7,0 3 0,0 5 1,0-3-1,0 1-41,0 4 0,0 0 1,0-1-1,0-1-73,0 2 0,4 1 1,1 2-1,0-1-54,1 1 0,-4-5 1,4 0-1,-1 0-63,0-2 1,5 4 0,-4-7 63,2-1 1,0-2 0,3-3 148,-1-4 0,-1-22 0,6-11 0</inkml:trace>
  <inkml:trace contextRef="#ctx0" brushRef="#br1" timeOffset="83">24040 2575 7462,'-1'-8'59,"-4"4"-11,3 2-55,-4-4 0,6 3 0,1-5-4,4 1 0,-2-2 1,5 2 8,-1-1 1,-2 3 115,-5-4 0,0 4 40,0-5-73,0 7 1,-5-2-85,0 10 0,-1-2 0,2 7 1,0 1-75,0 2 1,3-3-1,1-1 1,0 2-103,0 2 0,1 1 1,3 1-5,0-1 0,6-4 0,-4-2 0,2 0-154,4 0 1,-4-3 336,1 4 0,26-18 0,12-1 0</inkml:trace>
  <inkml:trace contextRef="#ctx0" brushRef="#br1" timeOffset="84">24213 2532 8407,'0'-9'-294,"0"-1"0,0 1-365,0-6 678,0 7 1,1 2 0,3 7-17,0 4 0,1-2 1,-3 5-1,1 0-13,2 0 0,1 2 1,-3 4-29,2 1 0,0-1 0,-5 0 44,0 1 1,0-1 424,0 1-147,0-7-295,0-2 0,0-8-1,0-2 0,5-4 0,1-7-225,2 1 1,2-1 0,4 1-31,1 0 1,-1 4-1,0 1 267,1-3 0,31-7 0,8-3 0</inkml:trace>
  <inkml:trace contextRef="#ctx0" brushRef="#br1" timeOffset="85">21738 3410 8407,'0'-14'-214,"0"-1"0,-1 1-50,-4-1 0,3 1 0,-4 1 396,0 4 0,2 1 0,-5 4-25,-2 0 0,3-1 1,-2 5-115,-1 0 0,3 5 1,-2 1-1,1 2 37,1 3 1,-5 2 0,5 1-1,-2 2-25,1 4 0,5-4 0,-2 4 0,1 0-27,0-1 1,1 0 0,4-5-1,0 1 5,0-1 1,0 1 0,0-1 14,0 0 0,6-6 0,4-3-6,2-3 0,3-4 0,-1-3 0,1-4-64,-1-4 0,0-1 0,1-1 0,-1-1-16,1-3 1,-3 1-1,0-4 1,-3 0 18,2-1 1,0 4 0,1-5 0,-3-2 24,2-1 0,-3-1 1,0-1-1,-1-2 16,-4-2 1,3 2 0,-1-2 0,-2 2 43,-1 3 1,-2-1-1,-2 2 1,-1 3 71,-2 5 0,-4 7 0,2 4 14,-1 2 1,5 3 0,-3 8-1,1 6-35,0 6 0,0 1 0,5 6 0,-1 2-18,-4 1 0,3 1 1,-2 1-1,2 0-48,2 0 1,2 0-1,1-2 1,2-2-121,-2-1 1,5 0 0,0 5 0,1-2-67,1-3 0,0 2 1,4-5-1,0-1-139,1 1 1,-1-2 323,1-4 0,-1-1 0,0 1 0</inkml:trace>
  <inkml:trace contextRef="#ctx0" brushRef="#br1" timeOffset="86">22040 3381 8383,'-14'-1'-590,"0"-4"1,4 3 575,0-3 1,7 2 142,-2-2 1,10 4-1,5-6-113,3 1 0,-4 4 1,1-4-1,1 1-38,2 0 0,-4-4 0,1 2-64,1-1 1,-3 4 22,2-6 1,-7 5 28,2-4 0,-5 6 0,-5-2 46,-5 3 0,-2 4 1,-1 3-1,2 3 79,1 0 0,0 4 0,-2-2 0,0 3-37,3 1 0,4-4 0,-3-1 1,2 2-95,2 2 0,3 2 0,1-1-77,0 0 0,1 1 1,4-2-1,5-4-86,3-4 0,1 1 0,0 1 0,1-1 42,-1 1 1,2-3 160,3-4 0,17-25 0,8-7 0</inkml:trace>
  <inkml:trace contextRef="#ctx0" brushRef="#br1" timeOffset="87">22458 3281 7841,'-7'-8'-1075,"4"-5"1189,-7 3 0,6 2 58,-6-1 0,1 5 0,-6 0-110,1 2 1,4 2-1,1 2 1,-1 2-52,2 6 0,-5-2 0,5 2 0,-1 1 0,-1 2 0,5 1 1,-3 0-1,2 1-53,3-1 1,1 0 0,2 1-73,0-1 0,0 1 23,0-1 0,6-1 1,2-2-1,2-3-104,0-2 0,-1-1 0,6-5 0,-1 0-36,0 0 0,1 0 231,-1 0 0,26-38 0,6-10 0</inkml:trace>
  <inkml:trace contextRef="#ctx0" brushRef="#br1" timeOffset="88">22544 3324 8383,'-10'0'-256,"1"1"148,-2 4 1,-2-3-1,-2 4-55,1 0 1,4-2 195,1 5 0,1-4 0,-2 5-16,5 1 0,4-3 0,1 1-80,0 3 1,6-6 0,2 0-1,2-1 11,-1 0 0,1 0 0,4-5 6,1 0 1,-1 0 0,1-2 11,-1-3 0,-4 2 17,-1-6 0,-6-1 15,2-4 0,-3 4 10,-2 0 1,-7 7 0,-2-2-51,-4 4 1,3 1 0,1 0-60,-2 0 0,3 0 1,0 1-415,1 4 515,2-3 0,25 11 0,4-5 0</inkml:trace>
  <inkml:trace contextRef="#ctx0" brushRef="#br1" timeOffset="89">22717 3324 8383,'-15'0'-804,"1"0"690,-1 0 0,3 1 0,0 2 0,4 4 217,2 1 0,1 1 0,5 6-74,0-1 0,0-4 1,0-1-9,0 3 0,2-6 0,1 0 0,3-1-13,2 0 1,2 0-1,4-5 1,1-2-57,-1-3 0,1 2 0,-1-6 1,0-3-83,1 0 1,-1-3 0,-1 1-1,-2-1 14,-1 1 1,-1 0 0,4-2 0,-2-2 59,-1-1 0,-5-5 0,3 3 0,-2 0 62,-3 1 1,-1-4-1,-2 3 1,0 0 70,0 0 1,-7-3 0,-1 5 0,-1 2 40,-1 1 0,6 1 1,-6 2 79,-1 4 0,3 2-143,-2 7 0,5 7 0,-3 2 0,2 4-30,3 2 0,1 1 1,2 1-1,0 4-44,0 1 0,0 1 1,0 2-1,0-1-12,0 2 1,5-4 0,0 1 0,0-1-96,1 0 1,-3 1 0,5 1 0,0-5-6,0-3 1,-3 3-1,5 0 1,1-3-316,1-5 446,3 2 0,25-43 0,6-4 0</inkml:trace>
  <inkml:trace contextRef="#ctx0" brushRef="#br1" timeOffset="90">23048 3324 8383,'-15'0'0,"6"0"0,-1 0-47,-1 0-114,-2 0 152,5 0 1,3-5-1,10 0-91,5 2 0,2 0 0,3-1 54,-1 0 1,1-6 0,-3 4 0,0-1 5,-3 1 0,-1 0 0,3 1-6,-1-5 1,-7 2 42,2-1 0,-5 4 7,-5-5 1,-3 7 0,-6 0 0,-1 4 21,1 4 1,0 5 0,1-4 0,2 2 18,1 3 0,2 2 0,-3 0 1,3-2-47,1-1 0,3-1 0,4 6 1,0-1-58,0 0 0,0-4 0,1 0 0,4-1-82,5-1 0,2 3 0,3-6 1,-1 0-53,1 1 0,1-4 0,1 3 1,2-4-204,-1-1 395,-2 0 0,24-25 0,6-7 0</inkml:trace>
  <inkml:trace contextRef="#ctx0" brushRef="#br1" timeOffset="91">23263 3281 8383,'-8'-15'-1489,"4"1"1692,2 6 1,4 1-94,2 7 1,4 0 0,5 2-1,-2 1-132,-1 2 1,-1 5 0,4-4 0,-2 2 12,-1 3 1,-5 0 0,3 0 0,-2-1-26,-3 1 0,4 2 0,-2 1 0,-2 1 11,-2-1 0,-2-4 0,-2-1 0,-4 1 26,-1-2 0,3 3 1,-4-6 92,-2-2 1,-2-1-64,-2-2 0,7-2 0,4-3-31,2-4 0,2-4 1,0-1-1,2-1-27,2 1 0,1-1 0,8 1 0,3-2-131,0-3 0,5 3 0,0-3 0,1 3 156,4 1 0,4-9 0,5-4 0,3-4 0,1 1 0</inkml:trace>
  <inkml:trace contextRef="#ctx0" brushRef="#br1" timeOffset="92">26011 1568 12174,'8'-14'0,"-3"0"-849,-3-1 1,-2 1 0,0-1 763,0 1 0,0 4 0,0 1 197,0-2 1,4 3 0,3 0 157,1 1 1,-5 1 0,3 3 21,1-2 1,1 0-257,6 5 0,1 5 1,-3 1-1,-2 2-83,-5 3 0,1 7 1,-1 3-1,-2 3 36,-1 6 0,-1 2 0,2 10 0,2 4 2,-2 4 1,-3 9 0,-3 11 0,-3 10 1,2-35 0,0 1 0,-1 3 0,0 1 0,-2 3 1,0 0-1,0 2 0,0 2-128,-1 2 1,1 0 0,0 1 0,0 0 0,0 3-1,-1 0 1,1 1 0,0-2 59,0-1 0,0 0 0,-1-2 0,1 0 0,0-2 1,0 0-1,0 0 0,-1-1 2,1 2 1,0-1 0,0-6 0,0-1 0,-1 3 0,1 0 0,1-3 0,-1 0 10,3 0 0,-1-1 0,-2 2 1,1 1-1,1 0 0,1 0 0,-2 0 1,0 1 34,2-1 1,-1 0 0,-2-1-1,1 0 1,2 0 0,0-1-1,-1 1 1,0 0 6,1 2 1,-1 0 0,0-4 0,0 0-1,-2 1 1,0 0 0,0 0 0,-1-1-24,1 1 1,0-1 0,0 2 0,0-1 0,-1 0 0,1-1 0,1 0-1,-1 0-68,3-1 1,-1 0 0,-2-3 0,1-1 0,2 2 0,0-1 0,-1 0 0,1-2-44,-1 1 0,0-1 1,1-2-1,0-1 0,-7 40 1,1-2-181,-1-2 1,3-8 333,-2 0 0,2-3 0,-1 2 0,4-4 0,3-4 0,2-2 0</inkml:trace>
  <inkml:trace contextRef="#ctx0" brushRef="#br1" timeOffset="93">27148 2403 8344,'0'-15'-305,"0"1"-147,0 0 0,0-1 0,1 2 0,3 2 1289,0 2-688,1 6 0,-5-2 1,0 10-1,0 4-41,0 4 0,0 6 1,0 2-1,0 1-68,0 4 1,0-1 0,0 1-1,0-4-40,0-1 1,0 3 0,-1-5 0,-3-1-94,0-2 0,-1-2 1,5 1 36,0-1 1,-2-6-15,-3-3 0,4-5 0,-4-5-16,3-5 0,-2-2 1,-1-4-1,2-2 69,1-1 0,-3-7 0,0 4 0,2-2 17,2 0 1,1 0 0,0-6 0,0-2-1,0-2 0,0-1 0,0 3 0,1-3-7,4-2 0,-2 0 0,7 0 0,-1 7-14,-1 4 1,5 9-1,-3-1 1,1 6-24,-1 2 0,2 7 1,-2 0-1,1 6 40,-1 6 1,2 6 0,-4 2 0,2 4 2,0 1 0,-2-2 0,3 4 0,-2 1-36,3 2 0,-4 2 1,0 0-1,0 0-21,0 0 0,-4-6 1,4 1-1,-1 0-16,-4-1 0,0 2 1,0-5-1,2-1-21,-2 2 0,-1-5 0,-2 3 95,0-3 0,-38-15 0,-10-2 0</inkml:trace>
  <inkml:trace contextRef="#ctx0" brushRef="#br1" timeOffset="94">27205 2417 8344,'0'-9'-1144,"0"-1"772,0 0 1,7 2 0,2 4 341,4 2 1,1 2-1,1 0 30,-1 0 0,45-6 0,12-2 0</inkml:trace>
  <inkml:trace contextRef="#ctx0" brushRef="#br1" timeOffset="95">27522 2187 8344,'-10'-5'-393,"1"0"1,5-1 375,0 1 0,2 5 0,2 0 64,0 8 0,0 5 0,0 3 0,0 2-11,0 1 1,0 2-1,0-4 1,0 4-124,0 1 0,0-3 0,0 4 0,0-2-22,0-4 1,0 1 0,0-1 0,0 3-163,0-3 0,0-1 1,0-1-242,0-1 512,0-6 0,19-27 0,5-13 0</inkml:trace>
  <inkml:trace contextRef="#ctx0" brushRef="#br1" timeOffset="96">27565 2273 8344,'0'-16'-358,"0"-1"0,2-2-99,2 1 0,-2 2 0,3 2 646,-4-1 1,1 6 13,3-1 1,-4 8 0,4 2-152,-3 8 0,-1 5 0,3 2 0,0 1-44,0 3 0,-3-3 0,-1 5 1,0-2-14,0 0 0,0 2 0,0-4 0,0 2-49,0-1 1,2 3-1,1-2 1,2-1-36,-2-2 1,-1-2 0,-2 0 0,0 1-74,0-1 1,0 1 0,0-1-1,0 0 162,0 1 0,-26-14 0,-6-2 0</inkml:trace>
  <inkml:trace contextRef="#ctx0" brushRef="#br1" timeOffset="97">27436 2460 8344,'0'-14'-445,"0"0"0,-2 1 0,-1 2 245,-2 1 1,0 0-1,7-2 229,3 2 0,3-1 0,4 4 0,-1 1-2,-1 0 1,0-1 0,4 4 0,0-2-46,1 2 0,1 2 0,1 1 0,3 0-62,-3 0 1,-1 1 0,-1 2 79,-1 2 0,20 19 0,4 0 0</inkml:trace>
  <inkml:trace contextRef="#ctx0" brushRef="#br1" timeOffset="98">27795 2446 8344,'-14'0'-1346,"-1"0"1436,7-6 1,2 2-49,6-5 1,0 4 0,2-3-56,2 2 1,3-1 0,4 2-23,-1-4 1,-6 1 13,6-2 1,-7 5 34,2-4 33,-3 6 0,-2-2-19,0 10 0,-5-2 0,0 6-25,2 3 1,-4 0 0,3 3 0,0-1-100,3 1 1,1-1 0,0 0-135,0 1 1,0-1 0,1 1 52,4-1 1,-2-1-1,7-2 177,1-1 0,-4-7 0,25-10 0,0-9 0</inkml:trace>
  <inkml:trace contextRef="#ctx0" brushRef="#br1" timeOffset="99">27910 2460 7743,'0'-14'-1241,"5"4"1209,0 1 331,0 6-254,-5-4 0,0 14-48,0 2 1,0 4 0,-2 0 44,-3-4 1,4 4 37,-4-3 0,3-2 121,2 1-222,0-5-11,0 2 1,2-8-1,3-1 1,3-3-41,0-2 1,4 0 0,-2-3 19,3 1 0,-4 5 1,1-3-1,1 2 40,2 3 0,-3-1 1,-1 1 21,2-2 1,-3 1 4,2 4 0,-2 6 0,3 2-90,-1 0 0,-7 5 0,3-5-35,1 0 1,-6 0 0,6-5-12,-1 2 0,-3 0 121,7-5 0,6-26 0,6-6 0</inkml:trace>
  <inkml:trace contextRef="#ctx0" brushRef="#br1" timeOffset="100">28198 2331 8344,'0'-14'0,"0"-1"-287,0 1 1,0 4 0,0-1-1,0-3 76,0-4 0,0 4 0,0 4 0,0-1 228,0-2 0,2-1 269,2-1-231,-2 7 1,9 8 0,-6 10 0,-2 4-4,-1 5 1,-2-1 0,0 6 0,0 0-50,0-2 0,0 6 0,0-5 0,0 5-75,0 0 1,0 1 0,0-2-1,0-1-10,0-2 0,0-2 1,0 4-1,0-4-57,0-1 0,0 3 1,0-5 138,0-1 0,6-15 0,2-5 0</inkml:trace>
  <inkml:trace contextRef="#ctx0" brushRef="#br1" timeOffset="101">28155 2446 8344,'6'-14'-559,"-4"4"0,4 2 0,1 0 504,2 0 1,-1 5 0,2-2 0,1 2 178,2-2 1,1 3-1,1-2-26,-1 2 1,0 2-1,-1 2 1,-2 1-19,-1 2 1,-1 6 0,4-2-43,-3 4 0,-4-3 0,-6-1 0,2 3-20,3 0 0,-4 3 0,4-1-135,-3 1 0,-2-1 1,0 0-151,0 1 0,-5-1 1,-2 0 266,-1 1 0,-8-14 0,-6-2 0</inkml:trace>
  <inkml:trace contextRef="#ctx0" brushRef="#br1" timeOffset="102">28371 2288 8342,'-7'-8'0,"4"0"-776,-7 3 1,7 5 340,-2 0 1,4 6 434,1 9 0,6 31 0,2 8 0</inkml:trace>
  <inkml:trace contextRef="#ctx0" brushRef="#br1" timeOffset="103">28500 2489 8231,'-14'0'-407,"-1"0"1,1 0 81,0 0 1,6 7 419,3 2 1,3-1-1,4 0 1,3-1-10,4-4 0,4-2 0,1 1 0,1 1-90,-1 2 1,1 0 0,-1-5 0,0 0-47,1 0 0,-1 0 1,0-2-1,1-1-84,-1-2 0,-4 0 0,-2 4 92,-2-4 1,-1-3 45,-5-6 1,-2 4-1,-2 2 1,-6 0 14,-3 0 0,-1 5 0,-1-2 1,1 3-53,0 2 1,-5 0 0,-1 0-152,3 0 1,1 2 183,1 3 0,14 22 0,2 11 0</inkml:trace>
  <inkml:trace contextRef="#ctx0" brushRef="#br1" timeOffset="104">28773 2446 8342,'0'-10'183,"0"1"-249,0 6 0,0-2 98,0 10 0,0-2 0,0 6-156,0 3 1,0-4 98,0 1 0,0 1-75,0 4 0,-1-6-81,-4-3-144,3-3 199,-4-2 1,13-7 79,2-2 0,4-3 1,1 3-1,1 2 42,-1 1 0,-1 3 1,-2-5-1,-1 1 149,1 4 1,2 2 0,1 2 48,0 4 0,1-2 0,-2 7 0,-2 3-282,-2 4 1,1 1-1,4 6 88,1 1 0,12 34 0,3 10 0</inkml:trace>
  <inkml:trace contextRef="#ctx0" brushRef="#br1" timeOffset="105">20156 4532 9042,'-15'0'-670,"7"-1"1,2-3 670,0 0 0,4-3 207,-3 3 1,4 0-69,1-5 1,1 4-1,4-3 1,3 0-91,0 0 0,3 3 0,-4-3 0,1 0-18,3 0 0,2 0 0,1-3 0,0 1-65,1-1 1,-1-2-1,0-1 1,1 0-36,-1-1 0,1 1 0,-1-1 0,-1 1 0,-4 0 1,4-5 0,-3-1 0,1 3 51,-1 1 1,1 1-1,-5 1 1,1 0 10,-1-1 1,-1 6 28,-5-1 1,-2 2-12,-3-2 0,2 6 1,-6 8-1,-1 6-32,2 3 1,-3 1 0,4 1 0,1 1-72,0 3 1,-4-3-1,4 5 1,-1-2 40,1 0 1,1 5-1,3-5 1,-1-1-53,-2-2 1,1 3 0,4 0 0,0-1 4,0-2 0,6-4 0,2 0 1,2-4 6,-1-2 1,1 0 0,4-2 0,1 0-53,-1 0 1,0-3-1,1-2 27,-1-4 0,1-3 114,-1-7 0,7-25 0,1-6 0</inkml:trace>
  <inkml:trace contextRef="#ctx0" brushRef="#br1" timeOffset="106">20400 4014 8575,'-14'-1'40,"0"-4"0,1-3 0,2-5-20,1 4-350,7 2 0,3 7 141,9 0 1,4 2 0,2 1 0,-1 2-468,0-2 656,1 5 0,25-6 0,6 4 0</inkml:trace>
  <inkml:trace contextRef="#ctx0" brushRef="#br1" timeOffset="107">19954 4950 8140,'-9'-8'-1088,"-1"3"0,7 2 1075,-2-2 14,4 3 0,2-4 0,2 4 0,2-3 1,6 4-2,-1-4 1,-4 2 0,1 0 18,-1-2 1,-3 0 128,7 5 0,-5-2-33,4-2 0,-4 2 0,3-4 86,-2-1 1,1 6 193,-2-4-235,-4-3 0,7 5 115,-3-7-248,-3 7 0,2-4-25,-8 7 0,0 0 0,-5 0 1,-2 2-32,-2 3 1,-3 3 0,-2 5 0,-1-2 19,2-2 1,-6 1-1,1 6 1,-2 2 23,0 1 0,5 0 0,-4-5 0,1 1 9,0-1 1,4-1 0,0-2 0,6-1 4,2 1 1,5-3-30,-4 1 1,7-5-7,2 0 1,2-2-6,7-2 1,1 0 0,3 2 1,-4 2 0,4-2 48,-3 3 1,-2 3-10,1 1 1,-6-1 0,2 2 0,-3 1 17,-2 2 1,0-3 0,0 1-1,0 3-34,0 4 0,-5 3 0,-1-2 0,-1 5-22,1 3 1,-5 2 0,1-1 0,-3 3-11,-1 2 1,-1-1 0,1 5-1,0 0-19,-1 0 0,1-1 1,-1 3-1,1-4-1,0 0 0,-1-6 0,3 1 1,2-6 27,5-3 1,-1-2 0,1-4 0,2-1 12,1 0 1,4-6 0,1-1-16,2-1 0,6-4 0,-1 3 0,2-4-43,3-1 1,-1 0 0,0-1 0,1-3-77,-1 0 0,5-3 1,1 4-1,-1-2-31,2 2 1,-5-3-1,3 1 1,-3 2-50,-2 1 0,0 0 1,1-1 210,-1-2 0,1-19 0,-1 0 0</inkml:trace>
  <inkml:trace contextRef="#ctx0" brushRef="#br1" timeOffset="108">19954 5252 8449,'-1'-13'-241,"-2"2"-444,-2 1 1,0 1 818,5-6 0,0 6 203,0-1-279,0 7 0,2-4 30,2 7 1,-2 7 0,3 2-94,-4 4 1,1 2 0,1-1-18,2 0 0,1-1 0,-2-2 1,2-1-4,2 1 0,-5-3 0,4 0 0,-1 0-18,3 0 0,-1-5 0,2 2-22,1-3 1,2-2 0,1 0 6,1 0 0,-1-5 1,-1-2-1,-2-1 3,-1-3 0,-5 3 0,3-1 0,-2-3 72,-3 0 1,4 2-1,-3 1 115,0-3 0,-3 4 57,-1-1 1,-1 6-120,-4-2 1,2 8 0,-5 3 0,1 2-59,4 4 0,1 0 0,1 3 0,-2-1-34,-2 0 0,0 6 0,5-1 0,0 0 7,0 2 0,0-4 0,0 6 1,0-2 3,0-4 1,0 4 0,-2-2 0,-1-1 6,-2-2 0,-1-2 1,3 0-1,-4-1 17,-1-3 0,4 1 0,-6-5 47,-1 2 0,-2-4 0,-1 0 67,-1-2 1,1-2-84,0 0 0,1-2-261,3-2-107,4 2 1,7-4-1,4 6 62,5 0 1,-2 0-1,1 0 262,2 0 0,15 19 0,4 5 0</inkml:trace>
  <inkml:trace contextRef="#ctx0" brushRef="#br1" timeOffset="109">20127 5798 7919,'-10'5'-702,"1"0"971,6 0-276,-4-5 1,9 0 25,3 0 0,-2-5 0,6-1 0,1-2-68,-2-4 0,5 4 0,-4-1 0,3-2 4,-3-2 0,4 0 1,-5 2-1,2 1 11,-1-1 1,-1-2 0,3-1 28,-1 0 0,-5 1 1,3 2 5,-2 1 25,-1 7 1,-7-4-1,-1 9 0,-2 3 1,-4-2 0,4 7 0,0-1-19,-1-1 0,4 5 0,-3-3 0,2 1-8,-2-2 0,4 4 0,-4-3-19,3 3 0,2 1-57,0 0 0,0 1-149,0-1 1,0-4-74,0-1 0,2-1 298,3 2 0,-4-4 0,18-25 0,-3-5 0</inkml:trace>
  <inkml:trace contextRef="#ctx0" brushRef="#br1" timeOffset="110">20256 5583 8419,'0'-15'-134,"0"6"1,0-1-290,0-1 0,-1 0 168,-4 1 0,5 4 87,0 6 1,2 0 167,7 0 0,14 32 0,7 8 0</inkml:trace>
  <inkml:trace contextRef="#ctx0" brushRef="#br1" timeOffset="111">20357 5770 8419,'-9'-5'-1539,"-1"0"1485,7-6 0,-2 8 116,10-7 1,3 7 0,6-2 0,1 4-84,-1 1 0,0-5 1,1 0-1,-1 2-24,1 1 1,-6 2 0,1 0 0,1 0-115,2 0 0,1 0-91,0 0 250,1 0 0,-1 0 0,1 0 0</inkml:trace>
  <inkml:trace contextRef="#ctx0" brushRef="#br1" timeOffset="112">20645 5626 8359,'-10'-8'-1598,"1"3"1492,-1 3 0,2 9 157,3 2 0,4 4 1,1 2-1,0-1-122,0 0 0,0 1 0,0-1 0,0 1-95,0-1 0,0 2 0,1 1 166,4 3 0,10 18 0,7 0 0</inkml:trace>
  <inkml:trace contextRef="#ctx0" brushRef="#br1" timeOffset="113">21134 5539 8359,'0'-14'-752,"0"0"1,-5 4 1534,0 1-512,1 5 1,4 0-235,0 8 1,-5 0-1,0 5 1,2 2-120,1 2 1,-2-3 0,-1-1 0,0 2-594,-1 2 675,4 2 0,-24 25 0,2 6 0</inkml:trace>
  <inkml:trace contextRef="#ctx0" brushRef="#br1" timeOffset="114">21580 5036 7143,'6'-8'-313,"-4"-5"0,6 7 484,-3-4 1,-2-1-10,7 6-55,-7-6 1,5 8-9,-3-7 0,-4 5-13,4-4 0,-2 4-3,2-5 0,-3 6-49,2-6 1,-4 7-51,-4-2 1,-4 3 19,-7 2 0,1 5 0,1 2 0,2 1-14,1 3 1,2-3 0,-3 1 0,1 3 15,-1 0 0,5-2 1,0 0-1,1 1-9,0 1 0,0 3 0,4-1 0,-3 1 3,0-1 0,-1 0 0,5 1 0,1-1-20,4 1 0,-3-1 0,4-1 0,1-2-27,2-1 0,-1-1 0,0 6 0,0-1 10,0 0 1,-3-4 0,4-1 32,3 3 0,-6 0 30,-1 3 0,-4-6 10,-1 1 1,-6-2-1,-4 3 6,-2-1 0,-3-7 0,1 2 0,0-4 11,-1-1 1,6 5 0,-1 0-115,-1-2 1,3-1-489,-2-2-205,7 0 754,9 0 0,36-13 0,19-3 0</inkml:trace>
  <inkml:trace contextRef="#ctx0" brushRef="#br1" timeOffset="115">21566 5640 7019,'14'0'74,"-1"-1"-83,-4-4 1,3 2 0,-6-5 0,0 0-5,1 0 0,2 3 0,-2-5 0,1-1 9,3-2 0,-3 4 0,0-1 0,0-1 5,0-2 1,-3 3 0,3 1 0,0-1 93,0 2 1,-5-4-33,2 2 0,-2-1-35,2 1-18,-4 4 1,6 7 0,-9 4-21,-3 5 0,4-2 0,-4 1 1,3 3 1,1 0-1,-2 3 4,-2-1 0,0-4 0,5-1-7,0 2 0,0 2-111,0 2-80,0-1 0,6-1 12,4-4 0,3-2 1,1-7 190,0 0 0,20-19 0,4-5 0</inkml:trace>
  <inkml:trace contextRef="#ctx0" brushRef="#br1" timeOffset="116">21738 5352 8342,'-8'0'-2050,"-3"-1"2610,6-4-464,1 3-163,4-4 84,0 6-43,0 0 26,6 0 1,-4-2 62,2-2 1,-2 0 81,-2-5-228,0 6 0,0-5-208,0 3 291,0 3 0,13 9 0,3 9 0</inkml:trace>
  <inkml:trace contextRef="#ctx0" brushRef="#br1" timeOffset="117">21897 5568 8061,'-15'-6'-1190,"6"3"1527,-1-7-68,7 7-227,-4-10 0,14 11 0,2-4-139,4 0 0,2 4 0,-1-3-7,0 4 1,1 1 0,-1 0-109,1 0 1,-1 0-1,0 0-229,1 0 441,-7 0 0,11 6 0,-3 2 0</inkml:trace>
  <inkml:trace contextRef="#ctx0" brushRef="#br1" timeOffset="118">22170 5424 6690,'0'-8'35,"0"4"96,0 8 0,0 4 1,0 7-163,0-1 0,0 1 0,0-1 1,0 2-83,0 3 0,5-3 0,0 3 113,-2-3 0,5 18 0,0 4 0</inkml:trace>
  <inkml:trace contextRef="#ctx0" brushRef="#br1" timeOffset="119">22357 4633 8342,'-13'-2'-683,"4"-2"530,-4 2 0,6-6 106,-2 3 11,2 4 0,9-6 0,3 7 22,4 0 0,4 0 1,2 0-26,-1 0 0,0 0 0,1 0 0,-1 0 27,1 0 1,-6 0 0,1 0 0,1 0 2,2 0 1,1 0 0,0 0 6,1 0 0,-1 0 1,1 0 0,-1 0 0,-4 0 1,-1 0-1,2 0 0,-3 0 108,2 0 7,0 0 49,-2 0 1,-2 2-129,-6 3 1,0-2-1,0 6 1,0 3-21,0 0 1,0 3 0,0-1 0,-2 1-9,-2-1 1,2 5 0,-3 2-1,4 1-17,1 4 0,0 1 1,-2 3-1,-1 2 1,-2 2 0,0 1 0,5-3 0,0 3 3,0 2 1,0 0-1,0 1 1,0-3-73,0 1 1,0-6-1,-1 5 1,-3-1 48,0-1 1,-1 6 0,5-6 0,0-1 4,0-1 0,0-3 0,0 1 0,0-2 35,0-3 0,0 2 0,0-5-6,0 1 1,0-4 0,0 1 74,0-3 13,0-8 1,-2-2-1,-3-6-29,-4 0 0,1 0 0,-2 2-48,-1 3 1,-2-4 0,-1 4-1,-1-2-46,1 2 1,0-2 0,-1 5 0,1 0-59,0 0 1,-1-3 0,1 4-1,-1 1 88,1-2 0,6-2 0,2-6 0</inkml:trace>
  <inkml:trace contextRef="#ctx0" brushRef="#br1" timeOffset="120">27220 4201 8528,'5'-14'0,"1"0"-403,2-1 0,-3-4 0,3 0 0,0 3 294,0 5 1,-4-2-1,4 3 1,0-1 155,0 1 0,-3-1 1,3 5 290,-1-2-254,-3 5-93,3-4-72,-6 7 30,6 0 34,-7 7 16,0-6 105,0 6-67,6-7-4,-4 0-22,4 0 1,-6-2 0,2-1 3,3-2-15,-4 0 0,10-1-5,-6-4 1,5 2 0,-4 0-1,2 2 1,-3-5 2,5 1 0,-7 2 45,2-1 1,-4 4 0,1-3 34,3 1 0,-4 1-19,4 1-34,-3 4 1,-4-6 18,-3 7 1,2 0-10,-7 0 1,6 0-1,-6 2 20,-1 3 1,3-2-1,-2 6-33,-1 3 1,-2 0 0,0 3 0,2-1-13,2 1 0,-1 4 0,-3 0 1,2 0 2,1 2 0,2-4 0,-3 6 0,3-1-27,2 1 0,-1-6 0,4 2 1,-1-3-8,0-1 1,3-1 0,2-1 0,3-2-57,0-1 0,7-7 1,-1 2-16,3-4 1,1-1 0,1 0-1,-1 0-87,0 0 0,1 0 0,-1-1-175,1-4 1,-1 2 353,0-7 0,-6-19 0,-1-9 0</inkml:trace>
  <inkml:trace contextRef="#ctx0" brushRef="#br1" timeOffset="121">27421 3784 8526,'0'-16'0,"0"-1"146,0-3 1,-5 6 112,1 4-606,-1 1 1,10 2-21,-1 7 1,6 2 366,-5 8 0,19 18 0,0 11 0</inkml:trace>
  <inkml:trace contextRef="#ctx0" brushRef="#br1" timeOffset="122">26414 4647 8009,'0'-14'-321,"0"0"0,0 4 429,0 0 1,0 6 618,0-6-564,0 7-364,0-4 151,0 7 0,-2 5 0,-2 2-22,-6 1 1,-3-4 0,-1 4-1,0 0 21,-1 0 1,-4 0-1,-2 4 1,0-3 29,1 2 0,-4 1 0,4-1 0,1-3 26,-2-2 1,5 4 0,-3-4 0,3 1-3,2-1 1,0 0-1,-1-2 20,1 0 0,4 6 29,1-5-51,5 0 0,0-5 10,8 0 0,0 4 22,5 1 0,-4 0 1,3-4 31,-2 4 1,6-2 18,-3 7 1,-2-5 0,-3 4-40,-2 3 0,3 0 0,0 3 0,-2-1-17,-2 1 0,-1 1 1,0 1-1,0 4-9,0 1 0,-1 2 1,-2 5-1,-4 0-33,-1 0 1,3 6-1,-4 3 1,-1 4-35,2 1 0,-5-5 0,4 1 0,-4 1 12,-1 1 1,4 2 0,0-1 0,1-4 17,1-4 0,-3-2 0,4-2 0,1 1 1,-1-4 1,-2-8-1,4 0 1,2-1 3,1 1 1,2-8 0,0 3 22,0-1 0,2-6-16,3-3 0,-2-2 0,6-2 7,3 0 1,0 0 0,3 0 0,-1 0-1,1 0 1,-1-5 0,0 0-1,1 2-55,-1 2 1,2-1-1,2-1 1,1-2-68,-2 2 1,4 1-1,-2 2 1,1 0-89,0 0 1,-2 0 0,4 0 0,-1 0 208,-3 0 0,4 0 0,1 0 0</inkml:trace>
  <inkml:trace contextRef="#ctx0" brushRef="#br1" timeOffset="123">26184 5036 8446,'0'-15'-961,"0"1"677,0 0 0,0 4 227,0 1 432,0 5-290,0-2 1,1 6-83,4 0 0,-2 0 44,7 0 1,-5 0-55,4 0 0,-5 2 0,2 1 1,0 2 1,-4 6 0,4-3 4,1 0 1,-4 4-6,7-2 1,-6 1 0,4 0-2,-1-1 0,4-2 0,-3 3 5,0-1 1,5-7 0,-4 3-13,4 1 0,-3-6 0,-1 4 0,2-3-32,2-2 1,2 0 0,-1-2 0,0-1-16,1-2 0,-1-6 1,1 1-1,-1-1 26,0 2 1,-4-4 0,0 3 0,-1-3 85,-1-1 1,-1 5 0,-7-1 72,0-1 0,0-2 166,0-1 0,-7 1-137,-2 3 0,1 4 0,-2 6-176,-1 0 0,4 6 0,3 4 2,2 3 0,-3 1 0,0 2 0,2 2-33,2 1 0,1 1 0,0 0 0,0 2-6,0 0 1,1 6-1,2-4 1,2 1 2,-2-1 0,-1 7 0,-2-6 0,0 1 0,0 1 0,-5-5 0,-1 1 0,-1-1 45,1 0 0,-5-6 0,1 0 0,-3-4 20,-1-1 0,0-5 0,-1-1 1,1-3-10,0-2 0,-1 0 1,1 0-1,-1-2 63,1-3 1,4 2 0,2-7 0,2-1-49,3-2 1,1 4-1,2-1-77,0-1 1,2 0 0,1 0 0,3 3-110,2 1 0,2 1 0,4 3 1,1-2 171,-1 2 0,39 7 0,9 4 0</inkml:trace>
  <inkml:trace contextRef="#ctx0" brushRef="#br1" timeOffset="124">26500 5727 23316,'-9'0'-2392,"-1"0"2607,1 0 1,-4-2-403,3-3-415,4 4 1,12-11 0,2 6-1,2-2 834,-1-3 1,1 3 0,4-2 0,1-1-135,-1-2 1,1 0 0,-3 1-1,0 0-73,-3 1 0,1-5 1,4 7-1,-1-4-74,-4-2 0,4 1 58,-3 0-250,-4-1 190,1 7 1,-7 4 113,0 8 0,0 0 0,-2 5-442,-3 2 1,4 2 0,-4 1 45,3 1 1,2-6-1,0 1 1,0 1-148,0 2 1,0-3 0,0-1-85,0 2 1,0-3 0,0 2-340,0 1 1,2-4 207,3-3 0,-2-2 0,6-2 320,3 0 464,-6 0 1,0-58 0,-6-14-1</inkml:trace>
  <inkml:trace contextRef="#ctx0" brushRef="#br1" timeOffset="125">26673 5381 22993,'0'-9'-5263,"0"-1"1584,0 7 2941,0-4 0,2 9 1,2 3-808,6 4 1360,3-2 0,20 31 0,6 2 0</inkml:trace>
  <inkml:trace contextRef="#ctx0" brushRef="#br1" timeOffset="126">26817 5640 8446,'0'-9'-368,"0"-1"0,1 5 91,4-4 0,-2 5 248,7 0 1,0 0 0,4 1 0,0-2-1,1 2 1,-6 2 0,3 1 0,2 0-97,4 0 1,1 0-1,-5 0 1,2 0-124,3 0 0,-1-5 248,6 0 0,0-13 0,5 2 0</inkml:trace>
  <inkml:trace contextRef="#ctx0" brushRef="#br1" timeOffset="127">27148 5496 8134,'-7'-8'-477,"6"2"1,-6 8 544,7 2 1,0 4 0,0 7-134,0-1 1,0 2-1,0 2 1,0 1-118,0-2 0,0 4 0,0-2 182,0-1 0,0 24 0,0 4 0</inkml:trace>
  <inkml:trace contextRef="#ctx0" brushRef="#br1" timeOffset="128">27723 5396 8446,'0'-10'-1108,"0"0"1259,0 7 1,-1-3 0,-3 7-61,0 4 0,-3-2 1,4 7-1,-2 1-82,2 2 0,-5 3 0,0 2 0,-2 1-31,1-2 1,4 4 0,-4 0 0,-1 0 21,2-1 0,-5 32 0,5 2 0</inkml:trace>
  <inkml:trace contextRef="#ctx0" brushRef="#br1" timeOffset="129">28428 4878 8385,'0'-10'-229,"0"0"0,0 1-5,0-6 0,0 6 545,0-1-212,0 1 1,0-6 43,0 1 1,0 4-162,0 1 0,-6 1-8,-4-2 0,-3 4 0,-1 6 1,0 0 6,-1 0 0,-1 1 0,-1 4 0,-4 5 38,-1 3 1,2 1 0,-2 0-1,1 1-5,4-1 1,1 0 0,1 2 0,2 2-13,4 1 1,-2 0 0,6-4-1,2-1-7,1 1 1,2-1 0,2 2 0,2 0-53,6-2 1,3 9-1,1-9 1,1 0 15,-1-2 0,0 0 1,1-2-1,-1 3 28,1 1 1,-6-4 0,-1-1 12,-1 3 0,2-4 1,-4 1-1,-3 1 12,-6-2 1,-4 3 0,-6-6 0,0 0-6,-1 1 1,-6 0-1,-1 4 1,-2-4-15,0 1 0,2-4 0,-2 5 1,3-2-82,0-3 1,5 5 0,-3 0-206,3 0 1,8 0-670,3-3 962,10 3 0,3 7 0,6-1 0</inkml:trace>
  <inkml:trace contextRef="#ctx0" brushRef="#br1" timeOffset="130">28227 5525 8327,'-8'0'-1539,"-5"0"1733,11 0 0,2 0-155,10 0 0,3-5 1,1-1-34,1-2 1,-1 0 0,0-3-1,1 1-30,-1-1 1,-1-2 0,-2 0 0,-1 2-14,1 2 0,2-1 1,1-4 28,0-1 1,-6 6 0,-1 1 4,-1 1 10,-4 2 0,3 5 0,-9 2 0,-2 1 24,-2 2 0,3 6 0,-3-1 0,2 3-2,3 1 0,-4 0 1,1 1-26,-2-1 1,5 1 0,-2-1-5,3 0 0,2 1 1,0-1-79,0 0 1,0 1-1,2-2-34,3-4 0,-2-2 0,5-6 0,0 2-127,0 2 0,-3 0 0,4-7 239,2-2 0,2-17 0,2-10 0</inkml:trace>
  <inkml:trace contextRef="#ctx0" brushRef="#br1" timeOffset="131">28414 5266 8327,'0'-14'-1618,"0"-1"1490,0 1 1,1 6-269,4 3 396,3 4 0,26 26 0,4 7 0</inkml:trace>
  <inkml:trace contextRef="#ctx0" brushRef="#br1" timeOffset="132">28558 5511 8325,'8'-7'-871,"0"4"690,-4-6 0,3 4 1,4-3-1,-1 1 183,1 4 1,-3-3-1,1 1 1,3 2-7,0 1 1,-2-3 0,0 1 0,1 0-4,2 3 0,1-1 0,0-1 0,1-2-160,-1 2 0,-4 1 1,-1 2 166,2 0 0,2 0 0,2 0 0</inkml:trace>
  <inkml:trace contextRef="#ctx0" brushRef="#br1" timeOffset="133">28917 5367 8325,'-9'-5'-919,"-1"0"1,7 2 1021,-2 8 1,4 3 0,1 6-117,0 1 1,0-1 0,0 0-1,0 1-101,0-1 114,0 1 0,12 31 0,4 8 0</inkml:trace>
  <inkml:trace contextRef="#ctx0" brushRef="#br1" timeOffset="134">29536 5324 8325,'5'-15'-450,"0"1"0,-1 4 0,-2 2 786,3 2 0,-4-1 426,4 3-721,-3 2 0,-2-3 0,0 10-55,0 5 0,0-2 1,-2 1-1,-3 2-121,-4 2 1,-4 3-1,-1 2 1,-1 3-54,1 1 1,-1-3 0,1 4 0,0-3-686,-1-2 873,1 4 0,0 13 0,-1 10 0</inkml:trace>
  <inkml:trace contextRef="#ctx0" brushRef="#br1" timeOffset="135">30227 4863 8325,'9'-13'0,"-1"2"-159,-1 2 1,2-1-1,-2-3 1,-1 2-4,0 1 0,1 1 1,-4-5 119,2-1 1,4 6 0,-4-1 297,-2-1 0,-3 4-225,-5 3 1,-3 2-1,-6 4 29,0 2 1,-5 4-1,-1 7 1,1-1 17,-2 1 1,4 4 0,-6 0 0,3-2-30,2-1 0,2 4 0,0 0 1,-1 1-56,-3 0 0,6-2 0,4-3 0,1 2 15,1 1 1,1 5 0,7-5 0,0-1-48,0-2 0,0-2 0,2 0 0,3-1-30,4-3 0,4 1 0,3-5 0,2 1-55,1-1 0,0 1 1,-3-4-1,2 2-75,1-2 0,0-2 1,-3-1-1,2 0-77,1 0 1,0 0-1,-5 0 275,1 0 0,-7 0 0,-2 0 0</inkml:trace>
  <inkml:trace contextRef="#ctx0" brushRef="#br1" timeOffset="136">30198 5453 7852,'0'8'-154,"0"-1"1,1-7 0,4-2 208,5-3 0,3 2 0,-1-7 0,0 1-67,-3 1 0,2-5 0,7 3 0,1-2 3,-1-3 0,-2 1 0,-2-1 1,2 1-3,3 0 1,-3-1 0,2 1 0,-5-1-8,-4 1 1,-4 0 157,5-1-137,-7 7 0,-2 4 0,-7 7 0,0 3 6,-1 2 1,-2-3 0,2 4-4,-1 3 1,5 0-1,-3 3 1,1-1-21,0 1 1,0-6-1,5 1 1,0 1-78,0 2 0,0-4 1,0 1-1,0 1-40,0 2 0,0-3 0,2-2 1,1 0-210,2 0 0,6-4 340,-1 6 0,9-26 0,3-2 0</inkml:trace>
  <inkml:trace contextRef="#ctx0" brushRef="#br1" timeOffset="137">30428 5137 8325,'0'-15'-581,"-2"2"0,-1 2 412,-2 2 0,2 5-18,8 0 1,1 4 0,6 3 75,-3 2 0,-4 1 111,5-1 0,6 9 0,6 9 0</inkml:trace>
  <inkml:trace contextRef="#ctx0" brushRef="#br1" timeOffset="138">30730 4547 8325,'-6'-15'-304,"3"2"1,-5 2-1335,1 2 1653,2-1 0,12-3 0,2 4 119,4 4 1,-3 3 0,-1 2 0,2 0 35,2 0 0,2 0 1,-1 0-1,0-1-128,1-4 0,4 3 1,2-2-1,0 2-13,-1 2 1,1 0 0,-3-2 0,2-1-51,3-2 0,-4 1 1,3 2-1,-1-1-10,-3-2 1,-2 0 0,-2 4 92,1-4 1,-1 3 156,0-3-127,-6 4 0,-1 2-60,-7 4 0,0 3 0,-2 7 0,-1-1-20,-2 0 1,0 1 0,5 1 0,0 1-19,0 2 0,-1 7 1,-2-2-1,-2 3-18,2 2 1,1 1 0,2 4-1,0 3-63,0-1 1,0 11 0,0-4-1,0 2 24,0 0 1,-2-2 0,-1 0 0,-2 0-4,2 0 0,-3-4 0,-1-3 0,1 1 21,0 0 0,-4-5 0,5 0 0,2-5 16,1-3 1,1-6 0,-2 1 0,-4-3 66,-1-2 1,3-4 0,-4-2 0,-2 0-9,-2 0 1,3-3-1,1 2 1,-4 0 1,-5-4 0,2 3 0,-3 1 0,3-1-98,2 1 0,-5 4 1,-1-2-1,3 3-156,1-3 222,-5 10 0,-1-9 0,-7 11 0</inkml:trace>
  <inkml:trace contextRef="#ctx0" brushRef="#br1" timeOffset="139">30083 5885 7690,'-2'-15'-340,"-3"1"1,4 0 634,-4-1-249,3 1 1,2 7-1,-1 6 68,-4 4 1,2 8 0,-5-1 3,1 3 0,-2 3 0,2 1 0,1 2-65,0-1 1,-6 4 0,3 2 0,-4 3-11,-1 2 0,4 0 0,0 1 0,-2 2-100,-6 2 0,2 6 0,-5-2 1,2 4-129,0 1 1,0 0 0,3 0 0,0-1-1,1-4 0,-2-3 0,9-6 1,-2-2-42,1-3 1,5-3-1,0-6-123,2-1 349,2-6 0,6-27 0,2-13 0</inkml:trace>
  <inkml:trace contextRef="#ctx0" brushRef="#br1" timeOffset="140">29924 5827 8325,'-9'-6'-901,"-1"-4"1,5 2 734,-4-1 338,6 5 1,-2-2 0,10 6-95,4 0 1,-1 0-1,2 0 1,1 0-45,2 0 1,6-5 0,0 0 0,0 1-37,2-3 0,-5 4 0,5-5 0,-2 0-59,0 0 0,2 0 0,-3-3 0,1 1-16,-2-1 1,1-2-1,-2-1 1,0 1-6,-3 4 0,-4-4 173,1 3 1,-4 5 0,-7 5 75,-4 8 0,-3 5 0,-6 3 0,1 3-39,3 5 1,-3 4 0,5 2-1,-1 2-177,-1 1 0,7 1 0,-2-5 49,4 0 0,33 19 0,8 4 0</inkml:trace>
  <inkml:trace contextRef="#ctx0" brushRef="#br1" timeOffset="141">28687 7079 12816,'5'-10'-1553,"0"1"1,0 4 1465,-5-5 1,1 2-1,2-3 30,2 2 1,0 4 26,-5-5 1,5 5 39,0-4 1,-1 4-51,-4-5 0,0 6-229,0-6 92,0 7 0,-6-3 1,-4 6 119,-2 0 0,-3 6 0,-1 3 1,-1 4 38,-3 2 1,-4 4 0,5 0-1,0 0 13,-2 2 0,5-3 0,-3 4 0,5-1-3,4-4 0,-1-1 0,5-1 1,-1-1-64,1 0 0,1 1 33,5-1 1,2-6 0,2-3 19,6-3 0,3-4 0,1-1 24,1-2 1,-1-6 0,0 3 0,-1-2-41,-3 1 0,2-1 0,-2-4 0,3 1 15,1 3 0,1-2 0,-3 2 0,0-3 6,-3-1 1,-1 4 0,3 2 37,-1 2 3,-7 1 0,4 7-17,-7 2 1,-2 4 0,-1 7 0,-2-1 1,2 1 0,0-1 0,-1 0 0,0 1-69,0-1 0,3-4 0,1-1 0,0 2-468,0 2 510,0 2 1,25-14 0,7-2 0</inkml:trace>
  <inkml:trace contextRef="#ctx0" brushRef="#br1" timeOffset="142">29018 6806 8211,'0'-7'-132,"0"7"0,0 7 0,-2 7 0,-1 2 145,-2 3 0,-1-1 1,3 6-1,-4 1-22,0 3 0,2 0 1,-3 1-1,0 0-13,0 0 1,-2-2 0,-3-2 0,2-1-75,2 2 0,1-4 1,-4 1-1,4-3-454,2-2 549,-5-8 1,28-42 0,1-16-1</inkml:trace>
  <inkml:trace contextRef="#ctx0" brushRef="#br1" timeOffset="143">29047 6950 8693,'5'-10'-1541,"-1"0"1619,1 7 0,-5-2 41,0 10 1,-1 3-1,-3 8 1,0 2-105,0 1 1,-2 2 0,0-4-1,-1 4-38,1 1 1,-4-4 0,5 3-1,1-2 29,-3 0 0,1 5 1,-4-5-1,4-1-78,0-2 1,2-2 0,-4 1-1,0-1-225,0 0 1,4 1 295,-6-1 0,-6-31 1,-6-9-1</inkml:trace>
  <inkml:trace contextRef="#ctx0" brushRef="#br1" timeOffset="144">28831 7165 7576,'0'-14'-191,"0"0"0,0 4 0,0 0 285,0-1 0,5 3 0,1 0 0,2 2 1,3 3 1,2-4-1,2 2 1,-1 2-93,0 2 0,6-1 0,-1-1 0,0-2-66,2 2 1,-5 1 0,3 2 0,-3 0-288,-2 0 0,5 5 339,1 0 1,-1 12 0,-5-1 0</inkml:trace>
  <inkml:trace contextRef="#ctx0" brushRef="#br1" timeOffset="145">29119 7151 9385,'-7'8'-679,"6"0"-681,-4-3 1575,3-4-208,2 6 1,2-7 0,3 0 36,4 0 1,-1-2 0,2-1-60,1-2 0,2-1 0,1 1-9,1-5 0,-1 2 9,0-1 1,-4 4 10,0-5 1,-9 7-4,-1-2 0,-1 4 0,-9 1 17,-1 0 0,3 5 0,-2 1 26,-1 2 1,5-3-1,-1 4-65,1 3 0,4 0 0,-2 3-107,2-1 0,2-4 1,0-1-203,0 2 0,0-3 327,0 2 1,32-13 0,8 1-1</inkml:trace>
  <inkml:trace contextRef="#ctx0" brushRef="#br1" timeOffset="146">29335 7122 9385,'6'-8'-1166,"-4"-5"1,4 10 1301,-6-6 1,0 7-96,0 2 0,0 6 0,-2 9-43,-2-1 0,2-4 0,-4-1 0,1 3 16,0 0 0,0 3 0,4-2 0,-3-2-73,0-2 1,-3 1 16,2 4 1,4 1 1,-4-7-34,10-4 0,-2-4 0,7-4 32,1-6 1,2-3 0,1-1 10,0-1 0,-1 6 0,-2-1 0,-1 1 23,1 1 1,-3-3 138,2 6 19,-1-6 1,-1 11-120,-3 0 0,-3 6 0,-2 8-20,0 1 0,-2-6 1,-1 1-1,-2 1-27,2 2 1,-4-4-1,3 1 1,0 1-165,3 2 0,-1 0 162,-2-4 1,8-2-1,-2-7 1</inkml:trace>
  <inkml:trace contextRef="#ctx0" brushRef="#br1" timeOffset="147">29680 6863 9385,'-2'15'-392,"-3"-1"0,2 0 0,-5 2 1,0 2 342,0 1 0,5 2 1,-2-4-1,2 4 20,-2 2 0,4-1 0,-6 4 1,3-4-5,-1-1 0,0 3 0,3-3 0,-1-1-19,-2 1 1,1-2 0,4-4 0,0-1-145,0 0 0,0 1 207,0-1 0,-7-19 0,-1-4 0</inkml:trace>
  <inkml:trace contextRef="#ctx0" brushRef="#br1" timeOffset="148">29565 7151 9385,'8'-14'-723,"0"4"0,-5 0 545,2-1 1,6 0 0,-3 0 253,0 1 1,5 7 0,-5-3 0,1 1 14,1 0 0,-1 0 1,6 5-62,-1 0 1,1 0 0,-1 0 3,0 0 1,1 0-31,-1 0 0,-1 2 0,-2 1 0,-3 3-43,-1 2 0,2-3 0,-4 5-13,-2 1 1,4-3 0,-3 2-66,0 1 1,-3 2 0,-1 1-57,0 0 1,-1-4-1,-3 0-220,0 1 0,-6-3 360,5 1 26,-6-6 0,3-22 0,-6-13 0</inkml:trace>
  <inkml:trace contextRef="#ctx0" brushRef="#br1" timeOffset="149">29853 7036 8829,'9'-15'-223,"1"1"0,-2 0 0,3-1 0,-3 1-352,-2 0 1,-1-1 0,-3 2 842,2 4-254,-2 2 1,3 7-1,-8 2-11,-2 3 0,0 3 0,3 6-22,-2 1 1,2-1 14,-3 0 1,-16 26-1,-2 7 1</inkml:trace>
  <inkml:trace contextRef="#ctx0" brushRef="#br1" timeOffset="150">29982 7151 8578,'-14'0'-229,"-1"0"0,6 0 0,1 2 226,1 2 0,2 0 7,5 5 0,0 1-22,0 4 0,2-6 0,3-3 20,4-4 1,-1-1-1,2 0-35,1 0 0,2 0 0,1-1 19,1-4 0,-2 2 0,-2-5-34,-2 2 1,-4-6-21,5 3 0,-7 1-99,2-2 1,-5 5 0,-5-3 58,-5 2 0,2 1 0,-1 5 1,-1 2-392,2 3 499,-5-4 0,-1 25 0,-8-2 0</inkml:trace>
  <inkml:trace contextRef="#ctx0" brushRef="#br1" timeOffset="151">30140 7122 7093,'-9'2'291,"-1"3"1,7 3-296,-2 6 0,2-1 0,0-2 74,-2-1 1,0-6 198,5 6-262,0-7 1,2 3-53,2-6 1,3-1 0,4-2 0,-3-4-45,-2-1 1,6 4 0,-4-6 0,1 0 4,1 2 1,-1-3-1,6 5 1,-1-2 29,1-3 0,-6 3 1,1 0-1,1 1 61,2 4 1,-4 1 0,1 2 63,1 0 1,-5 2-31,-1 3 0,2 3 0,-3 6 0,0 1-157,-3-1 0,-1 0 1,0 1 115,0-1 0,-6 26 0,-2 6 0</inkml:trace>
  <inkml:trace contextRef="#ctx0" brushRef="#br1" timeOffset="152">30658 6834 15057,'-9'-4'-3261,"-1"-1"2365,7 0 657,-4-1 0,9 4 697,3-3 0,-2 4-283,7 1 0,-1 0 0,4-2 116,-3-3 0,-2 4-46,-4-4 1,4 2-182,7-2 0,-6 3 0,-1-4 213,-1-1 1,2 4 348,-4-6-167,6 5 1,-8-4-770,7 4 361,-7 2 0,4 2 0,-7 11-224,0 7 0,0-2 0,0 3 0,0-1-56,0 1 1,0-2-1,0 6 1,0-1 48,0 1 1,0-1 0,0 3 0,-2-2 61,-3-2 0,2 3 0,-5-5 0,0 0 50,0 2 0,-2-5 1,-4 3-1,0-5 81,-1-4 1,1 3 0,-2-5 0,-2 1 92,-1 1 0,0-7 1,5 2-1,-1-4-181,1-1 1,-1 0 436,1 0-339,6 0 0,3 0 1,10-1 116,5-4 16,2 4 1,48-38 0,10-1 0</inkml:trace>
  <inkml:trace contextRef="#ctx0" brushRef="#br1" timeOffset="153">30845 7065 15057,'-1'9'-863,"-4"1"1,2-2 0,-5 3 740,1-1 1,2-6 0,4 4 0,-2 0 114,-2 0 0,0 2-124,5 4 0,0 1-56,0-1 0,0-4 87,0-1 34,0-6 0,0 2 0,2-8-4,2-2 1,0-6 0,4 2 83,-2-4 0,4 3 0,-4 1 0,2-1-75,3 2 0,-3-5 1,2 4 67,1-4 0,-3 3 0,2 1 159,1-3 0,-3 6 363,1 1-437,1 4 1,-2 2 0,-3 4-1,-2 5-122,2 2 1,-4-2 0,4 0-1,-3 1-88,-2 2 0,0 1 0,0 0 0,0 1-153,0-1 0,0 0 0,0 1 232,0-1 0,-7-12 1,-1-4-1</inkml:trace>
  <inkml:trace contextRef="#ctx0" brushRef="#br1" timeOffset="154">31075 6849 13748,'0'-15'-832,"0"1"0,0 0-242,0-1 844,0 7 0,0 8 0,0 10 0,0 3 248,0 1 0,0 5 0,0 2 1,0 1-31,0 4 0,0 1 1,0 3-1,0 2-16,0 2 0,-4 1 0,-3-3 0,1 3-7,-1 2 0,-2-3 1,2 4-1,-1 0-125,-3-1 0,3 0 0,0-5 0,0 0 62,0-5 1,5 2 0,-3-7 0,1 2 163,0 0 0,-6-19 1,3 0-1</inkml:trace>
  <inkml:trace contextRef="#ctx0" brushRef="#br1" timeOffset="155">31061 7093 13796,'14'-14'-532,"-4"1"219,0 4 1,-1-3 0,6 8 350,-1 0 1,-4 3-1,-1 1-18,2 0 0,-3 0 0,0 1-127,-1 4 0,-1-2 0,-3 7-81,2 1 1,0-3 0,-5 2 108,0 1 1,0-3 17,0 2 1,-5-6 0,-1 4 0,-1 0 8,1 0 0,-4-3 0,4 3 0,-2-1 6,-3-4 1,3 3-1,0 1 1,0-1-119,0 0 0,3 4 0,-5-4 68,-1 2 33,5-5 1,6-9-1,8-10 1</inkml:trace>
  <inkml:trace contextRef="#ctx0" brushRef="#br1" timeOffset="156">31378 7036 13796,'-15'0'-305,"7"1"1,2 3 283,-1 0 0,4 3 0,-6-2 81,-3 4 0,4-1 0,0 2 0,2 1-148,3 2 1,0 1 0,-1 1-1,0-1-3,0 0 1,3 1-1,1-1-220,0 0 1,0 1-137,0-1 247,0-6 1,6-1 179,4-7 1,1-2 0,0-1 0,-1-4-12,1-1 0,-3 0 0,2-3 0,-1 2-90,-1-2 0,5 3 1,-5-2-1,1-1 131,1-2 1,-2 3-1,3 2 1,-3 0 101,-1 0 1,2 4-1,-2-4 118,1 1 0,-4 2 167,6 5 0,-7 2-390,2 3 0,-3 3 0,-2 6-84,0 1 1,-2-1 0,-1 0-36,-2 1 0,0-1 0,5 0-207,0 1 0,0-6 1,0 1-538,0 1 731,0 2 1,7-18-1,1-4 1</inkml:trace>
  <inkml:trace contextRef="#ctx0" brushRef="#br1" timeOffset="157">31680 6878 13801,'0'-8'-1574,"-2"3"0,-1 10 1644,-2 4 0,0 4 1,4 1-1,-3 1-4,0-1 1,-6 7 0,5 1 0,0 2-60,-1 0 1,4-1 0,-2 2 0,2-1-71,2 2 0,-5-1 0,0 1 0,2-4-1,2-1 0,1-2 1,0-4-1,1-1-263,4 0 0,-2 1-6,7-1 0,-1-1 0,6-3 199,-1-6 1,-4-2 0,-1-2 204,3 0 1,7-26-1,3-6 1</inkml:trace>
  <inkml:trace contextRef="#ctx0" brushRef="#br1" timeOffset="158">31608 7079 13481,'-8'-14'-1722,"1"4"1,9 2 1924,3 2 1,1-1 0,5 4 0,-1-2-14,1 2 0,2-3 0,1-1 0,2 1-78,3-1-44,-3-4 1,50-22 0,-31 10 0,0-1 0</inkml:trace>
  <inkml:trace contextRef="#ctx0" brushRef="#br1" timeOffset="159">20156 8216 8364,'0'-8'-1942,"0"-5"2017,0 11-69,0-4 12,0 6-18,0 0 0,-19 32 0,-5 8 0</inkml:trace>
  <inkml:trace contextRef="#ctx0" brushRef="#br1" timeOffset="160">20084 8316 8364,'-2'-12'0,"-1"0"0,-2 3 0,-1 1 0,3-3-1197,-2 1 1350,0 7-119,5-4 1,5 9 0,1 3-25,2 4 0,-5 4 0,2 3 0,-3 2-12,-2 1 1,0 5 0,0-3-1,0 1-14,0 4 1,-5 1 0,0 0 0,0-1 7,-1-2 1,3-5 0,-5 3 0,0 1-37,0-1 1,5-4 0,-4-1 0,2-4 25,1-3 1,-3-7 16,3 1 0,2-4 0,-3-4 1,4-6 5,1-3 0,0-6 0,0-2 0,1-1 0,4-4 0,-2-1 0,7-2 0,-1 1-4,-1-1 1,5 0 0,-3-1 0,2-2-2,3-2 0,-1-4 0,1 4 0,-1 1-1,0-2 1,1 4 0,-1-1 0,1 7 14,-1 5 1,-6 9-1,-2 3 11,1 2 1,-6 7 0,4 9 0,-3 3 29,-2 1 0,0 7 0,0 3 0,0 3 8,0 2 1,0 0-1,-2-1 1,-1 3-50,-2 2 0,0-2 0,5 2 0,0-2-38,0-3 1,-4 3 0,-1 1 0,2 1-36,1-1 1,2-3-1,0-3 1,0-2-70,0 1 1,0-4-1,0-2 1,0-3-59,0-1 1,0-1 0,2-1-415,2-4 600,-2-2 0,-2-26 0,-8-5 0</inkml:trace>
  <inkml:trace contextRef="#ctx0" brushRef="#br1" timeOffset="161">20213 8460 8364,'2'-9'-1021,"3"-1"1,-2 7 1037,6-2 0,-4 3 1,5 2-134,1 0 0,-3 0 0,2 0 116,1 0 0,14 7 0,6 1 0</inkml:trace>
  <inkml:trace contextRef="#ctx0" brushRef="#br1" timeOffset="162">20544 8216 8364,'0'-15'-1270,"0"1"730,0 0 703,0 6 0,0 3 0,0 10 0,0 4-56,0 4 0,0 8 0,-1 1 0,-3 2-91,0 0 1,-1 0 0,5 5 0,0 0-37,0-1 1,0-4 0,0 0 0,0 0-86,0-1 0,-5 4 1,0-5-1,2 2-99,1 0 1,2-6-1,0 1-444,0-3 648,0-8 0,2-8 0,1-10 0,4-2 0,1-3 0,-5-4 0,3-2 0,-1 0-23,0 1 0,4-6 0,-2 2 0,-1-2 40,1 3 1,2-5 0,-2 4 0,-1-3 18,0-2 1,4 1 0,-4 0 0,1 3 16,-1 1 1,4 6 0,-5-1 0,-1 3 311,3 2-190,-6 6 1,6 8-1,-7 11 1,-2 7-87,-3 5 0,2 0 0,-5 1 0,2 1-88,3 3 0,-1 0 0,1 1 0,-2 0-26,2 0 0,2-5 0,-1 0 0,-1 1-12,-2 2 0,0-4 1,5-2-1,0-2-107,0 0 0,-5 2 0,1-4 0,0 3-81,3-3 0,-4-1 1,-1-3 224,-2-4 0,-2-15 0,-4-10 0</inkml:trace>
  <inkml:trace contextRef="#ctx0" brushRef="#br1" timeOffset="163">20458 8518 8123,'0'-15'-1346,"0"1"1354,0 0 0,6 4 1,4 2 36,3 2 1,1 1 0,-1 3 0,0-1-73,1-2 0,-3 0 0,8 5 0,-3 0-223,-1 0 1,-1 0 249,1 0 0,12 13 0,3 3 0</inkml:trace>
  <inkml:trace contextRef="#ctx0" brushRef="#br1" timeOffset="164">20702 8518 7137,'-8'-7'-148,"2"6"1,6-7 0,2 5 203,2-2 0,0-5 0,5 4-39,2-2 0,1 3 1,-1-3-5,-2 2 1,1-6 4,4 3 94,-6 3-81,-1-1 1,-9 9 0,-1 3-1,-3 4-15,-2 4 0,3 0 0,-3-2 0,1-2-30,4 3 1,-3 0 0,1 3 0,2-1-144,1 1 1,2-1 0,0 0-77,0 1 1,0-1-1,2-1 233,3-3 0,22-17 0,11-9 0</inkml:trace>
  <inkml:trace contextRef="#ctx0" brushRef="#br1" timeOffset="165">20933 8403 6827,'8'14'74,"-2"0"1,-6 1-69,0-1 1,0 1 0,0-1 13,0 0 1,0 1-42,0-1-10,0 1 1,0-9-1,2-4-21,2-6 0,0-7 1,5 2-1,1-4 12,-2-2 0,5 3 1,-5 0-1,1 3-25,1-2 1,-1-2 85,6-2 0,-2 6 1,-2 1 88,-2 2 1,-5 2-49,0 9 1,-2-2-1,-2 7-45,0 1 0,0 2 0,0 1 0,0 1-46,0-1 0,0 0 0,0 1-163,0-1 0,2 1 192,2-1 0,17-32 0,9-7 0</inkml:trace>
  <inkml:trace contextRef="#ctx0" brushRef="#br1" timeOffset="166">21278 8129 7889,'-6'-8'-180,"2"8"1,-4 12 0,2 4 293,3 3 1,0 6 0,-1-1 0,0 3-116,0 2 0,3 0 0,1 0 1,0 0 18,0-1 1,0 1 0,0 0-1,0 0-86,0-1 1,0 1 0,0-2 0,-2-3-78,-3-4 1,4 0-1,-4 0 1,3-3-220,2-1 1,0-2 363,0 1 0,7-39 0,1-10 0</inkml:trace>
  <inkml:trace contextRef="#ctx0" brushRef="#br1" timeOffset="167">21264 8417 8340,'8'-6'-218,"-2"3"0,-6-7 9,0-1 1,2 4 0,1 1 0,3 1 386,2 0 0,-3 1-22,5 4 1,-1 0-101,5 0 0,-4 4 0,-2 3 0,-2 1-59,-2 3 1,-1 2-1,0 1-68,2 0 0,0 6 0,-5-1 0,0-2-139,0-1 1,0-1 0,0-1-99,0 1 1,0-1-319,0 0 626,0 1 0,0-46 0,0-10 0</inkml:trace>
  <inkml:trace contextRef="#ctx0" brushRef="#br1" timeOffset="168">21451 8273 8340,'0'-9'-936,"0"-1"1,-2 7 931,-3-2 1,4 10-1,-4 4 1,3 4-42,2 2 1,-5 1-1,1 1 1,0 4 44,3 1 0,-12 41 0,-3 13 0</inkml:trace>
  <inkml:trace contextRef="#ctx0" brushRef="#br1" timeOffset="169">21465 8518 8060,'-8'0'-381,"2"1"485,6 4 0,0-2 0,1 5-62,4-1 0,-2 2 0,7-4-28,1-2 0,2-1 0,1-2-39,1 0 0,-6 0 1,-1-2-1,0-1-59,0-2 1,-3-4-1,4 2-3,3-1 1,-6-1 9,-1-6 1,-4 1-81,-1 0 1,-6 6-35,-4 3 1,-2 3-1,-3 4-39,1 3 1,4-2 229,1 6 0,-7 14 0,-7 7 0</inkml:trace>
  <inkml:trace contextRef="#ctx0" brushRef="#br1" timeOffset="170">21652 8460 7137,'-8'7'312,"2"1"1,6 6-262,0 0 1,0-4 0,0 0 56,0 1 0,0 2-116,0 1 1,1-6-11,4-3 1,-2-4 0,7-1-64,1 0 1,-3-1 0,2-2 0,-1-4-46,-1-1 0,5-1 0,-3-6 0,2 2 48,3 4 1,-3-4-1,0 3 1,-3-2 37,2-3 1,2 6 66,2-1 1,-1 7-118,0-2 0,-4 10 0,-2 4 90,-2 4 0,6 34 0,-4 7 0</inkml:trace>
  <inkml:trace contextRef="#ctx0" brushRef="#br1" timeOffset="171">22472 8230 8340,'-6'-8'-248,"2"-3"1,-4 4-176,2-1 1,-4 4 775,6-6-111,-1 7-230,5-3 0,1 6 1,4 0-18,5 0 0,-2 0 1,1 0-1,3 0-36,0 0 0,3 0 1,-1-2 15,1-3 1,-3 2-1,0-5 8,-3 2 1,1-6 23,4 3 0,-4-2 70,-1 1-31,-5-3 0,2 13-28,-6 0 1,0 7 0,-2 7 0,-1 2-6,-2 3 1,-4-1-1,2 4 1,-1 0-17,-3 1 0,3-4 0,-1 5 0,-3 0-1,0-2 0,-3 4 0,1-5 0,-1 0-7,1-1 1,0-1 0,-1-4 0,1-1-12,0 1 1,-1-1-1,1-1-227,-1-4-170,1 4 0,8-11 237,6 3 0,6-9 0,8-2 182,1-2 0,50-40 0,-26 17 0,1 0 0</inkml:trace>
  <inkml:trace contextRef="#ctx0" brushRef="#br1" timeOffset="172">22673 8345 7738,'0'-8'-96,"0"2"0,0 7 0,0 4 87,0 5 0,0-2 0,-1 0 0,-2 0-24,-2 0 0,0-3-43,5 4 0,0-4-99,0 5 1,2-7-12,2 2 1,4-5 85,7-5 1,-1 2 81,1-7 1,-1 2 0,-1-3 0,-2 3 38,-1 1 0,-6-2 0,6 4 75,1 2 1,-3-4-1,2 3 122,1 0 0,-5 4-191,-1 5 0,-2 2 1,1 4-1,0-2-55,0 3 0,-3 0 0,-1 3-159,0-1 1,2 0 0,1 1-15,2-1 0,-1-4 201,-4-1 0,7-37 0,1-6 0</inkml:trace>
  <inkml:trace contextRef="#ctx0" brushRef="#br1" timeOffset="173">22961 8086 8172,'0'-14'0,"0"-1"-413,0 1 0,5 0 394,0-1 1,0 9 0,-5 6 146,0 8 0,0 9 0,0 4 1,0 2-6,0 2 0,-5 4 0,0 3 0,2 1-64,1-1 1,2 4 0,0-3 0,0 1-105,0 1 0,-5 2 0,1 6 0,0 0-82,3 0 1,-4 0 0,-1 1 0,-1-3 16,1-3 0,-1 4 0,4-5 0,-2 0-153,2-4 0,-3-4 0,1-5-326,2-5 589,-5-9 0,-7-36 0,-7-14 0</inkml:trace>
  <inkml:trace contextRef="#ctx0" brushRef="#br1" timeOffset="174">22976 8374 8340,'4'-10'-41,"1"1"1,0-1-1,-3-3-224,2 4 1,0 2 220,5 7 0,-4 0 131,5 0 1,-6 0 0,4 2-83,-1 3 1,-2 3 0,-5 6-48,0 1 0,0-1 0,0 0-151,0 1 0,-5-1 0,-2 0-10,-1 1 1,5-1 0,-3-1-1,1-2-31,0-1 1,0-5 233,5 4 0,0-25 0,0-1 0</inkml:trace>
  <inkml:trace contextRef="#ctx0" brushRef="#br1" timeOffset="175">23177 8374 8340,'0'8'-1770,"-5"5"2141,0-4 0,1-1-315,4 2 0,0-1 17,0 6-37,0-1 0,6-6-135,4-3 1,2-3 6,3-2 1,-6-2-1,1-1 1,0-4 6,-2-1 0,4-1 0,-4-6-12,0 1 0,5 0 94,-3-1 1,-2 3 0,0 0 185,-2 3-50,5 6 1,-9-2 0,3 10-89,-4 4 1,-1 4 0,0 1-1,2 1-37,3-1 0,-4 0 0,4 1-109,-3-1 0,-2 1 1,0-1-1,0 0-266,0 1 0,4-6 367,1 1 0,13-39 0,-2-4 0</inkml:trace>
  <inkml:trace contextRef="#ctx0" brushRef="#br1" timeOffset="176">23551 8158 8340,'-10'13'-262,"1"-3"0,4 2 0,-3-2 0,0 4 311,0 5 0,5-3 1,-2 4-1,4-3-22,1 2 1,0-3-1,0 5 1,0-2-27,0 1 0,0 0 0,0-2 1,0 1-67,0-1 1,0 2 0,0 0 0,0-3-192,0-1 0,0-1 1,0-1 255,0 0 0,-20-25 0,-4-6 0</inkml:trace>
  <inkml:trace contextRef="#ctx0" brushRef="#br1" timeOffset="177">23465 8374 8311,'-15'-6'-117,"7"4"1,8-4-1,10 6 1,3 0-127,1 0 1,1 0 242,-1 0 0,0-7 0,1-1 0</inkml:trace>
  <inkml:trace contextRef="#ctx0" brushRef="#br1" timeOffset="178">24299 8316 8434,'0'-14'-627,"0"4"0,0 1 486,0-2 1,2 3 257,3-2 1,-4 5-1,4-4-24,-3-3 0,-1 6 0,2 0 26,2-1-118,0 6 45,1-6 1,-4 9-1,3 3-29,-4 4 0,-2 2 1,-2 1-1,-2-3-20,2 2 0,-4 2 0,2 2 0,2-1-138,2 0 0,-4 1 0,0-1-120,2 1 0,1-1 0,2 0 261,0 1 0,0-20 0,0-5 0</inkml:trace>
  <inkml:trace contextRef="#ctx0" brushRef="#br1" timeOffset="179">24429 8086 8434,'-10'-9'-514,"0"-1"0,6 8 1,-4 2 381,1 8 1,3 0 0,4 2-1,0 1-143,0 2 275,0 8 0,19 33 0,5 15 0</inkml:trace>
  <inkml:trace contextRef="#ctx0" brushRef="#br1" timeOffset="180">24529 8273 7933,'0'-9'-638,"0"-1"1,0 5 1176,0-4-315,0-1 1,0 0-196,0 1 1,0 7-4,0 2 1,2 7-33,3 7 0,-4 0 0,4 1 9,-3-1 1,-2 1 0,0-1-1,0 0 9,0 1 0,0-1 1,0 1-13,0-1 1,-2 0 0,-1 1-1,-3-1-38,-2 0 1,-2 1-1,-4-2 1,-1-2-64,1-2 0,-1 1 1,1 3-1,1-2-350,4-1-335,-4-7 786,11 3 0,41-38 0,17-8 0</inkml:trace>
  <inkml:trace contextRef="#ctx0" brushRef="#br1" timeOffset="181">25076 8101 8434,'0'-15'18,"0"1"0,-2 6-45,-2 3 0,2 10 0,-4 4 0,1 6 46,0 4 0,0-3 1,5 5-1,-1 0-20,-4 2 1,3 0 0,-2-1-1,2 1-42,2-1 0,0 0 0,0 4 0,0-2-70,0 2 1,-2-4 0,-1 2-1,-2 1-159,2 3 0,0-4 0,0-2 1,-2-1-538,2-4 809,1-1 0,-4-33 0,-2-9 0</inkml:trace>
  <inkml:trace contextRef="#ctx0" brushRef="#br1" timeOffset="182">24961 8331 8434,'0'-15'-419,"0"1"1,2 4 324,2 1 0,0 6 1,5-2 141,2 3 1,2 2-1,2 0 1,-1 0-26,0 0 0,1-1 0,-1-3 0,0 0-55,1 0 0,4 1 0,0 0 36,-1-2 0,-2-1 1,-2 3-42,1-2 0,-7-6 0,-2 3-146,0 0 0,-4 0 131,3 3 0,-5 3 47,-5-3 0,-3 4 1,-6 1 9,-1 0 0,6 6 1,1 4-1,0 3 2,0 1 1,3 0 0,-3 1 0,0-1-6,0 1 0,3 4 1,-3 0-1,2-1-9,2-2 1,3 0-1,-1 1 1,-1 2 3,-2-1 1,0-7 0,5-1 1,0 1 0,2 0 1,3-1-1,4-6 1,4-4-1,2-4 1,-1-6 1,0-1 0,1 0 0,-1 1-14,1-1 1,-1 0 0,0 0-1,1 3 7,-1 1 0,-4-2 0,-2 2 0,0 1 0,0-1 1,-4 3 91,6 4 0,-7 1-51,2 4 0,-3 3 0,-2 6-47,0 1 1,4-6 0,1 1-223,-2 1 1,1 2 0,0 1-208,6 1 441,-4-7 0,20-15 0,-2-9 0</inkml:trace>
  <inkml:trace contextRef="#ctx0" brushRef="#br1" timeOffset="183">25493 8360 8286,'-12'-2'-718,"2"-3"0,4 2 661,6-7 0,1 7 105,4-2 0,-2-1 0,7 1-50,1 2 0,-3 0-126,1-2 1,-1 2 115,2-7 1,-5 7 63,-10-2 1,2 4-1,-7 2-2,-1 4 1,-2 1 0,1 6-1,0-3-7,3 2 0,4-3 0,-3 2 0,2 1-36,2 2 1,3-3 0,1-1 0,0 2-38,0 2 0,0-3 0,1-1 0,4 1-112,5-2 1,1 5 0,0-5 0,-1 1-185,1 1 326,2-7 0,39-9 0,11-10 0</inkml:trace>
  <inkml:trace contextRef="#ctx0" brushRef="#br1" timeOffset="184">25882 8288 7282,'6'-8'84,"-4"1"1,4 9-1,-4 3 18,3 4 0,-4 4 0,4 3 0,-2 2-121,2 1 1,-3 0-1,2-3 1,-1 2-31,2 1 0,-3 0 0,3-5 1,-2-1 45,2-3 0,-2 1 1,5-5 7,-2 2 1,1-5-1,-3 1 6,6-8 1,-2 1 0,0-6 0,-2-3-14,-2 0 0,2-4 1,0-2-10,2-1 1,-3 0 0,3 4 0,0 3-68,0 2 1,-3-3-1,5 4 1,-1-4 8,-1-2 0,3 6 0,-4 1 0,-1 0-814,1 0 883,4 5 0,-3-4 0,6 7 0</inkml:trace>
  <inkml:trace contextRef="#ctx0" brushRef="#br1" timeOffset="185">26198 8345 8392,'-13'10'-1640,"4"-1"1931,2-5-231,7 2 1,2-6-1,3 0-61,4 0 1,-1-2 0,2-1-34,1-2 1,2-6 28,1 2 0,-1-4 257,-3-2 35,3 7-140,-12-4 1,1 12 0,-9-2 0,1 7-116,0 3 0,-1 0 0,4 3 0,-2-1-84,2 1 0,0 2 0,0 3-94,-2 3 1,0-8 0,5 3 0,0-1-135,0 0 0,2 1 0,2-1 0,4-2-26,0-1 1,5-7 305,-3 2 0,28-29 0,9-8 0</inkml:trace>
  <inkml:trace contextRef="#ctx0" brushRef="#br1" timeOffset="186">26428 8316 8392,'0'-14'-825,"0"0"0,0 4 985,0 0 111,0 7 0,-4-2-130,-1 10 0,0 3 0,5 7-66,0-1 1,-5 0-1,0 1 1,2-1-38,2 1 1,1-6 0,0 1-58,0 1 0,1 2 1,2 1-185,2 0 0,2-6 1,-4-1-1,3-2-303,2-1 0,2 1 506,4-5 0,33-44 0,7-12 0</inkml:trace>
  <inkml:trace contextRef="#ctx0" brushRef="#br1" timeOffset="187">26673 8086 8392,'0'-14'-1402,"0"4"1440,0 1 0,-2 5 0,-1 1 141,-2 6 0,1 5 0,2 7 0,-1-1-77,-2 1 0,0 1 0,5 1 1,-1 4-74,-4 1 0,3-3 1,-3 5-1,4 0-55,1-1 1,0 2 0,-2-4 0,-1 0-38,-2 0 0,0 3 1,5-5-1,0 0-90,0 2 1,0-5 0,0 3 0,0-3-109,0-2 1,0 1-382,0-1 642,0-6 0,-6-21 0,-2-11 0</inkml:trace>
  <inkml:trace contextRef="#ctx0" brushRef="#br1" timeOffset="188">26572 8360 8392,'10'-5'-1819,"-2"-2"1649,-2-1 0,1 4 1,-3-4 259,6 1 1,-2 1 0,2 3 0,1-2 10,2 2 0,1-1 1,0 1-1,1-2 2,-1 2 0,-3 2 0,2 1 2,3 0 0,2 0 0,-4 0 248,0 0-234,1 0 1,-2 6 0,-4 4-36,-4 2 0,-5 1 0,-3-2 1,-4-1-37,-1 1 1,4 2 0,-4 1-45,1 1 0,-2-1 0,4 0-58,2 1 0,1-6 53,2 1 0,2-7 0,3 2-76,4-3 0,4-2 1,1 0-92,1 0 0,-1-7 1,0-2 35,1-4 0,-6 3 1,-1 1 1,-1-2 1,-2 3 0,-7 0 32,-3 1 0,2-2 0,-7 4 0,-1 2 48,-2 1 0,4-3 1,-1 0 8,-1 2 0,3 2 0,0-1 83,2-3 0,1 2 21,5-7 1,1 7-8,4-2 0,-2 4 1,7 1-1,1 0 51,2 0 0,-3 0 0,-1 0 0,2 0-33,2 0 0,2 0 0,-1 0 0,0 1-46,1 4 0,-6-2 1,1 5-1,0 0-34,-2 0 0,0 0 0,-5 4 0,2-3-10,-2 2 1,-2-3 0,-1 2-74,0 1 1,0-3 0,-1 0 62,-4-2 0,2-1 32,-7-5 1,7-1-1,-2-4 1,4-3 0,1-7-3,0 1 1,4 5 0,3-1 0,1-1-45,3-2 0,0 3 0,0 1 1,0-2-156,5-2 0,-1 3 0,4 2 1,-3 0 193,-2 0 0,39-8 0,9-6 0</inkml:trace>
  <inkml:trace contextRef="#ctx0" brushRef="#br1" timeOffset="189">27680 8086 8344,'0'-14'-1613,"0"-1"1758,0 7 1,0 8 0,0 10-1,0 3 45,0 1 0,0 2 0,0 2 1,0 3-115,0 1 0,0 2 1,-2 3-1,-1-1-95,-2-2 0,-1 0 0,3 4 0,-3 1-6,-2 0 0,3 0 0,-5-1 1,1 1-200,1 0 0,-5-5 1,5-2-1,-2-1-937,1-3 1161,5-2 0,-15-40 0,3-10 0</inkml:trace>
  <inkml:trace contextRef="#ctx0" brushRef="#br1" timeOffset="190">27522 8288 7464,'8'-7'-568,"0"6"688,-3-4 1,3 3-1,6 2 68,0 0 1,1 0 0,-1 0 0,1 0-54,-1 0 1,0 0 0,1 0 0,1-1-78,3-4 1,-3 3 0,5-3-1,-2 2-79,0-2 0,2 4 0,-4-6 1,3 3-61,-3-1 1,-1-2 0,-1 4 0,-1-3-25,0-2 0,-4 3 0,-1-5-31,3-1 1,-6 3 0,0 0 0,-1 0 24,0 0 1,0 4 89,-5-6 1,-2 7-14,-3-2 1,-3 5 0,-6 5 92,0 4 1,4 4 0,0 2-1,1-1 5,1 0 1,-3 1-1,4 1 1,-1 1-50,-3 2 1,3 2 0,0-3 0,0 3-12,0 1 0,5-4 1,-2 1-1,4-3-10,1-2 0,0 0 102,0 1 0,1-7-61,4-3 0,3-9 0,6-2 0,1-2-32,-1-3 1,1-2 0,-1 0 0,0 2-26,1 2 1,-1 1-1,0-4 4,1 3 0,-2 4 1,-2-3 24,-2 2 0,-4 1 57,5 5 0,-7 1 1,2 4-44,-4 5 0,-1 3 0,0 1-75,0 0 1,0 1 0,0-1-99,0 0 0,0-4 0,2-2 0,1 0-96,2 0 0,1-5 0,-1 4 63,5-1 0,3-4 1,1 2-1,0-2 185,1-2 0,-6 0 0,1-2 0,1-1 0,2-2 0,-4-6 0,1 2 0,1-4 0,-4-2 0,-1 1 21,0 0 1,-4-1-1,3 1 185,-4 0 0,-1 4 15,0 0 0,-6 7-17,-4-2 1,-2 5-139,-3 5 0,6 2 1,1 4 0,1-2 1,-2-4-79,4 5 0,0-5-4,5 4 2,0-6-43,0 4 1,6-7 26,4 0 0,1-2 0,0-1 10,-1-2 1,0-4 108,4 4 55,0-6 0,-4 9-24,0-3 1,-7 10-186,2 5 1,-4 2 0,-1 3-208,0-1 0,0 0-249,0 1 1,2-2 519,3-4 0,22-34 0,11-15 0</inkml:trace>
  <inkml:trace contextRef="#ctx0" brushRef="#br1" timeOffset="191">28486 8101 8344,'14'0'-2045,"-1"1"2401,-3 4 0,-6 3 1,-7 6-1,-3 1-255,-2-1 0,3 5 1,-3 2-1,0 0-28,0 0 1,3 4-1,-3-2 1,0 1-176,0 0 1,5 0 0,-3 4 0,1 0-21,0-5 0,0 3 1,5-5-1,0 0-238,0-1 0,0 0 1,0-6 359,0 0 0,-6-38 0,-2-9 0</inkml:trace>
  <inkml:trace contextRef="#ctx0" brushRef="#br1" timeOffset="192">28342 8345 8344,'0'-14'47,"0"4"-65,0 1 1,6 4 0,4-3-1,4 1-225,5 4 0,-1 0 243,6-2 0,32-3 0,13-6 0</inkml:trace>
  <inkml:trace contextRef="#ctx0" brushRef="#br1" timeOffset="193">29162 8173 11445,'0'-23'-771,"2"4"418,2 3 1,-2 2 0,3-2 0,-2 0 467,2 1 0,-4-2 0,4 7 200,-3-3 1,3-1-105,-1-1 0,3 7-106,-3 4 0,-2 8 0,3 6-131,-4 3 0,-1 1 1,0 2-1,0 3-42,0 5 0,0 4 0,-1 0 0,-2 1 14,-2 0 0,-5 4 0,4 1 0,0 0-135,-1 1 0,-4 0 1,1 5-1,-1-3-96,2-2 1,-4 3 0,3-3 0,-3 1 14,-1-1 0,0-2 0,-1-6 297,1-3 0,-7-3 0,-1-6 0</inkml:trace>
  <inkml:trace contextRef="#ctx0" brushRef="#br1" timeOffset="194">29148 8360 8701,'6'-23'-5,"-4"2"1,4 7 0,-1 0-216,0-1 1,1 2 0,-3 2 0,4 3 107,1 2 0,-4 1 0,6 5 198,1 0 1,2 2 0,1 1-41,1 2 0,-6 4 0,1-2 0,1 1-93,2 3 0,-4-3 1,-1 1-1,0 3 5,0 0 1,-4-2-1,0 0 1,0-1-4,0-1 1,-2 5-1,3-3 32,-4 2 1,-2 3 0,-4-1-54,-5 0 0,-2-1 1,-3-2-1,1-3-52,-1-1 0,-1 2 0,-1-4 0,-2 0 16,1 1 0,2-4 1,2 3-67,-1-4 1,1-1 169,0 0 0,38-38 0,9-10 0</inkml:trace>
  <inkml:trace contextRef="#ctx0" brushRef="#br1" timeOffset="195">29392 8345 8701,'0'-9'-719,"2"1"75,3 1 0,-2 2 743,6 5 1,-4 2 0,3 3-67,-2 4 1,4 4-1,-5 2 1,-2-1-46,-1 0 1,-2 1 0,0-1 0,0 0-12,0 1 1,0-6 0,0 1 28,0 1 1,0-3 94,0 2-85,0-7 1,0 2 0,0-10-18,0-5 0,4-2 0,1-3 0,0 1-42,1-1 1,-2 3 0,4 1 0,0 1-245,0-1 1,1-2 87,6-1 0,-1 1 1,0 2 198,1 1 0,-6 7 0,1-2 0,-5 2 6,4-2 144,1 3 271,4-4-194,-6 6 0,-8 6 1,-8 4-108,0 3 0,0 0 1,5-1-1,-2 1-92,2 3 0,-3 2 0,1-4-103,2 0 0,1 1 1,2-1 77,0 1 0,0-6 0,2-1-64,3-1 0,3-3 51,6-4 0,-1-1 1,-2-2-1,-3-4-4,-2-1 0,4-1 1,-5-6 9,-2 1 1,-2-1-1,-1 1 1,0 0 1,0-1-7,0 1 1,-1 1 0,-2 2-198,-2 1 0,-6 7-634,1-2 840,4 4 0,-7 7 0,5 2 0</inkml:trace>
  <inkml:trace contextRef="#ctx0" brushRef="#br1" timeOffset="196">29766 8302 6862,'0'10'-77,"0"-1"135,0 2 1,0 2-1,0 2 1,0-1-59,0 0 0,0 1 0,0-1 0,2-1 5,3-4 0,-4 4 1,6-5 12,-1 0 0,2-1 40,6-7 0,-4 0 1,0-2-6,1-3 1,-5 2 0,1-7 0,-3-1-41,1-2 0,5 4 0,-6-1 0,1-1-22,2-2 1,-6 4 0,6-1-181,-1-1 1,-3 0 0,7 0-516,1 1 704,-5 7 0,7-10 0,-5 5 0</inkml:trace>
  <inkml:trace contextRef="#ctx0" brushRef="#br1" timeOffset="197">30025 8345 8436,'-8'10'-1143,"2"-2"886,-1-2 1,6 1 0,-6-3 268,1 6 0,4-2 0,-2 2-24,2 1 0,2 1-435,0 3 447,0-1 0,26-19 0,6-4 0</inkml:trace>
  <inkml:trace contextRef="#ctx0" brushRef="#br1" timeOffset="198">30083 8244 8436,'0'-14'-452,"0"0"0,0-1 1,0 1 74,0 0 394,0-1 0,0 9 0,0 6-157,0 8 0,0 5 0,0 1 140,0 0 0,6 26 0,2 7 0</inkml:trace>
  <inkml:trace contextRef="#ctx0" brushRef="#br1" timeOffset="199">30198 8374 8436,'-10'0'-185,"1"0"0,4 0 1,-5 2 147,-1 2 0,3 4 1,0 7 10,2-1 1,1 0-1,5 1 14,0-1 1,0 1-1,0-1 123,0 0 1,0-4-45,0 0 0,6-7-113,4 2 0,3-5 0,1-5-124,0-5 1,-4-3-1,0-1 1,1 0 31,2-1 1,-4 1 0,1-2 0,-1-2 45,-1-1 1,4-5-1,-6 3 1,2-1 34,3-4 0,-5-2 1,1-4-1,-2-2 111,-1 2 0,1 2 0,-5 1 1,0 0 25,0 0 1,0 2 0,0 3 0,0 5 415,0 3-448,0 8 1,0 10 0,0 10 0,-1 8 17,-4 2 0,3-3 0,-3 5 0,4 2-77,1 1 1,0 2-1,0 0 1,-2-1-72,-3 1 1,4 0-1,-4 0 1,3-1-90,2 1 1,0 0-1,0 0 1,0-1-122,0 1 0,0-5 292,0 0 0,13-25 0,3-3 0</inkml:trace>
  <inkml:trace contextRef="#ctx0" brushRef="#br1" timeOffset="200">30414 8388 6829,'1'-8'-148,"2"2"211,2 0 0,2 4-44,-3-3 0,-2 2 0,4 0-12,1-2 1,-4 0-1,5 4 60,-2-4 1,1 2 169,-2-7 1,-2 5 153,6-4-222,-5 5 0,0-2 0,-8 8-92,-6 2 1,2 0 0,0 5 0,0 2-72,0 2 1,3-3 0,-3-1-1,2 3-116,3 0 0,-4 3 1,2-1-1,2 0-153,2 1 1,1-1 0,0 1-90,0-1 1,0 0 0,0 1 351,0-1 0,38-31 0,10-9 0</inkml:trace>
  <inkml:trace contextRef="#ctx0" brushRef="#br1" timeOffset="201">30658 8288 8436,'-14'0'-1511,"6"0"1681,-5 0 1,11 1 0,-2 4-82,2 5 0,2-2 0,2 1-15,2 2 1,-2-3 0,3 2 39,-4 1 0,-1 2-95,0 1 0,0 1-112,0-1 1,-6 0 0,-2 1-175,0-1 1,-5-4 0,4-1-491,-4 3 757,5 0 0,-5-10 0,5-4 0</inkml:trace>
  <inkml:trace contextRef="#ctx0" brushRef="#br1" timeOffset="202">31334 8043 23089,'0'-14'-2492,"0"-1"0,0 1 0,0-1 2512,0 1 1,0 4-179,0 1 1,-1 7 0,-2 2 0,-4 10 689,-1 7 0,3 1 0,-3 6 0,0 2-334,0 1 1,0 2-1,-3 1 1,2 2-200,-3 1 1,1 1-1,0-5 1,1 0-45,-1-1 0,0 1 1,0 0-1,1 0-218,-1-1 1,-2 0 0,-1-3 0,1-2 89,4-3 1,-4 0 0,3-6-115,-3 0 1,4-6 1119,-1-3 1,7-5 0,-2-5-1039,4-4 1,1-55 0,0-15 0</inkml:trace>
  <inkml:trace contextRef="#ctx0" brushRef="#br1" timeOffset="203">31047 8316 23089,'1'-16'-2298,"2"-1"1,2-2 1399,-2 1 0,4 7 0,-1 1 1729,2-1 1,-3 5 0,5 1-293,1 3 0,-3 2 0,1 0 0,3 0-325,0 0 0,3 0 1,-1 0-1,0 0-243,1 0 1,1 0 0,1 0 0,3 0 627,-3 0 0,1 0 1,-1 0-1,3 0-1162,-3 0 1,-1-1 0,-1-3 0,-1-2 190,0-2 0,1 3 0,-1-3 0,-1 0-301,-4 0 1,4-1 0,-5-6-161,0 1 1,0 4-1,-5 1-1750,2-2 1781,0 4 0,-7 1 1,-2 7 297,-6 4 1,2 3 0,-2 7 0,-1-1 284,-2 0 0,-1 2 1,1 2-1,2 3 223,1 1 1,1-3-1,-5 5 1,1 0-3,3-1 0,-3 2 0,5-4 0,-1 0-9,-1 0 0,7 3 1,-3-7-1,1-3-12,0-2 0,0-8 29,5 6 0,5-8 1,1-1-1,2-6 12,4-3 0,0-1 1,3-4-1,-2 2-94,-4 1 0,4 1 0,-4-4 0,4 2 34,2 1 0,-6 5 0,1-3-109,1 2 171,2 1 0,-5 7 20,-3 3 0,-4-2 0,-1 6-77,0 3 0,0 0 0,0 3-114,0-1 1,0 0 0,0 1-32,0-1 1,0-4-1,2-2 178,3-2 0,28-27 0,14-11 0</inkml:trace>
  <inkml:trace contextRef="#ctx0" brushRef="#br1" timeOffset="204">31622 8331 8532,'0'14'-740,"0"-4"559,0-1 1,0-4 279,0 5 23,0-7 1,2 3-154,2-6 1,0 0-1,5 0 16,2 0 1,1-1-1,-1-2 1,-2-4-92,3-1 1,-4 0 0,1-3-1,1 1-66,-2-1 0,3 3 1,-6-1 8,-2-3 0,3 0 127,-1-3 0,-2 6 0,-7 1 110,-6 1 1,2 2 0,-2 5 0,1 2 195,1 3 1,-5-2 0,3 7-18,-2 1 1,-1 2 0,2 1 0,3 0-141,1 1 0,2-1 0,5 1-92,0-1 1,7-1 0,2-2 0,6-3-24,4-2 0,3 1 2,7-2 0,22-12 0,10-4 0,5 2 0,1 0 0</inkml:trace>
  <inkml:trace contextRef="#ctx0" brushRef="#br1" timeOffset="205">20055 9798 8504,'0'-14'-538,"0"4"0,0 1 347,0-2 1,0-2 0,2 0 0,1 2 351,2 1 0,1 2 1,-3-3 155,2 1 1,5 1-83,-6-6 1,6 6 220,-5-1-342,0 1 0,-7 1-90,-3 3 1,-3 5-1,-6 3 1,-1 4-68,1 1 0,0 3 1,-1 6-1,1 4 13,0 1 0,-1-4 1,2 3-1,2-2-40,2 0 1,1 5 0,-2-5 0,4-1-1,-1-2 1,6-2 0,-4 1 49,3-1 0,9-6 0,2-3 18,4-4 1,1-2 0,1-4 0,-1-5-143,1-2 1,-1-7 0,2-1 0,1 1-65,3-2 0,-1 4 0,-5-6 1,1 1 115,-1 0 0,-4 2 0,-1-4 0,1-1 31,-2-2 1,3-2 0,-5 0 0,1 0 47,-1 1 0,4-1 1,-5-2-1,-2-1 91,-2-1 0,1-2 1,1 4-1,2 1 26,-2 3 0,-1 8 0,-4 1 18,-3 7 1,4 6-1,-4 10-59,3 4 0,-2 6 1,-1 2-1,2 4-14,1 2 1,2-4 0,0 5-1,0 1-74,0 3 0,0 0 0,0 1 1,0-2-87,0-3 1,0 3 0,0-3 0,0 4-43,0 0 0,5-4 0,0-1 0,-1-1-81,3 0 1,-6-4 233,4 1 0,3-9 0,0-4 0</inkml:trace>
  <inkml:trace contextRef="#ctx0" brushRef="#br1" timeOffset="206">20314 9654 7828,'10'0'-612,"-1"0"1,-4 0 768,5 0-178,-1 0 0,4-1 1,-2-2-125,-1-2 67,-7-6 0,3 8 49,-6-7 1,-1 7 76,-4-2 1,2 5-1,-7 5 27,-1 4 0,3-1 0,0 2-53,2 1 0,-4 2 1,5 1-101,2 1 0,1-6 0,2 1-2,0 1 1,0-3 0,2 0 79,3-2 0,35-14 0,14-8 0</inkml:trace>
  <inkml:trace contextRef="#ctx0" brushRef="#br1" timeOffset="207">20602 9539 8439,'-15'0'-353,"1"0"0,4 5 1,1 0-1,-1 0 371,2 1 0,0-3 1,5 7-1,-2 1 48,2 2 1,1 1 0,2 1 0,0-1-80,0 0 1,0 1 0,0-1-34,0 1 1,2-1-1,3 0-65,4 1 1,3-6 0,-1-1 0,-2-1-112,3-4 0,-4-1 0,1-2 222,2 0 0,15-20 0,4-4 0</inkml:trace>
  <inkml:trace contextRef="#ctx0" brushRef="#br1" timeOffset="208">20717 9654 7749,'-15'0'-1163,"6"0"1399,-1 0 1,5 5 0,-3 2-195,2 1 1,1 1-28,5 6 1,2-1-40,3 0 0,-2-6 0,6-3-18,3-3 0,-4-2 8,1 0 1,-1-2 0,3-1-34,-1-2 0,-5-6 52,4 1 1,-5 2-28,0-1 1,-4 4-51,-4-5 0,-4 7-58,-7-2 0,7 5 0,2 4 150,-1 0 0,6 8 0,1 8 0,8 11 0</inkml:trace>
  <inkml:trace contextRef="#ctx0" brushRef="#br1" timeOffset="209">20947 9654 8439,'8'-14'-534,"-3"6"643,-10 3 0,2 10 0,-5 5 1,0 2-81,0 3 0,3-1 1,-3 1-1,2-1-27,2 0 0,3 1 0,-1-2 0,-1-2 3,-2-2 1,0 1-10,5 4 1,7-6 0,2-3-55,4-3 0,2-9 0,-1-2 1,0-4-125,1-1 1,-1-1 0,1-1 0,-1-1-18,0-3 1,1-4 0,-1 4 0,1-3 60,-1-2 0,-4 2 0,-3-1 0,1 0 80,0 2 0,-4-4 1,0 6-1,-2-1 44,-2 0 1,0-5 0,0 4 0,0-2 59,0 0 0,0 7 1,0-3 97,0 4 0,-2 8 41,-2 4 0,2 8 1,-4 6-1,1 4-66,0 6 1,-4-3 0,4 6 0,2-1-57,1 0 0,2 1 1,0 2-1,0-1-107,0 2 0,-2-4 0,-1 2 0,-2 2-71,2 1 1,2 2-1,1-2 1,0 0-59,0 2 1,0-8-1,0 7 1,1-2 172,4-4 0,22-20 0,11-12 0</inkml:trace>
  <inkml:trace contextRef="#ctx0" brushRef="#br1" timeOffset="210">21220 9712 6079,'2'-13'110,"3"4"1,-2-3 0,7 6-103,1-2 1,-3 5-1,0-4 1,0 3-5,0-1 0,-5-1 1,3 2-1,-1-2 8,0-2 0,0 3 1,-5-4 1,-2 5 86,-3 0 0,2 2 0,-6 2 17,-3 0 0,4 5 0,0 1 1,2 2-82,3 3 0,-4-3 1,3 2-22,0 1 0,3 2 0,1 1-55,0 1 1,0-1 0,0 0-120,0 1 0,0-6 1,1-1-1,3 0-368,0 0 527,8-4 0,15-11 0,11-9 0</inkml:trace>
  <inkml:trace contextRef="#ctx0" brushRef="#br1" timeOffset="211">21407 9626 8081,'8'-7'-451,"-3"-2"1,2 1 0,-1 0 548,2 1 0,0 1 0,3 3 1,-1-2 138,1 2 0,-3 1 0,2 4-129,1 3 0,0 3 0,0 6-130,-1 0 1,-7 7 0,2 1 0,-4 1 0,-1-2 0,0-7-59,0 0 1,-1 1 94,-4-1 0,2-1-18,-7-3 0,7-10 0,-2-10-52,4-3 1,5-3 0,3-1-1,1-3-68,3 3 0,0-1 0,0 1 1,-1-2-3,1 1 0,2 2 0,1 2 125,1-1 0,5-12 0,3-3 0</inkml:trace>
  <inkml:trace contextRef="#ctx0" brushRef="#br1" timeOffset="212">22299 9683 8094,'0'-14'-281,"2"4"1,1 1 181,2-2 0,1 3 0,-2-2 0,0-1 190,0-2 1,-1 3-1,0 1 1,2-2 41,-2-2 1,3 3 0,-1 1 199,-2-3-328,-1 6 0,-8 0 0,-6 9-14,-5 6 0,1 1 0,-3 11 1,3-2-3,1 0 1,1 2 0,-1-3 0,3 2-4,2 3 0,-1-6 1,5 2-1,-1-3-71,1-1 0,1-1 40,5 1 0,2-3 0,4-4-68,8-8 0,1-1 0,4-9 1,-3-1-12,-2-2 1,1-1 0,-1-1 0,0 3 46,1 2 0,-1-3 0,1 4 0,-1-4 11,0-2 1,-1 1 0,-2 0 127,-1-1 110,0 1-106,-3 6 1,0 8-1,-7 10-36,0 2 1,-2 3 0,-1-1 0,-2 0-50,2 1 1,2-6 0,1 1 0,0 1-92,0 2 1,0-3 109,0-1 0,0-6 0,0 4 0</inkml:trace>
  <inkml:trace contextRef="#ctx0" brushRef="#br1" timeOffset="213">22702 9280 7904,'0'4'-277,"-1"5"312,-4 6 0,3 5 0,-4 1 1,1 2 0,0 2 1,0 2 0,4 2 0,-2 0-67,-2 0 1,-2 1 0,4 2 0,-2 2-80,2-2 1,-3-2-1,1-3 1,2-3-37,1-5 0,2 2 0,0-2-618,0-1 763,0-9 0,7-2 0,-6-39 0,6-8 0</inkml:trace>
  <inkml:trace contextRef="#ctx0" brushRef="#br1" timeOffset="214">22544 9539 8347,'0'-9'-1085,"2"1"1105,2 1 1,0 3-1,5 4 1,2 0-110,2 0 1,2 0 0,-1 0 88,0 0 0,26 0 0,7 0 0</inkml:trace>
  <inkml:trace contextRef="#ctx0" brushRef="#br1" timeOffset="215">23321 9396 8347,'0'-21'-482,"5"5"0,-1-3 0,0 3 244,-3 1 1,1 1 0,1-1 1058,2 1-599,0 0 1,-5 7 0,0 7-151,0 8 0,0 5 0,0 3 0,0 3-18,0 5 1,-5-1-1,0 1 1,2 1-37,1 2 1,-3 0 0,1-1 0,-1-2-55,-2 2 1,6-4 0,-4 0 0,3 1-95,2-1 1,0 1-1,0 0 1,0-2 10,0 0 0,0-5 0,0 3 0,0-3-41,0-1 0,2-7 0,1-2 0,4-1-94,1 0 0,-4-1 254,6-4 0,0-44 0,4-12 0</inkml:trace>
  <inkml:trace contextRef="#ctx0" brushRef="#br1" timeOffset="216">23292 9568 8347,'2'-13'-129,"1"2"1,2 2-374,-2-3 0,-2 4 1,1-1 528,3-2 1,-2-2 0,7 0 0,-1 2 65,-1 1 1,5 5 0,-3-3 0,2 0-16,3 0 0,-1 5 1,1-2-1,-1 4-30,0 1 1,1 0 0,-1 0 0,1 0 17,-1 0 1,-1 1 0,-2 4-30,-2 5 1,-1 3 0,2 1 0,-5 0-61,-4 1 1,-1-1-1,0 1-63,0-1 0,0 0 1,0 1-1,0-1-211,0 1 1,0-1 0,-1-1 296,-4-4 0,-16-15 0,-9-10 0</inkml:trace>
  <inkml:trace contextRef="#ctx0" brushRef="#br1" timeOffset="217">23580 9352 8347,'0'-9'-547,"0"-1"1,-2 7 0,-1 0 521,-2 6 0,0 5 1,5 6-20,0 1 1,0 4 0,0 0-1,2-1-176,3-2 0,-4 3 220,4 0 0,-3 0 0,-2-4 0</inkml:trace>
  <inkml:trace contextRef="#ctx0" brushRef="#br1" timeOffset="218">23709 9525 7930,'0'-10'-734,"0"1"1046,0 6-302,0 9 1,0-1-61,0 9 1,2-4 46,3-1 0,-2-2-25,7-7 1,-6 0 0,6 0 0,-5 0 0,4-2-86,2-3 0,-3 2 1,2-5-34,1 2 1,-3-4 24,2 5 146,-1 1 1,1 4-1,-2 1 1,-2 4 1,-1-2 0,-5 7-6,0 1 0,2 0 1,1 0-13,2-1 1,0 0-140,-5 4 94,6-6 0,2-2-26,6-6 0,-4 0 0,-2-1 0,0-2-3,0-2 1,-3-6-1,4 1 45,2-3 0,-3-1 0,0-1 0,0 3 41,0 2 0,-3-1 0,3 4 99,-1-1 1,-1 4 155,-1-6 1,-4 8-224,4 2 0,-3 7 1,-2 7-1,0 1-25,0-1 1,0 0-1,0 1 1,0-1-81,0 1 0,0-1 0,0 0 0,0 1-75,0-1 0,5 5 0,-1 0 0,0-1-429,-3-2 556,-1-2 0,7-12 0,1-4 0</inkml:trace>
  <inkml:trace contextRef="#ctx0" brushRef="#br1" timeOffset="219">24184 9568 8284,'-14'0'-139,"6"0"1,3 5 97,10 0 1,-2 0 0,6-5-26,3 0 1,0-2-1,3-1 2,-1-2 1,-4-1-1,-1 1-32,3-5 0,-4 2 1,0-1 4,-2-3 0,4 4 0,-6-1-5,0-2 0,-3 3 112,-1-2 1,-1 7-1,-4-2-11,-5 3 0,2 7 0,-1 2 0,-1 1 99,2 3 0,-3-3 0,4 1 0,1 3 24,0 0 1,-1 3 0,4-1 0,-2 1-111,2-1 0,1 0 0,2 1-35,0-1 1,2-1-1,1-2 1,4-3-60,1-2 0,-4 4 1,6-5-1,1-2-104,2-1 0,1-2 1,1 0-1,-1 0-20,1 0 0,-1 0 0,0 0 200,1 0 0,25-45 0,6-11 0</inkml:trace>
  <inkml:trace contextRef="#ctx0" brushRef="#br1" timeOffset="220">24486 9482 8284,'0'-15'-663,"0"1"171,0 0 0,0 4 750,0 0 0,-1 2 25,-4-1 0,3 4-188,-3 10 1,4 3 0,1 6-5,0 1 0,0-1 1,1 0-59,4 1 1,-2-1-1,5 1 1,0-3 1,0-2 1,-3 3 0,3-4-64,-1 4 0,-1 0 1,-3-2 7,2-1 1,0-1 0,-7 6-28,-3-1 0,-3-1 0,-6-2 0,-2-1-2,-3 1 1,1-3-1,-4 1 1,-1 1-39,1-2 0,5 3 0,-3-4 0,4-1-604,2 0 472,0-1 0,7-6 1,7-4-1,8-3 219,5 0 0,19-25 0,8-11 0,3 0 0,0 0 0</inkml:trace>
  <inkml:trace contextRef="#ctx0" brushRef="#br1" timeOffset="221">24731 9280 8054,'8'-6'117,"-2"4"0,-6-2 0,0 8 0,0 6-19,0 3 0,0 3 0,0 1 0,0 3-79,0-3 1,0 6 0,0-1 0,0 2-108,0 0 0,-5-5 1,1 3-1,0 1 22,3-1 0,1-4 1,0 1-1,0-3-69,0-2 0,1 1 1,3-1-349,0 0 0,3-1-228,-2-3 711,3-4 0,0-38 0,-2-8 0</inkml:trace>
  <inkml:trace contextRef="#ctx0" brushRef="#br1" timeOffset="222">24659 9525 8284,'-8'-14'-403,"3"-1"0,3 6 447,2-1 0,7 5 0,2-3 0,4 2-50,2 3 0,-1 1 0,2 0 1,2-1-163,1-2 1,0 1 0,-5 4 0,1 0-514,-1 0 681,0 0 0,14 19 0,2 5 0</inkml:trace>
  <inkml:trace contextRef="#ctx0" brushRef="#br1" timeOffset="223">24975 9539 8110,'0'-8'-44,"0"2"1,2 6 0,1-2 77,2-2 0,6 2-128,-1-3 1,-4 2-254,-1-2 163,3-3 1,-8-5 176,0 4 1,-2 2-1,-7 7 17,-2 0 0,-2 2 75,-2 3 0,6-2 1,1 7 2,1 1 1,3 2-1,4 1-59,0 0 1,0-4 0,0 0-53,0 1 1,1 0 0,2 0-1,4-3-103,1-1 1,1 2-1,6-2-103,-1 1 0,1-5 1,-1 2 228,0-4 0,13-26 0,4-7 0</inkml:trace>
  <inkml:trace contextRef="#ctx0" brushRef="#br1" timeOffset="224">25249 9266 7887,'0'-6'130,"0"6"1,0 6 0,0 8 0,0 1-21,0-1 1,0 7-1,0 1 1,0 2-91,0 0 0,0 0 0,0 5 0,0 1-82,0 4 0,0-2 0,-2 6 0,-1 1-128,-2-3 0,-4 4 0,2-4 0,1-1-9,-1 0 1,-4 3 0,3-4 0,-1-4-244,-1-4 0,7-5 442,-2-7 0,-3-6 0,0-2 0</inkml:trace>
  <inkml:trace contextRef="#ctx0" brushRef="#br1" timeOffset="225">25191 9554 8251,'15'-8'-349,"-6"-5"0,1 3-11,1-2 0,0 2 1,0 2-1,-1 2 512,1 2 1,-3-2 0,2 1 118,1 2 1,2 1-48,1 2 1,-1 2-103,-4 3 0,-2-2 0,-7 7-67,0 1 0,-2 0 0,-3 0 0,-3-1-115,0 1 0,-4 2 0,2 1-248,-3 1 0,-1-1 308,-1 0 0,7-6 0,2-1 0</inkml:trace>
  <inkml:trace contextRef="#ctx0" brushRef="#br1" timeOffset="226">25810 9194 8369,'8'0'-2006,"-2"-2"1856,-6-2 1,0 0 176,0-5 1,2 6-8,3-2 65,-4 3 83,6 2 45,-7 0-60,6 0 0,-4-1 124,2-4-55,-2 3 39,-2-4-158,0 6 0,0 6 0,-2 4 0,-1 3-25,-2 1 1,-6 5-1,3 2 1,-1 3-75,-1 6 0,2 1 0,-3 6 0,3-1-64,1 1 1,-2 0-1,4 3 1,2-3-155,1-2 0,9-2 0,2-5 0,4-5-604,1-3 818,7 2 0,27-32 0,13-1 0</inkml:trace>
  <inkml:trace contextRef="#ctx0" brushRef="#br1" timeOffset="227">25997 9669 6622,'0'-10'-124,"1"1"235,4-2 1,-2 3-54,7-2 0,0 0 1,4-2-8,0 2 0,-4-3 1,0 4-14,1-4 0,0 3 0,0 1 0,-3-3 6,-1 0 1,4-3-1,-3 1-17,0-1 0,0 1 1,-5 0-6,2-1 1,-1 1 0,-2 1-1,1 2 12,2 1 1,0 6-18,-5-6-28,0 7 0,-2-2 0,-1 10 1,-2 4-1,2 4 1,-3 2 0,1-1 0,2 0 5,1 1 0,-3 1 1,0 1-1,2 2 0,2-1 1,1-2 0,0-2 0,0 1-56,0-1 0,0-4 0,0-1-58,0 3 1,1-1-1,2 0-265,2-1 1,6-7 382,-1 2 0,3-4 0,8-33 0,1-8 0</inkml:trace>
  <inkml:trace contextRef="#ctx0" brushRef="#br1" timeOffset="228">26198 9252 8369,'-8'-15'-498,"-3"6"515,6-1 0,-1 5 227,1-4 37,3 5-527,-4-2 0,8 6-205,2 0 0,0 5 451,5 0 0,26 19 0,12 0 0</inkml:trace>
  <inkml:trace contextRef="#ctx0" brushRef="#br1" timeOffset="229">26414 9122 8369,'10'-5'-453,"-1"1"0,-4-1 1,5 6 627,1 4 0,-5 5 0,1 7 1,-3 4-80,1 1 0,5-2 0,-5 4 0,-2 1 8,-2 2 1,-1-1-1,0 0 1,0 1-55,0-2 0,-1 2 0,-4 5 0,-6 2-156,-7-2 0,-4 3 1,-7-1-1,0-1-204,1 3 1,-6-6 0,0 5 309,2 0 0,-11 2 0,-2 6 0</inkml:trace>
  <inkml:trace contextRef="#ctx0" brushRef="#br1" timeOffset="230">27033 9467 8549,'0'-14'-146,"0"0"0,0-1-14,0 1 1,0 0 244,0-1-195,0 7 150,0 2 1,-5 17-68,0 3 1,-4 9-1,4-4 1,0-2-10,-1-1 0,4 4 1,-4-1-1,1-2 11,0-1 0,0 4 0,5-1 1,0-2 9,0-1 0,0-6 1,0 0-1,0 1-9,0 1 1,7-4 0,2-3 0,4-3 0,1-2 0,1-2 1,-1-1-20,0-2 1,-4-6 0,0 2 0,-1-4 21,-1-2 1,3 1-1,-6-2 1,-2-2 41,-1-1 1,-2 0-1,0 5-3,0-1 1,-2 1 0,-2 1 0,-4 2 29,0 1 1,-5 7-1,3-2-154,-3 4 1,-1 1-59,0 0 1,6 1 0,1 2 0,3 4-409,-1 1 571,0 1 0,43 25 0,10 4 0</inkml:trace>
  <inkml:trace contextRef="#ctx0" brushRef="#br1" timeOffset="231">27277 9511 8517,'-1'-8'-211,"-4"3"0,2 3-127,-7 2 1,7 2 391,-2 3 1,2-2 0,0 6-24,-2 3 0,0-4 0,5 1-98,0 2 108,0-4 0,2-1-40,2-6 0,4 0 1,7-1-1,-1-3-27,1 0 1,-1-8-1,0 3 1,1-2-2,-1 1 1,1-3-1,-1 5 1,0-1-7,1-1 0,-1 5 0,1-3 1,-1 2 1,-5 1 27,1 5 1,-7 6-1,2 4 1,-3 3-76,-2 1 0,0 1 0,0-1 0,0 0-214,0 1 1,4 1 292,1 3 0,19 16 0,0 10 0</inkml:trace>
  <inkml:trace contextRef="#ctx0" brushRef="#br1" timeOffset="232">27910 9439 8499,'0'-15'-257,"0"6"-1090,0-1 1460,7 7 0,-6 3 1,4 9-34,-3 4 1,-2 2-1,0-1 1,0 0-50,0 1 0,0-1 0,0 1 0,0-1 38,0 0 0,0 1 1,-2-1-1,-1 1-184,-2-1 0,0 0 0,5 1 48,0-1 138,0-6 1,2-2-77,3-6 0,-2-1 0,5-4 0,0-3-26,0 0 0,0-5 1,3 4-1,-3-4-3,-2-1 1,1 4 0,-4 0 0,3 1-7,2 1 0,-4-5 21,0 3 0,0 4 18,0 1 0,-2 5 20,3 5 0,-4 3 0,-1 6-14,0 1 0,0-6 0,0 1 2,0 1 0,0-3-20,0 2 1,5-5 0,2 3-43,1-2 1,-4-1 0,4-7-16,-1-3 1,2 2-1,-2-6 15,1-3 1,-5 0 0,3-1 0,-1 2 34,0 1 1,0 0 0,-5-4 99,0 0 1,0-1 49,0 1 1,0-1-61,0 1-63,6 6 0,-3-3 0,7 6 28,1 2 1,-3 1 0,2 2-20,1 0 0,2 0 0,1-1 0,0-3-2,1 0 0,-1-1 0,1 5 1,-1-2-8,0-3 0,1 2 0,-1-5 1,0 0-10,1 0 0,-1 0 1,1-3-1,-3 2-11,-2-3 0,1 4 0,-4-1 1,-1-2 7,0-2 1,1-2 0,-4 1 0,2 0 2,-2-1 1,-1-4 0,-2 0 1,0 1 0,0 2 0,0 2 0,-2 1 28,-3 4 1,2-3 68,-7 8 1,6 0-68,-6 9 1,2 5 0,-3 7 0,3 2 10,1-1 1,-2 4-1,2 1 1,1 1-26,0 0 1,-4 0-1,4 3 1,-1-1-29,1-2 1,-4 0 0,4 4 0,0 1-70,-1 0 0,2-2 1,5-3-1,0-5 22,0-3 1,0-1 35,0-1 0,2-6-6,3-3 1,3-8 0,6-4 0,0-1-17,1-3 1,-1-2-1,1-1 1,-1-1-20,0 1 1,1 0-1,-1-1 1,1 1 12,-1-1 1,-4 3 0,-1 0 145,2 3 1,2 1 522,2-2-471,-7 4 1,-2 12-1,-6 4-20,0 3 0,0 1 0,0 0-129,0 1 1,0-1-1,0 1-73,0-1 1,0 0 0,0 1 0,0-1-309,0 1 1,0-1-1,0 0 383,0 1 0,0-7 0,0-2 0</inkml:trace>
  <inkml:trace contextRef="#ctx0" brushRef="#br1" timeOffset="233">28630 9482 8406,'-15'0'-177,"7"1"0,3 4 182,4 5 0,1 3 1,0 1-47,0 0 0,0 1 0,0-1 0,0 1-277,0-1 1,0 0 0,0 1 317,0-1 0,0-6 0,0-2 0</inkml:trace>
  <inkml:trace contextRef="#ctx0" brushRef="#br1" timeOffset="234">28687 9439 8479,'0'-15'-759,"0"6"-835,0-1 1494,-6 1 100,4 1 0,-11 52 0,5 20 0</inkml:trace>
  <inkml:trace contextRef="#ctx0" brushRef="#br1" timeOffset="235">28831 9482 8479,'-10'0'-481,"1"0"297,-2 0 1,3 1 211,-2 4 0,5 3 1,-3 7-1,2-1-21,3 0 0,1 1 0,2-1 1,0 1-63,0-1 0,2 0 0,3 1-76,4-1 1,-1-4 0,2-2 0,1 0-35,2 0 1,-4-5 164,1 2 0,19-29 0,9-8 0</inkml:trace>
  <inkml:trace contextRef="#ctx0" brushRef="#br1" timeOffset="236">29047 9237 8167,'1'-14'0,"3"-1"-785,0 1 0,1 0 931,-5-1 1,0 9-1,0 6 1,0 8-17,0 5 1,-1 3 0,-3 1 0,-2 4-16,-2 1 0,3 1 0,-3 2 1,0-2-86,0-2 1,3 3 0,-3-4 0,0 3-81,1 2 1,3-2 0,-2-1 0,1-1-19,0-4 0,-4 4 0,4-2-66,2-1 118,1-2 1,4-8 0,3-5-19,4-6 1,-1-5 0,2-6 0,1 1-7,2 3 0,1-3 1,0 5-1,1-1 39,-1-1 1,1 7 0,-3-3 47,-2-1 0,3 6-15,-4-4 0,4 10 1,2 4 32,-1 4-65,-6 1 0,18 14 0,-3 2 0</inkml:trace>
  <inkml:trace contextRef="#ctx0" brushRef="#br1" timeOffset="237">29665 9496 8479,'-8'-6'-1191,"0"3"1149,4-7 266,2 7 0,-3-4-109,10 7 1,-2 0 0,7 0-75,1 0 0,2 0 0,1 0-33,1 0 0,-6-1 0,1-2-38,1-2 1,2-6 2,1 1 1,-1-3 0,-3-1 16,-6 0 0,3 4 0,-2 0-1,-2-1 0,-3 5 0,-5-1 7,-5 1 0,-2 4 1,-3-2-1,1 2 65,-1 2 1,1 6 0,0 4 0,-1 1-43,1-1 1,-1 7 0,3-2 0,1 2-13,1 4 1,2-5 0,-2 3-1,6-1-35,2 1 1,2-3 0,0 5 0,0-2-105,0 0 1,2 0 0,1-4 0,3-1-184,2 0 1,2-1 0,4-2 0,0-3 314,1-1 0,31-28 0,9-11 0</inkml:trace>
  <inkml:trace contextRef="#ctx0" brushRef="#br1" timeOffset="238">29910 9467 8479,'0'-14'-320,"0"0"1,0-1-717,0 1 1431,6 6 1,-4 3-344,3 10 1,-4-2 0,-1 7 0,0 1-22,0 2 0,0 1 1,0 0-72,0 1 1,0-1 0,0 1-60,0-1 1,0 0 48,0 1 1,0-6-102,0 1 85,0-7 1,0 2-1,0-10 10,0-4 0,5-4 1,2-2-1,-1 1-24,0 0 1,6 1-1,-4 2 1,1 1 65,1-1 0,-5 3 117,4-2 1,-4 7-40,5-2 1,-7 5-1,2 5-61,-4 5 1,1 2-1,1 3-115,2-1 1,0 1 0,-4-1 0,2 0 111,2 1 0,13-1 0,-2 1 0</inkml:trace>
  <inkml:trace contextRef="#ctx0" brushRef="#br1" timeOffset="239">30227 9410 8479,'-2'-13'-240,"-3"4"1,4-4-103,-4 3 0,-2 5 465,3 5 1,-3 7-1,4 7 1,-2 1-63,2-1 0,1 0 0,2 1 0,0-1-120,0 0 1,0 1-1,0-1 1,0 1-26,0-1 1,0-4-1,0-1 1,2 1-108,3-2 0,-4 5 0,6-5 0,-1 0-471,4-4 662,-4 4 0,39-32 0,3-1 0</inkml:trace>
  <inkml:trace contextRef="#ctx0" brushRef="#br1" timeOffset="240">30370 9496 8479,'-14'0'-479,"4"5"166,1 0 1,-1 6 225,-4-1 0,6-2 136,3 1-75,3 1 0,4-2 0,3-3-12,4-4 0,-1-1 1,2 0 20,1 0 0,0-1 0,1-4 22,-3-5 1,-6 2 0,4-1 31,-1-3 0,-4 4 1,3-1 42,-4-2 1,-2 4-76,-4 2 1,2 4-1,-7 1 25,-1 0 1,0 1 0,-1 3-357,3 0 326,6 8 0,-4 15 0,7 11 0</inkml:trace>
  <inkml:trace contextRef="#ctx0" brushRef="#br1" timeOffset="241">30557 9511 8479,'-14'0'-222,"4"1"1,1 2 142,-2 2 0,3 5 0,0-4 1,0 1 45,0-1 1,5 5 0,-4-3 138,1 0-8,4 5 0,-3-11-65,10 2 0,3-2 0,7-4-86,-1-2 0,0-4 1,1-7-1,-3 1-28,-2-1 0,3 1 0,-4 0 0,3-2-7,-3-4 1,4 3-1,-3-6 1,1 1 55,-2 0 0,3-2 1,-6-5-1,0 0 38,1 0 0,2 1 1,-4-1-1,0-2 17,1-2 0,-4 3 0,3-4 0,-4 5 47,-1 5 1,2-1 0,1 5 30,2 3 1,0 9-57,-5 8 1,-5 11-1,-1 10 1,-1 1 16,1 4 0,-4 1 1,4 3-1,-1 2-53,1 2 1,1 1 0,5-3 0,-1 2-101,-4-2 0,3 3 0,-3-2 0,4 1-188,1 1 0,0-3 0,0 5 0,0-2 279,0-3 0,32-8 0,8-3 0</inkml:trace>
  <inkml:trace contextRef="#ctx0" brushRef="#br1" timeOffset="242">30773 9511 8479,'-14'-7'-1214,"6"6"0,1-7 2006,7 3-667,0 3 1,2-4-120,3 6 1,-4-2 0,6-1-7,-1-2 0,-4-1 1,4 3-75,1-2 294,-6-6 195,6 3-296,-7 0 1,-2 1 0,-1 9-113,-2 3 0,0 3 1,4 6-42,-4 0 0,3-4 0,-3 0 0,4 1-60,1 2 1,0 1 0,0 0-182,0 1 0,5-6 0,1 1-106,2 1 0,-5-3 381,2 2 0,16-20 0,3 1 0</inkml:trace>
  <inkml:trace contextRef="#ctx0" brushRef="#br1" timeOffset="243">30917 9453 8479,'8'-2'-476,"-1"-1"66,-1-2 0,-3 1 498,7 4 38,-7 0 1,3 1 0,-6 4-156,0 5 0,0 2 0,0 3-39,0-1 1,-1 1 0,-3-1 59,0 0 1,-6 1 255,5-1-176,-6-6-100,10-1 1,-6-14-1,9-1-38,3 0 0,-2-5 0,6 4 0,3-2-70,0 1 1,3-3 0,-1 4 0,0-3-174,1 3 309,6-4 0,33-27 0,-20 13 0,1 0 0</inkml:trace>
  <inkml:trace contextRef="#ctx0" brushRef="#br1" timeOffset="244">31651 9165 25123,'0'-14'-1960,"0"0"1,0-1 0,0 1 165,0-1 0,5 1 2716,-1 0-741,1-1 0,-5 14 1,-1 5-1,-3 9-22,0 6 0,-6 4 1,4 6-1,-2-1-147,-4 1 1,4 5 0,1 1 0,-1 0-240,0 0 0,3-1 0,-3-4 1,0 2-257,0 2 0,3-2 0,-3-7 0,2-2 69,2-3 1,3 0 110,1-6 96,0-6 1,0-3 0,0-10 0,1-3 273,4 0 0,-2-5 0,5 4 0,0-4 37,0-2 0,-3 1 1,5 0-1,1-1 31,2 1 0,-4 1 1,1 2-1,1 1 245,2-1 0,1-2 0,1 0 57,-1 4 1,-4 3 0,-1 4 149,2-3 0,1 5 1,-3 0-507,-4 8 0,1 5 0,-1 1 0,-2 1 13,-1-1 0,-2 2 0,0 2 0,2 1-390,2-2 0,-2-1 1,3-1-1,-4-1-33,-1 1 1,0-1-1,0 0 1,0 1-1058,0-1 0,0 0 1353,0 1 1,-6-20-1,-2-5 1</inkml:trace>
  <inkml:trace contextRef="#ctx0" brushRef="#br1" timeOffset="245">31910 9467 7981,'-7'-8'-264,"6"2"0,-6 8 0,6 1 364,-4 2 0,3 6 0,-2-2-138,2 4 1,2 2-1,0-1 1,0 0-283,0 1 0,0-1 320,0 1 0,0-7 0,0-2 0</inkml:trace>
  <inkml:trace contextRef="#ctx0" brushRef="#br1" timeOffset="246">31996 9381 8397,'-8'2'-2635,"3"3"2635,4 3 0,7 25 0,2 5 0</inkml:trace>
  <inkml:trace contextRef="#ctx0" brushRef="#br1" timeOffset="247">32126 9496 8397,'6'-8'-800,"-4"0"680,2 3 1,-4 4 260,-4-4 1,-4 10 0,-7 4-63,1 4 0,4 2 0,2-1 0,0 0-37,0 1 1,3-6-1,-2 1 1,0 1-16,4 2 0,1-3 0,2-1 225,0 2-233,0-4 0,2-1 0,3-7 0,4-3-130,4 0 0,1-9 0,1 0 0,-1-5 12,1 1 1,-1-1-1,0-1 1,-1-3-63,-3-1 1,3-4 0,-4 3 0,2-3 97,-1-2 1,1 0-1,-4 1 1,-1-3 61,0-2 0,1 2 1,-4-1-1,2 5 20,-2 3 0,-2 0 1,1-3 125,3 3-109,-4 3 1,1 20 0,-8 5-1,-1 9-20,1 6 0,-4-1 0,4 4 0,0 1-15,-1-1 1,1 2 0,3 5 0,-2 0-107,2-1 0,-1 0 1,1-3-1,-2-1-439,2 2 544,2 7 0,-12 42 0,5-29 0,0 0 0</inkml:trace>
  <inkml:trace contextRef="#ctx0" brushRef="#br1" timeOffset="248">32370 9525 8104,'-14'-10'-160,"-1"1"1,1 7 257,0 2 0,1 7 1,3 7-1,4 0-13,-1 1 0,6-1 0,-4 1-65,3-1 0,2 0 1,0 1 13,0-1-30,0-6 0,7-2 0,2-7-77,4-4 1,2-1 0,-1-7 0,0 0-77,1-3 1,-1-1-1,1 2 1,-3-1-23,-2-3 0,3 1 0,-5-4 0,1 0 103,1-1 0,-5 1 0,3-4 0,0 1 62,0-6 0,-3 7 0,3-4 1,-1 0 17,1 1 0,-4-2 0,2 2 0,-1 2 2,0 1 0,-1 11 0,-2 0 37,3 5 0,-4 5 0,3 9 29,-8 9 0,1 1 0,-5 6 0,2 0-18,3 1 0,-4 1 1,2 5-1,1-1-43,-3 1 1,6 0 0,-4 0 0,3 0-126,2-1 1,0 1-1,0 0 1,0 0-341,0-1 0,0-4 446,0 0 0,19-12 0,5 0 0</inkml:trace>
  <inkml:trace contextRef="#ctx0" brushRef="#br1" timeOffset="249">32586 9539 8165,'-13'-1'-798,"4"-4"0,4-3 767,10-6 0,1 4 0,5 2 1,-1 0 50,1 0 1,-3 3 0,2-3 0,-1 0-7,-1 0 0,5 3 0,-3-4 54,2-2 1,-2 3 245,0-2-170,-7 7 0,-3-2 1,-10 8-1,-3 2 0,4 6 1,-1-1-1,1 3-94,1 1 1,0 0 0,4 1-106,0-1 0,-1 1 1,5-1-22,0 0 1,0 1 0,0-1-227,0 1 0,1-6 1,4-1-65,5-1 1,-2-1 365,1-1 0,27-29 0,10-2 0</inkml:trace>
  <inkml:trace contextRef="#ctx0" brushRef="#br1" timeOffset="250">32787 9482 8397,'10'-2'-557,"0"-3"0,-6 4 0,4-6 809,-1 1-57,-2 4 0,-5 2-145,0 10 0,-5-2 0,0 2-38,2 1 0,-4-3 0,1 1-43,-2 3 0,5-4-28,-2 1 1,2-6 41,-2 2-63,3-3 0,1-4 0,7-1 1,1-3 12,-1-2 0,5 3 1,-1-5-1,3-1 23,1-2 0,0 0 0,-1 2 0,-2 3 72,-1 2 1,0-4 0,4 4 108,0-2 0,-4 5 0,-2-1 37,-2 8 0,-1 5 0,-5 9 0,0 3-41,0 1 1,0-3-134,0 5 0,6 32 0,2 13 0</inkml:trace>
  <inkml:trace contextRef="#ctx0" brushRef="#br1" timeOffset="251">20285 10705 10431,'-9'5'-126,"-1"-1"1,5 1-407,-4-5 1,-1 0 393,-4 0 0,6 2 341,3 3 92,3-4-150,2 6 1,2-9-127,3-3 1,3-3 0,6-6-107,0-1 1,1 1-1,-1 0 1,1-1-57,-1 1 0,0 0 0,1-2 0,-1-2-9,1-1 0,-1 0 1,-1 3-1,-2-2 88,-1-1 0,-7 0 1,2 4-7,-4 1 0,-1 4 9,0 1 1,-1 5-1,-4 1 40,-5 6 0,4 1 0,1 5 0,3 2 17,2 2 1,0 2-1,0-1 1,0 0-5,0 1 0,0 4 0,2 0 0,1-1 12,2-2 0,5-2 1,-4 1-1,0-1 6,1 0 1,2 1 0,-2-3 0,-1 0 4,0-3 0,1-1 0,-4 3 0,2-1 1,-2-2-19,-8 2 1,2-4 0,-7-4-202,-1 2 1,-1-2-173,-3 3 0,2-5 376,4-5 0,2 3 0,33-42 0,6-4 0</inkml:trace>
  <inkml:trace contextRef="#ctx0" brushRef="#br1" timeOffset="252">20659 10331 8580,'7'-8'-252,"-6"3"1,4 10 266,-3 4 0,-1 6 0,2 4 0,2 5-1,-2 3 0,-1 2 0,-2 0 0,0-1-63,0 1 0,5 5 0,0 1 1,-2 0-48,-2 0 1,-1-1-1,0-5 1,0-1-89,0 1 0,0-2 0,0-3 0,-1-3-592,-4 0 776,3-12 0,-23-15 0,1-18 0</inkml:trace>
  <inkml:trace contextRef="#ctx0" brushRef="#br1" timeOffset="253">20587 10719 8565,'0'-14'-86,"0"-1"0,0 1 0,0 0-283,0-1 0,5 1 0,2 1 0,1 2 412,3 1 0,2 7 1,1-2-31,0 4 1,1 1-1,-1 0 1,0 0-36,1 0 0,-1 5 0,1 1 0,-1 2-227,0 3 249,1 2 0,6 14 0,1 3 0</inkml:trace>
  <inkml:trace contextRef="#ctx0" brushRef="#br1" timeOffset="254">20933 10662 8565,'-2'-10'-864,"-3"0"1,-3 2 998,-6-1 1,6 4 0,1 8 0,1 4-59,-3 1 0,1 1 0,0 6 0,0 1-72,0 3 1,4-3-1,-2 3 1,1-3-45,0-2 1,1 1 0,4-1 30,0 1 0,0-6 1,1-1-66,4-1 1,-2-3-1,7-4 1,1 0-40,2 0 1,1-6 0,0-4-56,1-2 1,-1-3-1,1 1 55,-1-1 0,-4 6 0,-1-1 80,2-1 1,-3 3 181,2-2 0,-7 9-56,2 1 1,-3 1 0,-4 9 0,-1 1-85,-2 2 1,0-3 0,5-1 0,0 2-86,0 2 1,0-3 0,0-1-478,0 3 552,0-6 0,7 7 0,1-5 0</inkml:trace>
  <inkml:trace contextRef="#ctx0" brushRef="#br1" timeOffset="255">21148 10360 8147,'0'-8'-519,"0"12"1,0 11 585,0 1 0,0 6 1,0 2-1,0 3-71,0 2 1,0 0-1,-1 0 1,-2 1-21,-2 4 1,0-3 0,5 8 0,0-1-98,0-1 0,-5-2 1,0-6-1,2-2-116,2-3 0,1 2 0,0-7 237,0-2 0,0-26 0,0-9 0</inkml:trace>
  <inkml:trace contextRef="#ctx0" brushRef="#br1" timeOffset="256">21062 10719 8414,'0'-14'0,"2"-1"-499,3 1 0,-2 0 340,6-1 0,1 6 0,4 1 115,1 1 1,-1 3-1,0 4 43,1 0 0,-1 1 1,1 2-1,-1 4 1,0 1 0,14 14 0,2 8 0</inkml:trace>
  <inkml:trace contextRef="#ctx0" brushRef="#br1" timeOffset="257">21321 10705 8266,'-9'0'-1501,"-1"0"1556,7 0 0,-2-5 1,10-1-68,4-2 0,-1 4 1,0-2-1,0 1 0,0 0 1,2-6-1,3 2-27,-4-4 0,2 3 124,-6 1 1,6-1 0,-11 2 0,0 3 39,-8 4 0,-4 2 0,-1 4 1,2 5-3,1 3 0,2 1 0,-3 0 0,3 1-98,2-1 0,-4 0 0,5 1 0,2-1-23,1 1 1,2-1-1,0 0-62,0 1 0,7-2 1,2-4-1,4-2-262,1-1 0,1-4 0,-1 2 0,1-2 322,-1-2 0,32-26 0,9-6 0</inkml:trace>
  <inkml:trace contextRef="#ctx0" brushRef="#br1" timeOffset="258">21925 10676 8414,'8'-6'-240,"-1"-2"1,-6-5-1,3 2-219,0 1 0,1 5 0,-3-4 575,3-2 1,-4-2-1,6 0 1,-3 2 75,1 1 0,0 5 0,-5-4-15,0-2 1,0 3-107,0-2 0,-2 7 1,-3-2-36,-4 3 1,-2 4 0,0 3-66,1 4 1,5 4 0,-3 2 0,2-1 4,3 0 1,1 1 0,2-1 8,0 1 0,0-1 0,2 0 0,1 1 6,2-1 0,4 0 0,-2 1 1,1-1 1,-5 1 0,3-3 5,1-2 0,-6 3 1,4-4-37,-3 4 1,-4-5 0,-3-1-28,-4-1 0,-4 0 0,-2 4-84,1-5 1,0-4-37,-1-1 1,7-6-1,3-4-99,4-2 1,2-3 283,4 1 0,29-33 0,12-7 0</inkml:trace>
  <inkml:trace contextRef="#ctx0" brushRef="#br1" timeOffset="259">22156 10331 8307,'0'14'0,"0"1"22,0-1 1,0 5-1,0 2 1,0 0-65,0-1 1,0 6-1,0-4 1,0 2 4,0 0 0,0-4 0,0 4 1,0 1-34,0 2 0,0-3 1,0-1-1,0-3-20,0-2 1,0 3-1,-2-4-24,-3-4 109,4-5 1,-6-9 0,7-4-68,0-5 1,2-3 0,1-1 24,2 0 0,4-1 0,-2 2 0,-1 2 15,1 2 1,-1 5 0,-1-2 44,4 0 1,-1 4 18,2-3 1,-7 5 0,3 3 1,1 2 1,-6 6-1,6-1-128,-1 3 1,-4-4 0,4 1 0,-1 1-71,0 2 1,0-3 0,-4-2-1,2 0 164,2 0 0,19-18 0,0 0 0</inkml:trace>
  <inkml:trace contextRef="#ctx0" brushRef="#br1" timeOffset="260">22371 10662 8414,'-4'-10'-256,"-1"0"1,-2 2-190,3-1 1,0 3 518,-5 6 0,6 1 0,-2 4 0,3 4-36,2 4 1,0 2 0,0-1 0,0 0-55,0 1 0,0-6 1,0 1 39,0 1 1,0-3 9,0 2 1,2-7-57,3 2 1,3-4 27,6-1 0,-6-6 1,-2-2-1,-1-2-32,0 1 1,0 4 0,-5-5-9,0-1 1,0-2-21,0-1 0,-2 6 0,-1 2-458,-2-1-141,0 6 653,-1 1 0,11 27 0,-4 11 0</inkml:trace>
  <inkml:trace contextRef="#ctx0" brushRef="#br1" timeOffset="261">22486 10647 8414,'-14'0'-91,"6"7"1,2 1 14,-1 0 0,6 4 0,-4-2 112,3 3 1,2 1-1,0 1-48,0-1 0,0 0-26,0 1 0,5-6 0,1-1 26,2-1 1,-3-2 0,5-5 0,-1-2-37,-1-3 1,4 2 0,-6-5 0,0 0-25,1 0 0,2 3 0,-2-3 1,-1 0-82,1 0 1,4 3 83,-2-4 0,4 1 63,2-2 85,-7 4 1,0 7 0,-5 4-81,2 5 1,-1 3 0,-4 1-198,0 0 0,0 1 0,2-2-398,3-4 596,-4 4 0,18-31 0,-3 1 0</inkml:trace>
  <inkml:trace contextRef="#ctx0" brushRef="#br1" timeOffset="262">22702 10446 8414,'8'-23'-19,"-3"4"1,-3 8 0,-2 1-105,0-1 93,0 5 1,0 6 0,0 10 0,0 2 93,0 3 1,0 4 0,0 0-1,0 0-24,0 2 0,4 0 0,1 4 0,-2-2-174,-1-2 1,-2 4 0,0-2 0,0 0-80,0 1 0,0 0 0,0 5 0,0 0 213,0 0 0,-13 12 0,-3 4 0</inkml:trace>
  <inkml:trace contextRef="#ctx0" brushRef="#br1" timeOffset="263">22889 10719 8414,'-14'0'-620,"-1"0"0,6 2 1,1 3 656,2 4 1,-4-1 0,5 2 0,2 1 221,1 2 0,2 1 0,0 1-62,0-1 1,0 0 53,0 1 0,2-7-146,3-3 1,3-4 0,6-2-117,0-4 1,-4-3 0,0-7-1,-1 1-134,-1 0 0,5-1 0,-5 1 0,2-2-90,-1-3 1,-1 1 0,3-6-1,-3 0 62,-1 2 1,-1-6 0,-3 5-1,2-6 117,-2-5 0,4 4 1,-2-5-1,-2 1 51,-2 0 0,-1-1 0,0 3 0,0-1 41,0 1 0,0 3 0,0 5 0,0 5 193,0 3 0,0 9-82,0 7 1,-1 7 0,-2 9 0,-2 3-49,2 5 0,1 3 0,2 2 0,0 1-46,0 4 0,0-4 1,0 4-1,0-4-121,0-1 0,0 1 1,0 2-1,0 2-68,0-2 0,2-2 0,1-1 1,3 0-112,2 0 1,-3-2-1,3-3 1,-2-3 246,-2-1 0,23-29 0,5-2 0</inkml:trace>
  <inkml:trace contextRef="#ctx0" brushRef="#br1" timeOffset="264">23522 10777 8414,'0'-10'-650,"0"1"0,0-1 1,0-4 824,0-1 1,2 1 0,1-1 0,3 1-105,2 0 0,-3-2 0,5-2 0,-1-3-57,-1-1 1,5 0 0,-3-4 0,3 2 20,1-2 1,-4-1-1,-1-2 1,2 1-51,2-1 0,-3 0 1,-1 0-1,1 2-14,-2 3 1,3-1 0,-6 5 6,-2 3 1,-1 9 10,-2 8 1,0 6 0,-2 10 0,-1 3 56,-2 5 1,-6 4 0,3 0 0,0 3 41,3 2 0,-1-2 0,1 2 0,0-2-74,-1-3 0,4 3 0,-3 1 0,4 0-44,1-5 0,0 2 0,0-7 0,0 0 5,0-2 1,1-4-1,4-4-12,5-2 0,-2 1 0,1-6-38,3-2 0,0-6 0,3-3 0,-1-2-29,0-4 1,-4 1-1,0 0 1,-1 1 27,-1-1 1,5-2 0,-5-1 0,2 0 54,-1-1 0,-6 1 1,2 0 30,-3-1 0,-2 1 65,0-1 1,0 6 352,0-1-224,0 7 1,1-3-106,4 6 0,-2 4-74,7 1 0,-5 5 0,4-5-50,3-2 1,-4 3-41,1-1 1,1 0-69,4-5 0,1 0-41,-1 0 0,-1-2 0,-2-1 7,-2-2 1,-5-6 152,0 1 0,-2 2 177,-2-1 449,0 6-312,-6-4 1,-1 14 0,-2 2-225,4 4 1,3-3 0,2-1 0,0 2-129,0 2 0,0-3 0,2-1 52,3 2 0,28 15 0,14 4 0</inkml:trace>
  <inkml:trace contextRef="#ctx0" brushRef="#br1" timeOffset="265">24673 10662 8154,'-6'-8'-1433,"4"-5"1553,-3 3 0,2-2 36,-2-3 0,4 1 0,-4-1-21,3 1 1,2 0-1,0-1 7,0 1 1,-4 4 0,-1 1-11,2-3 1,-5 6-129,-2 1 1,-3 4 0,1 2 0,0 4-15,3 5 0,-1 4 0,-4 4 0,1 2-27,3 3 0,-1 1 1,5 3-1,-1-2 2,1-1 1,1-4 0,5 2-1,0-1-21,0-4 0,0-1 0,2-3 0,1-2-6,2-1 1,6-7 0,-1 2-1,2-3-33,3-2 0,-6-2 1,1-3-1,1-3-12,2 0 1,-3-5 0,-1 4-1,1-4 82,-2-1 0,4-1 0,-4 1 0,0-1-3,-3 1 1,2 0-1,-1-1 1,0 1 39,1 0 0,-1 4 0,-3 0 66,2-1 0,2 5-44,-3 1 1,-2 5-1,4 3 1,-1 4-45,0 1 1,5 1-1,-4 6-84,2-1 0,2 0 1,2 1-1,0-1 94,-3 0 0,33 7 0,12 2 0</inkml:trace>
  <inkml:trace contextRef="#ctx0" brushRef="#br1" timeOffset="266">25220 10561 8414,'0'-14'0,"0"-1"-1215,0 1 1462,0-1-74,0 7 0,0 8 0,0 10 1,0 3-102,0 1 0,0 5 1,0 1-1,0-1-115,0 2 0,-2-6 1,-1 6-1,-2-2-1,2 1 0,0-1 0,0-5 0,-2 1-213,2-1 1,1 0 0,1 1 0,-3-1-663,0 1 919,-1-7 0,5-34 0,0-14 0</inkml:trace>
  <inkml:trace contextRef="#ctx0" brushRef="#br1" timeOffset="267">25206 10489 8111,'0'-19'0,"1"0"-425,4 1 1,-3-3 0,2 2-1,-2 2 533,-2 1 1,2 6-16,2 0 0,-2 9 1,3 1-115,-4 8 0,-1 5 0,2 1 0,1 2-60,2 3 0,0-1 0,-5 6 81,0 1 0,-7 34 0,-1 10 0</inkml:trace>
  <inkml:trace contextRef="#ctx0" brushRef="#br1" timeOffset="268">25349 10647 8414,'0'-9'-1520,"0"-1"1666,0 7 1,0-2 0,0 10-85,0 4 1,0-1-1,0 2-63,0 1 1,0 2-1,0 1-15,0 1 1,0-6-17,0 1-13,0-7 44,0 4 0,5-19-41,0-2 0,1 1 0,-2 4 0,2-3-57,2 0 0,-3 2 0,4 0 62,3-1 0,-4 3 80,1-1 1,1 6 27,4-2 1,-1 5-47,-3 5 0,1 3 0,-7 6 0,1-1-69,2-4 0,-6 4 1,4-3-1,-2 2-92,2 3 0,-3-1 0,4-1 0,-1-2 136,0-1 0,-1-1 0,-4 6 0</inkml:trace>
  <inkml:trace contextRef="#ctx0" brushRef="#br1" timeOffset="269">25623 10417 8414,'0'-24'0,"0"0"0,0 0-219,0 2 0,0 1 0,0 7 194,0-1 0,5 9 153,-1 6 0,1 6 1,-3 10-1,1 2-27,2 1 1,0 7 0,-5-2 0,0 3 5,0 1 1,1 1 0,2 0 0,2 0-120,-2 0 1,4 1-1,-2 2 1,-2 1-45,-2-1 1,4 4-1,0-1 1,-2 2-135,-1 3 0,-4 1 0,-1 1 1,-3-2-111,-2-2 1,3-4-1,-3 2 1,0-2 72,0-7 1,3-1 0,-3-10 226,2-4 0,-12-71 0,2-14 0</inkml:trace>
  <inkml:trace contextRef="#ctx0" brushRef="#br1" timeOffset="270">25580 10676 8414,'8'-27'-178,"-4"3"0,4-2 1,0 7-1,2 3-245,0 5 0,-1 0 1,6 4 577,-1-1 1,0 5-1,1-2 1,-1 4 67,0 1 0,1 0-107,-1 0 1,1 6-118,-1 4 0,-6 3-7,-3 1 0,-5 0 1,-5 1-151,-5-1 0,-2 1 0,-3-1 1,2 0-186,4 1 0,-4-1 343,3 0 0,-9 14 0,-3 2 0</inkml:trace>
  <inkml:trace contextRef="#ctx0" brushRef="#br1" timeOffset="271">25853 10604 7202,'-8'15'59,"2"-1"1,6 0-31,0 1 1,0-6 0,0 1-43,0 1 0,1-5 0,2 1-25,2-1 0,6-4-50,-1 3 0,3-5 0,0-5 41,-4-5 1,2 2 0,-4 0-1,-1 0-18,0 0 1,1 0 0,-4-3 0,3 1-4,2-1 1,-3 0 0,3 0 19,-1 1 245,4 1-25,-3 1 1,0 8-1,-3 9-82,-4 4 0,-1 2 1,0-1-1,0 2-70,0 3 1,0-3-1,0 3 1,0-3-128,0-1 1,2 2 0,1-1-1,2-3-546,-2 0 653,-1 0 0,17-31 0,5-8 0</inkml:trace>
  <inkml:trace contextRef="#ctx0" brushRef="#br1" timeOffset="272">26227 10302 8274,'-8'6'-203,"0"-2"0,5 5 0,-2 4 210,2 5 1,1-1 0,2 7 0,0 2 56,0 1 0,-5 3 0,1 2 0,0 2-159,3-2 0,1 3 1,0 0-1,0 0-88,0 0 0,-2 1 0,-1-6 1,-2 0 182,2-2 0,-5-16 0,0 1 0</inkml:trace>
  <inkml:trace contextRef="#ctx0" brushRef="#br1" timeOffset="273">26069 10633 8400,'0'-14'-174,"0"-1"1,0 1 0,1 1 196,4 3 1,3-1-1,7 5 1,-1-1 12,0 1 1,5 0 0,2 2-1,2-2-365,2-2 0,2 5 329,2-2 0,38-9 0,10-2 0</inkml:trace>
  <inkml:trace contextRef="#ctx0" brushRef="#br1" timeOffset="274">26918 10575 8008,'-5'-9'0,"0"-1"-563,2-1 1,0 3 834,-2-2-10,3 7 1,-4 3-1,6 10 1,-2 3-228,-3 1 0,4 0 1,-4 1-1,3-1-45,2 1 0,0-1 0,-1 0 0,-2 1-124,-2-1 0,0 0 0,5 1 0,0-1-316,0 1 1,0-1 449,0 0 0,13-38 0,3-9 0</inkml:trace>
  <inkml:trace contextRef="#ctx0" brushRef="#br1" timeOffset="275">26990 10345 8544,'0'-14'-604,"0"-1"151,0 1 1,0 8 327,0 6 0,0 6 0,0 8 0,0 2 150,0 4 0,0 0-25,0 4 0,-6 18 0,-1 7 0,-1 3 0,0-1 0</inkml:trace>
  <inkml:trace contextRef="#ctx0" brushRef="#br1" timeOffset="276">27033 10676 8284,'-7'-8'-609,"6"0"0,-6 5 409,1-2 313,4 0 1,-6 5-1,5 2 80,-2 3 1,1 3-202,4 6 1,0-4-14,0-1-7,0-6 0,6 2-13,4-10 1,2-3-1,3-6-47,-1 0 1,0-1 0,1 1 0,-1 0 30,1-1 0,-1 1 1,0 1-1,1 2 84,-1 1 1,-4 7 131,-1-2 0,-1 5-67,2 5 0,-4 3 0,-6 6 0,0 2-32,0 4 1,0-5 0,0 5-1,0-4-110,0-2 1,0 2 0,0 2-1,0 1-249,0-2 1,0-1 0,0-1 298,0-1 0,13-12 0,3-4 0</inkml:trace>
  <inkml:trace contextRef="#ctx0" brushRef="#br1" timeOffset="277">27407 10360 8534,'1'-16'0,"3"-2"-559,0-1 1,1 4 0,-3 7 548,3 2 1,-4 3-1,4 8 1,-3 6 132,-2 6 0,-5 1 1,0 4-1,2 1-94,1-1 0,1 0 1,-3 4-1,0-2-24,0 2 0,3 1 0,1 2 0,-2-2-82,-3-3 0,4 3 0,-4-3 0,3 1-192,2-1 0,0 2 1,-1-7 268,-4-1 0,10-15 0,-4-5 0</inkml:trace>
  <inkml:trace contextRef="#ctx0" brushRef="#br1" timeOffset="278">27292 10647 8534,'-2'-13'0,"-1"2"0,-2 2-42,2-2 0,1 3 0,2-2-81,0-1 1,0-2 0,2 0 29,3 4 0,3-3 0,6 8 1,0-1 58,1-2 0,-1 6 0,2-4 1,2 3 7,1 2 1,0 0-1,-4 0 1,-1 0 46,0 0 0,1 0 0,-1 0 2,0 0 1,-4 0 0,-2 2 115,-2 3 1,-1 3-20,-5 6 0,0 1 1,0-1-50,0 0 1,-5 1 0,-1-1 0,0 1-34,-1-1 0,1 0 1,3 1-70,-2-1 1,0-4 0,5-1-14,0 2 1,2-4-2,2-2 0,4-4 0,7-1 0,-1 0-111,1 0 1,-1-6 0,0-4 65,1-3 0,-1-1 0,-1 0 0,-2-1 47,-1 1 1,-5 0 0,3-1 10,-2 1 1,-1-1 0,-7 1-27,-3 0 0,2 6 0,-6 3-177,-3 3 1,4 2 234,-1 0 0,18 26 0,1 6 0</inkml:trace>
  <inkml:trace contextRef="#ctx0" brushRef="#br1" timeOffset="279">28198 10575 8498,'-13'-9'-670,"4"-1"0,-4 7 781,3-2 1,2 4 0,-1 2-30,-3 4 0,6 3 0,0 6 0,1 1-33,0-1 1,-4 1 0,4-1 0,2 2-36,1 3 1,-3-3 0,0 3 0,2-3-3,2-1 1,1-6 0,0 1 27,0 1 1,6-5-1,4-1-18,2-3 1,7-9-1,1-2 1,-3-4-133,-1-1 0,3-6 0,1 0 1,-1-1-38,2 0 1,-5-5-1,3 3 1,-3-5 33,-2 0 0,0-1 1,1 0-1,-1 0 65,1 0 0,-7 1 1,-2-3-1,-1-1 79,0-1 0,-1-1 1,-4 7-1,0 1 43,0 2 1,-4 2 0,-3-4 0,-1 4 97,-3 1 1,5 7 0,-1 6-51,1 2 0,3 2 0,-5 9 0,1 6-111,4 7 0,-3 0 1,1 4-1,2 0-61,1 1 1,-3-4 0,1 5 0,0 1-40,3 3 1,1 0 0,0 1-1,0 0-107,0 0 1,0-1 0,0 1 0,0 2-77,0 2 1,0-2 271,0 2 0,6 23 0,2 5 0</inkml:trace>
  <inkml:trace contextRef="#ctx0" brushRef="#br1" timeOffset="280">28414 10619 8268,'-5'-10'-1357,"0"0"1435,0 7 1,5-5-4,0 3 1,7 4 0,2-6-62,4 1 0,-3 4 0,-1-2 0,1 0-27,-2 0 1,5 0 65,-4-5 1,3 4 94,-3-5-76,-2 1 0,-9 1 0,-3 3 66,-4 3 1,-4 4 0,-2 1 0,3 4-75,2 1 0,-3 0 1,5 3-1,0-2-103,3 3 0,-1 0 0,1 3-7,2-1 1,1 1-1,2-1-110,0 0 1,2-1-1,1-2 1,4-1-677,1 1 832,1-5 0,50-6 0,12-8 0</inkml:trace>
  <inkml:trace contextRef="#ctx0" brushRef="#br1" timeOffset="281">28759 10489 8498,'-6'-8'-361,"-2"-3"63,-7 6 0,6 2 453,-1 8 0,7 3 1,-2 6-1,2 0-99,-2 1 1,4-6 0,-4 1-1,3 1-67,2 2 1,0 1 0,2-1 0,1-2-111,2-1 0,1 0 0,-3 4 0,4-1-86,1-4 0,-3 4 0,4-5 0,1 2-633,-2-1 840,5-6 0,20-3 0,13-8 0</inkml:trace>
  <inkml:trace contextRef="#ctx0" brushRef="#br1" timeOffset="282">28874 10604 8419,'-13'-9'-530,"2"1"519,2 1 0,4 2 1,-3 7 61,1 3 0,1-2 0,3 7-65,-2 1 0,0-3 0,5 1 49,0 2 0,2-3 0,3 0-120,4-1 1,-1 2 0,2-4 33,1-2 1,2-1-1,1-2 5,1 0 0,-1-5 0,-1-1 0,-2-1-1,-1 1 0,-7-5 0,3 3 0,-1-2 30,0 1 1,0 4-1,-5-5 12,0-1 1,-2 3 27,-3-1 0,-3 5 1,-6 0-148,-1 2 1,1 4-82,0 2 0,6 0 1,3 5 204,3 2 0,28 21 0,6 7 0</inkml:trace>
  <inkml:trace contextRef="#ctx0" brushRef="#br1" timeOffset="283">29104 10604 8212,'-9'-8'-220,"-1"3"1,2 5 0,-3 5 378,1 5 0,6 3 0,-4 1 2,1 0 0,2 1-88,5-1 1,0 0 15,0 1 0,7-7 0,2-3-110,4-4 0,2-7 0,-1-2 0,0-2-116,1 1 1,4-6-1,0-4 1,-1 0-22,-2-2 0,-2 4 0,0-7 0,1-2 33,-1-1 1,-4-2 0,-2 0 0,0 0 88,0 1 1,-5-1 0,2 0 0,-4 0 88,-1 1 1,0-1 0,0 0 0,0 0 87,0 0 0,0 2 0,0 3 1,-1 5 67,-4 3 0,2 3-125,-7 4 1,7 9-1,-3 9 1,1 6 20,0 4 0,-5 2 0,4 4 0,0-1-106,-1 2 0,2 1 0,5 2 1,0 0-136,0-1 1,0 1-1,0 0 1,0 1-126,0 4 0,0-4 0,0 5 0,0-1-2,0 0 0,0 4 0,2-5 263,3-1 0,16-8 0,9-3 0</inkml:trace>
  <inkml:trace contextRef="#ctx0" brushRef="#br1" timeOffset="284">29407 10590 8419,'-15'0'-431,"1"0"-444,-1 0 1334,7 0-155,2 0 0,8 0 0,2 0-244,6 0 0,-2 0 1,2-2-96,1-3 0,2 2-35,1-6 1,-1 4 0,-2-5-57,-2-1 1,-5 3 0,0-2-26,-2-1 1,-2 3 0,0-1 122,0-3 1,-2 4 33,-2-1 1,-4 6-1,-7-2 32,1 3 1,4 2 0,2 2 0,0 3 15,0 4 1,4 4-1,-4 1-43,1 1 1,2-1-1,5 1 1,0-1-77,0 0 1,2 1 0,1-1 0,4 1-97,1-1 1,-4 0 0,6-1 0,0-2-80,-2-1 1,4-5 0,-2 3 239,3-2 0,27-8 0,6-6 0</inkml:trace>
  <inkml:trace contextRef="#ctx0" brushRef="#br1" timeOffset="285">29608 10532 8389,'0'-14'0,"0"-1"0,2 1-8,2 0 0,-2 4 0,4 2 99,1 2 0,-4-4 183,7 5 0,-1 2-157,5 8 0,-1 3 0,-2 6-124,-1 1 0,-7-1 0,4 0 0,-3 1-44,1-1 0,0 2 0,-5 2 0,0 1-8,0-1 1,0-2-1,0-2 1,-2 0-108,-2 1 0,0-1 1,-4 0 12,2 1 170,1-7 0,5-3 1,0-10-9,0-5 0,0-3 0,0-1 0,2 0 6,3-1 1,1-4 0,5 0-1,-1 1 1,1 2 0,2 2 0,0 0 0,-2-1-212,-2 1 0,1 1 0,3 2 0,-2 3-836,-1 1 1032,-1 3 0,12 29 0,1 7 0</inkml:trace>
  <inkml:trace contextRef="#ctx0" brushRef="#br1" timeOffset="286">29924 10734 8389,'-14'0'213,"4"-5"98,1 0 0,4 0-311,-5 5 0,33 7 0,2 1 0</inkml:trace>
  <inkml:trace contextRef="#ctx0" brushRef="#br1" timeOffset="287">20328 11885 8587,'0'-15'0,"0"1"0,0 0 0,0-1-200,0 1 0,0-1 0,0 1 414,0 0 0,0 4 327,0 0-438,0 7 1,0-2-46,0 10 1,0 5 0,0 7 0,0 4-35,0 2 1,0-4 0,0 5 0,0 0-85,0-2 1,0 5 0,0-3 0,0 3-9,0 2 0,0-5 1,0-1-1,0-1-30,0 0 1,2-4 0,1 1-1,2-3-416,-2-2 361,-1-6 0,-1-1 1,3-9 9,0-3 0,6-3 1,-5-8-1,0-1 38,1-2 0,-4-2 1,2 3-1,-2-2 56,-2-3 1,5 4-1,0-3 1,-2-1 44,-2 1 1,-1 3 0,0-5 0,0-2 56,0-1 0,0 3 0,0 0 0,0-2-12,0-1 0,-6-2 0,-2 1 1,0-1 64,3 0 1,-1 5 0,-1 0 0,1 0 35,0 2 0,1-4 0,5 7 0,0 1 8,0 2 0,0 2 1,1 1-122,4 4 1,2 1 0,4 4 0,-2 0-52,3 0 1,0 3 0,3-1 0,-1-1-33,1-2 1,4 0 0,0 5-1,-2 0-128,-1 0 0,0 0 1,2 0-1,1 0-314,-1 0 1,-2 2 495,-2 3 0,1 16 0,-1 9 0</inkml:trace>
  <inkml:trace contextRef="#ctx0" brushRef="#br1" timeOffset="288">20386 11899 8587,'-5'-10'-758,"0"1"1,1 4 775,4-5 0,1 7 1,4-3-1,5 1-9,2 0 1,3 1 0,1 4 0,1 0-139,2 0 1,1 0-1,-6-2 129,0-3 0,39 10 0,10-3 0</inkml:trace>
  <inkml:trace contextRef="#ctx0" brushRef="#br1" timeOffset="289">20659 11856 8522,'-12'-2'0,"0"-1"-544,3-2 0,4 1 1,-5 4 609,-1 0 1,3 1 0,0 4 68,2 4 1,-4 4-1,5 2 1,2-1-84,2 0 1,1 2-1,0 2-65,0 1 1,6 0-1,4-4-5,2-1 1,3-6-1,-1-3-22,1-3 1,-1-2 0,0-2-93,1-3 0,-1-3 0,-1-6-36,-4-1 1,3 6 0,-8-1 46,0-1 0,-3-2 0,-1-1 107,0-1 1,-1 6 0,-3-1 97,0-1 1,-6 3 40,5-2 0,-4 1 18,4-5 0,0 4-74,5 0 0,2 7 1,2-2-13,6 4 0,3 1 1,1 1-53,1 4 0,-1-2 0,0 7 0,1 1 6,-1 2 1,-4 1-1,-1 1 1,1-1-33,-2 0 1,3 2-1,-6 2 1,-2 1 0,-1-1 0,-2-2 0,0-2 0,0 1 16,0-1 1,-2-4 43,-3-1 1,2-6-1,-5 1 0,2-8 1,1-4-1,5-6-14,0 0 1,0-1-1,0 1 1,0-1-21,0 1 1,2 0 0,1-1 0,3 1-65,2-1 0,-3 1 1,5 0-1,1-1-118,1 1 1,3 4 0,-1 1 0,1-1-385,-1 2 560,0-5 0,20 12 0,4-6 0</inkml:trace>
  <inkml:trace contextRef="#ctx0" brushRef="#br1" timeOffset="290">21523 11798 8522,'0'-14'-466,"0"4"0,0 1 57,0-2 1,1 3 475,4-2 1,-2 7 0,5-4-1,0 3-43,0-1 0,0-2 1,3 4-1,-3-3-30,-1-2 1,4 5 0,-3-4 0,1 2 15,1 1 0,-5-6 1,3 4-1,0-2 11,0-4 0,-5 4 0,3 0 105,1 2-104,-6-5 1,-1 9 0,-9-2 0,-4 2-7,-1 2 1,-1 5-1,-1 1 1,-1 2 33,-3 3 0,1 7 0,3 1 0,-1 0 4,-2 2 1,-1-3 0,6 4 0,1-1-11,4-4 1,-4 4-1,5-2 1,0 1-32,3 0 1,3-4 0,2 3 0,0-3-36,0-1 1,0-6-1,2-1 1,1 0-4,2 0 1,6-4-1,-1 0-42,3-2 0,1-2 0,0 0 0,1 0-86,-1 0 0,-4-2 1,-1-1-35,3-2 0,0-1 0,3 3 187,-1-2 0,20-19 0,4 0 0</inkml:trace>
  <inkml:trace contextRef="#ctx0" brushRef="#br1" timeOffset="291">21810 11827 8522,'0'-14'-564,"0"-1"0,5 1 0,0 0 599,-2-1 1,-1 6 0,-2-1 0,0-1 170,0-2 1,4 3-1,1 1-18,-2-2 1,-1 3-150,-2-2 0,0 5-22,0-4 0,-2 5-79,-2 0 1,0 2 0,-4 4 28,2 2 1,-4 0 0,4 4 0,0 0 13,-1 0 0,1-4 0,3 6 8,-2 1 1,-2-3 0,4 2 9,-1 1 1,-1-3 0,5 2 0,0 1 0,0-3 0,0 1 0,0 1 0,1-2-2,4-3 0,-2-4 0,7-1-18,1 0 0,-5-1 0,1-2 0,-2-4-19,-1-1 0,6 3 1,-4-4 50,2-2 1,-3-2 40,5-2 0,-5 3 0,3 0 265,-2 3-221,-1 6 0,-5-2-53,0 10 0,0 3 1,0 6-1,0 0-53,0 1 1,0 1 0,1 3 0,3 3 6,0 1 0,1 4 1,-5-3-1,0 5-4,0 4 1,0-2 0,-1 4 0,-3-2-5,0 1 0,-8-1 0,4-4 0,-1 0 14,-1 0 0,1-7 0,-6-1 0,1-2-1,-1 0 0,1 1 0,0-8 0,-1-2 2,1-5 0,-7 1 77,-3-1 1,3-2 0,4-8-46,6-4 1,-1-4 0,8-1-1,0-1-68,3 1 1,2-1 0,3 1 0,0 0-95,0-1 1,4 1 0,1-1 0,4 1-116,1 0 0,-4-1 0,0 1 0,1-1-381,2 1 621,1 0 0,45-20 0,11-4 0</inkml:trace>
  <inkml:trace contextRef="#ctx0" brushRef="#br1" timeOffset="292">22184 11698 8522,'0'-15'0,"0"6"0,0-1-648,0-1 663,0-2 1,2 5-44,3 3 0,-2 4 1,5 2-353,-2 4 0,-1-2 380,-5 7 0,6-1 0,2 6 0</inkml:trace>
  <inkml:trace contextRef="#ctx0" brushRef="#br1" timeOffset="293">22112 12043 8440,'-14'-8'385,"6"-5"-42,3 4-741,4 2 398,7 1 0,15 12 0,9 2 0</inkml:trace>
  <inkml:trace contextRef="#ctx0" brushRef="#br1" timeOffset="294">21594 12057 8390,'-14'-14'223,"4"4"228,1 1-351,6 6 1,-2-4-665,10 7 1,3 0 563,6 0 0,32 7 0,9 1 0</inkml:trace>
  <inkml:trace contextRef="#ctx0" brushRef="#br1" timeOffset="295">21925 12014 8470,'-8'-9'-852,"4"-1"1010,2 7-158,2-4 0,19 7 0,5 0 0</inkml:trace>
  <inkml:trace contextRef="#ctx0" brushRef="#br1" timeOffset="296">22760 11770 11523,'0'-10'-1863,"0"0"0,0 6 1776,0-6 1,1 2 219,4-2 134,-3-2-181,4 4 196,-6-7-225,0 1 1,0-1-36,0 1 1,2 4 87,3 1 1,-4 4 0,4-5 4,-3-1 0,-1 3 0,2-1-12,2-2 0,2 3 0,-4-2-14,2-1 0,4-2 26,-4-1 1,1 1 0,-2 2-63,0 1 0,3 2 197,-3-2-122,-2-2 0,4 16 0,-7 1 0,-4 8-87,-4 6 0,1 5 0,-2 8 0,-1 3-36,-2 2 1,-1 1 0,-1 6 0,1-1-30,-1 0 0,1 0 0,1-1 1,2-2-11,1-2 1,7-6 0,-3 0-1,1-6-72,0-7 1,2-5-4,8-4 0,-2-5 138,7-10 1,-1-5-1,4-7-69,-3-3 1,2 1 0,-4 5-1,2-1-18,0 1 1,-2 0-1,3-1 1,-2 1-29,3-1 0,-4-2 0,0 1 0,0 3 28,0 0 1,-4 2-1,4 0 17,-1 1 107,4 7 0,-10-2 0,4 10 1,-3 5-33,-2 3 0,0 1 1,0 0-1,0 1-101,0-1 0,0 0 1,0 1-1,0-1 15,0 1 0,1-6 0,3 1-44,0 1 0,8-5 0,-3-1 81,4-3 1,-3-2 0,-1 0 43,2 0 0,2-7 1,2-2-21,-1-4 0,-4-1 1,-2-1-1,0 1-51,0-1 1,-4 1 0,4 0 0,-1-1 74,-4 1 1,3 0 0,-1-1 0,-2 1-19,-1-1 1,-2 1-1,0 0-123,0-1 0,0 1-39,0-1 1,0 1 0,2 1 0,1 2 160,2 1 0,31-38 1,4-14-1</inkml:trace>
  <inkml:trace contextRef="#ctx0" brushRef="#br1" timeOffset="297">23220 11439 11318,'0'-8'-496,"0"3"1,0 10 0,0 4 502,0 4 0,0 3 0,0 2 0,-1 2-17,-4 3 1,3 1 0,-4 5 0,1 1-64,0 3 0,-1-2 1,1 4-1,-3-1 25,0-1 0,-3 1 0,6-5 0,0-1-14,-1 1 1,4-7 0,-3-2-13,4-4 12,1-8 1,0-8 0,1-10 24,4-3 1,3-6 0,5 0 0,-2 3 39,-1 5 1,-2-2-1,3 3 1,-1-2 21,1-3 0,-3 6 1,1 1-1,1 0 67,-2 0 0,5 4 72,-4 0 1,4 2-114,1 2 0,-4 6 0,-2 4-146,-2 3 0,-1 1 1,-3 1-3,3-1 1,-4 0 0,4 1-1,-3-1-82,-2 0 0,1 1 0,2-1-490,2 1 586,0-7 0,1-2 1,2-6-1</inkml:trace>
  <inkml:trace contextRef="#ctx0" brushRef="#br1" timeOffset="298">23436 11870 8517,'0'-14'-412,"2"1"1,1 2 465,2 1 1,1 7 0,-3-3 10,2-1 1,1 6-1,-2-6 34,0 1 1,3 4 0,-4-4 231,2 0-24,0 4-193,-5-4 0,0 7 0,-2 4-127,-3 5 1,4-2 0,-4 1-1,3 2 1,-3 2 0,1 2-136,0-1 0,3 0 0,1 1-339,0-1 1,1 0 226,4 1 1,3-2 102,7-4 166,-1-2 1,19-27 0,6-4 0</inkml:trace>
  <inkml:trace contextRef="#ctx0" brushRef="#br1" timeOffset="299">23637 11813 8581,'8'-10'-1825,"-3"1"2121,-3 5-197,4-2 1,-4 12-62,3 4 0,-5 3 0,-4 1-81,0 1 0,-1-1 38,5 0 0,0-4 47,0-1-49,0-5 1,1 2 7,4-6 1,3-6-11,7-4 0,-1-1 0,0 1-8,1 5 0,-6-1 4,1 1 1,-1 1-30,6 4 0,-7 6 1,-2 2-1,-1 1-123,0 1 0,1 0 0,-3 4 165,2 0 0,13 20 0,-2 4 0</inkml:trace>
  <inkml:trace contextRef="#ctx0" brushRef="#br1" timeOffset="300">24270 11870 8378,'7'-14'-480,"-6"0"1,4-1 385,-3 1 1,3 4 0,-1 1 249,0-3 1,2 0 132,-1-3-244,0 7 1,-7 3-1,-1 10 1,-4 3 2,-1 0 0,0 10 1,-3-4-1,2 2 9,-3 0 0,4-1 0,0-1 0,0 0-99,0 1 1,5-1-1,-2 0 1,2 1-9,-2-1 1,4-4 89,-4-1 1,5-5-80,5 0 1,3-4 0,6-4-54,1-6 0,-1-3 0,0-3 0,-1-1-6,-3-3 1,3-4 0,-4 4-1,4-1-28,1 0 0,-4-4 0,0 1 0,-1-4 81,-1 0 0,3-1 0,-4 0 0,-1 0 63,0 1 0,-1-1 0,-5 0 0,0 2 5,0 3 1,0 3 0,0 7 0,0-1 131,0 1-53,0 6 0,0 8 0,-1 11 0,-3 5-19,0 3 0,-3 5 0,4-3 0,-2 1-61,2 4 1,2 1 0,1 2-1,0 0-17,0-1 0,0-2 1,0 1-1,0 4-69,0-1 1,0 0-1,0-1 1,0 0-168,0 0 0,0-1 1,0 0-1,1-3-69,4-1 1,-2-6 299,7 1 0,18-35 0,11-10 0</inkml:trace>
  <inkml:trace contextRef="#ctx0" brushRef="#br1" timeOffset="301">24558 11856 8556,'-14'-8'-2008,"6"2"2495,-5 6-332,11 0 0,-2 0-63,8 0 1,0 0-35,5 0 0,1-2-151,4-3 0,-4 2 86,-1-7 0,-5 6 1,2-4 163,0 1 132,-4-4-187,4 9 1,-7-4 0,-2 8-43,-2 2 0,-2 0 0,4 5 0,-2 2-77,2 2 0,0-3 0,0-1 0,-2 2-101,2 2 0,1-3 0,2-1 0,0 3-64,0 0 1,0-2 0,2-2 0,1 0-149,2 0 1,4-3-1,-2 3 110,1-2 1,1 4 219,6-5 0,18-20 0,6-9 0</inkml:trace>
  <inkml:trace contextRef="#ctx0" brushRef="#br1" timeOffset="302">24774 11798 8259,'-2'-12'-474,"-2"2"1,0 4 663,-5 6 0,4 1 1,-3 4-107,2 5 0,-4 2 0,5 3 0,2-1-85,1 1 0,2-1 1,-1 0-1,-2 1-62,-2-1 1,0 0-1,5 1 1,0-1-185,0 1 0,2-6 1,1 1 26,2 1 1,1-3 0,-1 0-12,4-2 1,4-1 0,2-5 230,-1 0 0,0 0 0,1-1 0,-1-4 0,13-29 0,4-12 0</inkml:trace>
  <inkml:trace contextRef="#ctx0" brushRef="#br1" timeOffset="303">24903 11899 7783,'5'-10'-1392,"0"1"1610,0 6-43,-5-4 1,0 9-1,0 3-119,0 4 1,0 4 0,0 1-85,0 1 0,0-1 14,0 1 0,0-1-21,0 0 0,1-6 19,4-3 0,3-3 3,7-2 0,-7-7 6,-4-2 1,3-4 0,-2-1 31,-2-1 1,-2 6 0,-1-1-9,0-1 0,-1 4 0,-2 1-55,-2 0 1,-2 4 0,4-1-105,-2 6 1,-4 0-1,4 7-294,2 1 436,1-5 0,15 33 0,3 1 0</inkml:trace>
  <inkml:trace contextRef="#ctx0" brushRef="#br1" timeOffset="304">25177 11885 8527,'6'-8'-1834,"-4"0"1680,3 3 408,-4 3 0,-6-3 0,-1 10-162,-2 5 1,0 3 0,-3 1-1,3 0-48,1 1 0,-2-1 0,4 1 6,2-1 1,-4-4-1,3-1 115,0 2-142,3-4 1,7-1-1,4-7-105,3-4 0,1-3 0,0-7 0,1 1-84,-1 0 1,1-2 0,-1-2 0,0-3-8,1-1 1,-6-1 0,1-2 0,-1 3 76,-1 1 0,4-5 0,-8 2 0,1-1 83,2 1 1,-6 1 0,4 6 0,-3-4 53,-2-2 1,0 6 0,0-2 0,0 3 14,0 1 1,0 1 0,-2 1 23,-3 4 1,4 4 0,-4 10 0,3 4 1,-3 9-1,1 1 1,0 0-29,3 2 1,1 1-1,0 5 1,0-1-38,0-2 1,0 0 0,0 5 0,0 0-60,0-1 1,0-4 0,0 0 0,0 0-89,0-1 1,0 4-1,1-5 1,3 2-89,0 0 0,3-6 1,-4 1 218,2-3 0,12-21 0,-1-4 0</inkml:trace>
  <inkml:trace contextRef="#ctx0" brushRef="#br1" timeOffset="305">25450 11928 7740,'0'-10'-1562,"0"1"1716,0 5 0,7-7-104,2 6 0,-1-4-8,2 4 1,-6-5 0,4 4 18,-1-2 1,-1 3 0,-3-4 1,2-2 0,0 3 35,-5-2 1,0 5 29,0-4 0,-2 5-36,-2 0 0,0 4 1,-4 4-35,2 6 0,0 1 0,2 0 0,0-1-52,1 1 1,1 2 0,2 1-36,0 1 1,0-1 0,0 0-81,0 1 0,5-6 0,-1 1 0,1 0-147,2-2 0,-4 0 0,6-4-363,3 6 619,0-4 0,22-12 0,4-10 0</inkml:trace>
  <inkml:trace contextRef="#ctx0" brushRef="#br1" timeOffset="306">25666 11827 8499,'10'-6'-724,"-1"-4"1,-4 4 945,5 1-99,-7 3 1,3 9-1,-6 2-108,0 4 1,0-3 0,0-1-1,0 2 12,0 2 1,-5 2 0,1-1-1,-1-1-50,-2-4 0,4 4 1,-5-3 146,2 3 0,1-4-47,5 1 1,0-9-39,0-1 0,6-6 0,4-8-47,3-1 0,6-4 1,2 0-1,-1 0-97,1-2 1,3 5 0,-3-3 0,1 1 104,4-1 0,27-42 0,-23 23 0,0-1 0</inkml:trace>
  <inkml:trace contextRef="#ctx0" brushRef="#br1" timeOffset="307">26371 11813 10014,'0'-15'-475,"0"1"1,0 0 362,0-1 1,5 6 0,-1-1 397,0-1-223,-3 4 1,1 1 0,1 8-27,2 2 0,0 4 0,-5 7-132,0-1 0,0 1 0,0-1-19,0 0 1,0 6-1,0-1-115,0-2 1,-5-1 0,0-1 0,2-1-231,1 0 0,1-4 485,-4 0 0,-3-7 0,-6 3 0</inkml:trace>
  <inkml:trace contextRef="#ctx0" brushRef="#br1" timeOffset="308">26414 11640 8583,'0'-22'-209,"0"-4"0,0 7-538,0 1 472,0 2 1,0 10 122,0 6 0,0 6 0,0 9 0,2-1 152,2 1 0,4 37 0,7 11 0</inkml:trace>
  <inkml:trace contextRef="#ctx0" brushRef="#br1" timeOffset="309">26601 11726 8583,'-2'-9'0,"-1"-1"0,-2-1 0,-4 3-1202,4-2 1051,0 7 0,5-2 145,0 10 1,0-2-1,0 7-7,0 1 0,0-3 0,0 2 7,0 1 0,2 2 0,1 1 8,2 1 1,4-1 0,-4 0 20,-2 1 0,1-1 0,-1 1 24,2-1 1,-1-5 0,-4 1-32,0 1 1,0 2 0,-1 0 0,-2-2-19,-2-1 1,-6-2-1,3 3 1,-2-3-100,1-2 0,4 4 1,-3-4-426,1 2 526,-4-5 0,67-35 0,10-16 0</inkml:trace>
  <inkml:trace contextRef="#ctx0" brushRef="#br1" timeOffset="310">27133 11511 8583,'0'-15'-730,"0"1"230,0-1 0,0 1 1741,0 0-1161,0 6 1,0 8-1,-1 11 1,-2 5 10,-2 3 1,-2 7-1,4-1 1,-3 6-55,-2 2 1,3 7-1,-5-2 1,1 4-88,1 1 1,-5 0 0,3 2 0,-2 3-160,-3 5 0,1-4 1,0 1-1,-1-2-52,1 0 1,-1-2-1,1-7 1,0-6 95,-1-2 0,2-4 1,2-3-1,3-5 165,2-3 0,1-8 0,11-27 0,2-13 0</inkml:trace>
  <inkml:trace contextRef="#ctx0" brushRef="#br1" timeOffset="311">26975 11899 8583,'7'-29'-144,"2"1"1,-1-1 0,2 2 0,1 3-87,2 4 1,-4 6 0,1 3 0,1 3 322,2 1 1,-4 1 0,1 3 0,1-2-27,2 2 1,-3 1 0,-1 4-33,2 3 1,2 1 0,0 5-7,-3-1 0,-4-1 1,-6 6-8,0-1 0,0-4 0,0-1-6,0 3 1,-2 0 0,-2 3 0,-4-1-58,0 1 1,-5-1 0,3-1 0,-3-2-90,-1-2 1,0 1 0,-1 4-258,1 1 1,-1-1-208,1 1 594,0-1 0,-1 0 0</inkml:trace>
  <inkml:trace contextRef="#ctx0" brushRef="#br1" timeOffset="312">27220 11784 8164,'6'-10'-538,"4"1"1,-2 4 0,1-3 532,2 2 1,-3 1 0,2 5 281,1 0 1,-3 0-198,2 0 1,-7 6-1,2 4 1,-4 3-79,-1 1 1,5-4 0,0-1 0,-2 2-4,-1 2 1,-2 2-1,0-1 1,0 0-31,0 1 0,0-1 1,-2-1-1,-1-2-49,-2-1 1,-1-6 122,1 6 1,3-8-14,-2-2 0,2-2 0,2-8-24,0-1 0,2-2 1,1-1-1,3 0-15,2-1 0,-3 1 0,5 0 0,-1-1-95,-1 1 0,5 4 1,-5 1-1,2-1-125,-1 2 1,-1-5-1,3 5 229,-1 0 0,6 8 0,6 8 0</inkml:trace>
  <inkml:trace contextRef="#ctx0" brushRef="#br1" timeOffset="313">27565 11741 8527,'-14'1'-314,"-1"4"0,2 3 1,2 7 391,2-1 0,5 0 0,0 1 0,2-1-74,2 1 1,0-1 0,0 0-38,0 1 1,0-1 0,2-1 55,2-4 1,4-2-1,7-7-69,-1 0 1,1 0 0,-1-2-28,0-3 1,-4 2-1,-2-6-7,-2-3 1,4 0-1,-4-3 15,2 1 0,-4 0 0,0-1 4,-2 1 0,-2 4 0,0 1-28,0-3 0,0 4 1,-2 0-212,-2 2 0,0-4 300,-5 6 0,-7 24 0,-7 12 0</inkml:trace>
  <inkml:trace contextRef="#ctx0" brushRef="#br1" timeOffset="314">27853 11640 8527,'0'-14'-438,"0"-1"1,-2 7 501,-3 4 0,-1 8 0,-5 6 0,3 3 8,1 1 1,-2 2 0,4 2 0,2 1-43,1-2 0,2-1 0,0-1 0,0 1-83,0 3 1,0-8 0,0 4 0,0-3-96,0 1 0,2-3 1,3-1-21,4 2 1,4-4 0,1-1-1,1-1-189,-1 0 0,1 0 0,-1-5 357,0 0 0,13-20 0,4-3 0</inkml:trace>
  <inkml:trace contextRef="#ctx0" brushRef="#br1" timeOffset="315">28011 11755 8527,'-8'-6'-690,"0"4"640,3-3 0,4 2 205,-4-2-172,3 4 0,2-7 1,2 5-7,3-2 0,-2-2-40,6 3 1,-1 0-1,4-4 14,-3 2 0,-6 0 1,2 1 62,3 3 1,-8-4 0,0 7 16,-8 4 1,-5 3 0,1 7-27,2-1 0,-1 0 1,6 1-1,0-1-77,-1 1 1,4-1 0,-3 0-59,4 1 1,1-6 0,1 1-60,4 1 0,-2-5 1,7-1-1,1-2-272,2 2 461,1-3 0,39-21 0,9-13 0</inkml:trace>
  <inkml:trace contextRef="#ctx0" brushRef="#br1" timeOffset="316">28212 11640 8522,'-4'-10'-530,"-1"1"0,-2 4 314,3-5 362,2 7 0,-4-1 0,6 8-31,0 6 1,0 3 0,0 1-58,0 0 1,1-1 0,2-2-1,2-1-14,-2 1 0,-1 2-75,-2 1 1,0 1-1,0-1-11,0 1 1,0-6 0,-2 1-78,-2 1 1,0 0 0,-5 0-37,-2-1 0,-2-5 0,-2 3-675,1-2 486,6 5 1,2-11 343,6 0 0,64-57 0,-24 18 0,0-1 0</inkml:trace>
  <inkml:trace contextRef="#ctx0" brushRef="#br1" timeOffset="317">28414 11568 8522,'6'-14'-1031,"-4"-1"905,3 1 0,-4 4 363,-1 1 1,-1 6-107,-4-2 0,2 10 0,-7 4-65,-1 4 0,4 1 0,1 1 0,1-1-63,0 1 1,1-1 0,4 0 0,0 1-40,0-1 1,0 0-1,0 1 27,0-1 1,0 1 0,0-1-1,0 0 22,0 1 0,0-1 1,0 1-5,0-1 0,0 0 1,0 1-39,0-1 1,-7-1 0,-1-2 0,-1-1-42,-1 1 1,0-3 0,-4 1-192,0 3 1,4-4-1,1 0-603,-3-2 708,6-1 1,6-10-1,10-1 156,2-2 0,28-34 0,7-12 0</inkml:trace>
  <inkml:trace contextRef="#ctx0" brushRef="#br1" timeOffset="318">28486 11698 8522,'9'0'-1303,"1"0"1449,-7 0 1,4 1-47,-7 4 0,0 3 0,0 6-113,0 1 1,0-6-1,-2 1 1,-1 1-74,-2 2 1,-1 1-1,2 1 1,0-1-288,0 1 0,-2-1 0,1 0 373,2 1 0,1-14 0,2-2 0</inkml:trace>
  <inkml:trace contextRef="#ctx0" brushRef="#br1" timeOffset="319">28543 11626 8522,'8'-15'-1276,"-1"1"227,-7 0 1074,0 6 0,0 3 0,0 10 0,0 4-67,0 4 0,0 1 0,0 2 42,0 3 0,-13 42 0,-3 16 0</inkml:trace>
  <inkml:trace contextRef="#ctx0" brushRef="#br1" timeOffset="320">28644 11784 8522,'0'-10'-796,"0"1"0,-2 6 1094,-2-2 0,2 5-221,-3 5 1,4 3-64,1 6 1,0-4 39,0-1 22,0 1-77,0-2-27,0-2 1,4-7 0,3-3-68,1 0 1,1-6 0,4 4 0,-2-1 20,-1 1 0,-5-4 1,4 5-1,1 1 48,-2-3 0,0 6 28,-3-4 1,-2 3 0,5 4-53,-2 3 1,-1-2 0,-5 6-75,0 3 0,0 0 1,0 3-356,0-1 479,0 1 0,19 12 0,5 3 0</inkml:trace>
  <inkml:trace contextRef="#ctx0" brushRef="#br1" timeOffset="321">28961 11654 8466,'0'-14'-157,"0"0"0,0 4 0,-2 2-59,-3 2 1,2 1 0,-5 7 0,0 1 215,0 1 0,3 8 0,-3-3 0,0 4-8,0 1 0,5 1 1,-3-1-37,-1 1 1,6-1 14,-4 0 0,3 1-30,2-1 157,0-6 1,5 0-4,0-3 0,1 1 1,-3 6-37,2-3 1,0 1-1,-5 4 1,0 1-38,0-1 1,0 5 0,0 2 0,0 1-60,0 4 1,-2-1 0,-2 1 0,-6-2-36,-3 2 1,-1 1 0,-1 0-1,-1-3 60,-3-5 1,2-3 0,-6-2 0,3-1 44,2-3 1,-3-4 0,2-6-1,1 0 41,2 0 0,2-1 1,0-3 11,-1 0 0,7-8-122,3 3 0,4-4 0,2 0 0,3 2-177,0 1 0,8 2 0,-3-3 1,4 3-276,1 2 488,1-5 0,17-7 0,8-4 0,3-5 0,0-1 0</inkml:trace>
  <inkml:trace contextRef="#ctx0" brushRef="#br1" timeOffset="322">29579 11381 6618,'-8'6'-94,"0"-2"0,5 5 0,-2 4 352,2 5 1,1-1 0,2 6 0,-1-1-165,-4 0 0,3 2 0,-2 5 1,2 0-155,2 0 1,-2-1 0,-1 1 0,-3 0-144,-2 0 0,-2 4 1,-3 1-1,2-4-46,2-4 1,1-1 0,-4-5 248,3-3 0,-1-20 0,-4-7 0</inkml:trace>
  <inkml:trace contextRef="#ctx0" brushRef="#br1" timeOffset="323">29435 11568 8226,'2'-8'-160,"3"3"1,-2 4 0,6 1 273,3 0 0,-4 0 0,1 0-66,2 0 1,2 0-1,2 0-69,-1 0 1,0 0 0,1 0-34,-1 0 0,-4 0 0,-1 0-12,3 0 1,-1-2-1,0-1 21,-1-2 1,-3-6 0,5 3-74,-3 0 0,-6 0-18,2 3 123,-3 4 1,-2-4 0,-2 10 0,-3 4 59,-4 4 0,1 3 0,-2 3 0,-1 4-28,-2-1 0,1 5 1,0-3-1,3 3-8,-2 2 0,-1-2 1,1-3-1,3-3-13,2 0 0,-1-5 0,4 3 58,-2-3 8,1-2 0,5-6 0,4-5 0,5-6-48,2-6 0,-2-4 0,0-1 0,1 1 2,2 3 1,1-3-1,0 4 1,1-4-74,-1-1 0,0 4 0,1 2-187,-1 2 0,1-4 322,-1 5 0,-4 2-20,-1 8 1,-6-2 0,2 7-59,-3 1 1,-2 2 0,0 1-84,0 0 1,0 1 0,0-1-172,0 1 1,0-1 0,0 0-150,0 1 0,0-1 401,0 0 0,13-12 0,3-4 0</inkml:trace>
  <inkml:trace contextRef="#ctx0" brushRef="#br1" timeOffset="324">29853 11798 8466,'0'-14'-1092,"0"4"1328,0 1 0,0 4-93,0-5 0,6 6-83,3-6 0,3 5 0,-1-3-46,-2 2 0,1-5-112,4 1 0,-1 2 1,-2-2-9,-1-1 0,-7 3 1,4 0 41,-1 2 1,-4-1 123,2 3 1,-4 2-1,-4-1 104,-6 6 0,2 0 0,0 7 1,0 1 107,0 2 1,5 1 0,-4 1-214,1-1 1,4 0 0,-2 1-1,2-1-189,2 1 0,2-3 1,2 0-1,6-3 130,3 2 0,24-11 0,11-6 0,3 1 0,0 0 0</inkml:trace>
  <inkml:trace contextRef="#ctx0" brushRef="#br1" timeOffset="325">30529 11654 20794,'8'-14'0,"-2"0"-696,0-1 1,-2 3-1,4 0 1,0 3 941,0-2 0,-5-2 0,3-2-130,1 1 1,-4 0 0,5-1 754,-2 1-630,-1 6-1,-5 1 0,0 19 0,-2 4-439,-2 4 1,2-2-1,-4 3 1,1-2 55,0 0 1,-5 5-1,6-3 1,0 0-139,3-1 1,1 1 0,-2-3-1,-1 1-34,-2-1 1,0-7-1,5-2-68,0 3 1,2-1-1,3-2 209,4-4 0,4-3 1,2-4-1,-1-3 281,0-4 1,1-4 0,-1-1-1,-1-1-365,-3 1 0,2 1 0,-2 2 0,1 1 558,-1-1 1,-2 0 0,-5 0-169,2 1 1,4 5 2215,-4-4-1970,0 5 1,-5 4-1,0 10-280,0 3 1,0-4 0,0 1-287,0 1 1,0 2 0,1 0-533,4-4 1,-2-2-1,7-7 831,1 0 1,-3 0 0,2 0-17,1 0 1,-3-2 370,2-3 0,-2-3 0,3-6-848,-2 0 1,-5-1-1,0 1-22,-2-1 0,-2 1 395,0 0 0,0-1-1163,0 1 981,0 6 1,-2 3 0,-1 10-299,-2 5 1,13 15 0,8 5-1</inkml:trace>
  <inkml:trace contextRef="#ctx0" brushRef="#br1" timeOffset="326">30989 11669 24994,'-14'8'-751,"-1"0"977,1-3 1,6 3 0,3 6-1094,4 0 0,1-4 0,0 0 178,0 1 1,1-5 0,4 1 0,5-3 575,2 1 0,-2 0 0,-1-5 441,3 0 1,0-5 0,3-1 84,-1-2 0,-6 3 0,-1-5-574,-1-1 0,-4-2 0,2-1-335,-2 0 1,-2 4-1,-2 0-329,-2-1 0,0 3 0,-5-1 709,-2-3 1,3 6 0,-2 1 348,-1 4 0,-2 1-605,-1 0 0,6 6-311,3 4 1,5 2 426,5 3 0,47-14 0,19-2 0</inkml:trace>
  <inkml:trace contextRef="#ctx0" brushRef="#br1" timeOffset="327">31147 11640 24994,'13'-2'623,"-2"-1"-854,-1-2 0,-5-1 1,4 3 807,2-2 0,2 0-350,2 5 0,-1 0-526,0 0 1,-4 7 0,-2 2-667,-2 4-1,1 1 1,-4 1 111,2-1 0,0 1 0,-5-1-129,0 0 0,0-4 333,0 0 1,0-9-30,0-1 1,0-6 278,0-9 1,1 6-1,2-1 1,2-1 81,-2-2 0,4 4 1,-1-1 206,2-1 1,2 0-1,4 1 463,1 5 0,-1-1 0,0 1-59,1 2 1,-1 1-1,0 2 465,1 0 1,-6 0-380,1 0 0,19 0 1,9 0-1</inkml:trace>
  <inkml:trace contextRef="#ctx0" brushRef="#br1" timeOffset="328">31593 11611 24177,'15'0'-3628,"-6"0"3700,1 0 770,-7 0 1,2 2-763,-10 3 1,-1 3-1,-6 4 1,3 0 66,-2-3 1,4 1 0,1 4-372,0 1 0,4-1 0,-3 0-24,4 1 0,1-1-157,0 1 1,1-7 192,4-4 0,-2-4 0,7-3 1,-1-3 195,-1-2 0,5-2 0,-5-4 0,2-1-359,-1 1 1,-4-2 0,3-2 0,0-2 97,0-3 0,-5 4 0,4-3 1,-3-1-113,1 1 1,0-2 0,-5-3 0,0 1 158,0 2 1,0 0 0,-2-5-1,-1 1 43,-2-1 1,1 5 0,4 0 0,0 0 192,0 2 0,0 1 0,0 6-362,0 1 1,0 8 0,0 6-136,0 8 0,4 6 0,1 7 0,-2 6 268,-1 5 1,3 6-1,1-3 1,1 1 832,-1-1 0,5 3 0,-3-3 0,2 2-1071,-1 3 1,-1-5 0,4 0-1,-3-1-1087,2 0 1460,2-1 1,33-17 0,9-3-1</inkml:trace>
  <inkml:trace contextRef="#ctx0" brushRef="#br1" timeOffset="329">22012 12633 10552,'0'-15'-1419,"0"6"967,0-1 1,0 1 494,0-6 1,1 6 83,4-1 48,-3 7 1,4-5 127,-6 3-266,0 4 0,0-4-27,0 10 1,0 3 0,0 6-18,0 0 1,0 1 0,0-1 0,0 0-27,0 1 0,0-1 0,0 1 1,2-1-191,2 0 0,-2 1 0,3-1 0,-2 1 203,2-1 0,16 7 1,9 1-1</inkml:trace>
  <inkml:trace contextRef="#ctx0" brushRef="#br1" timeOffset="330">22371 12604 10479,'0'-10'-549,"0"1"-41,0-2 1,-1 4 0,-2 1 344,-2 0 335,0 4 0,5-3 33,0 10 1,0 3 0,0 8 0,-2 1-70,-2 3 0,2 0 1,-3 0-1,2 2-43,-2 0 1,4 6-1,-6-4 1,2 3-51,1 2 1,-6-6 0,4 3 0,-1 1-21,1 0 0,-4 5 0,4-9 1,-1 1 10,1 0 1,-4-7-1,6 3 1,-1-4 16,-2-2 50,6-6 1,-6-3-109,7-10 1,2-3 0,1-6 0,4-1 33,1 1 1,-4-1-1,4-1 1,0-1-48,0-2 1,2-1 0,4 6 83,1 0 1,-2-1-1,-2 2 1,-3 2 65,-2 2 1,4 4-1,-4-3 194,2 1 0,2 3-71,4 4 1,-6 6-1,-1 4-43,-1 2 1,-5 3-1,4-1-130,-3 1 0,-2-1 0,1 0 0,3 1-141,0-1 1,1 1 0,-3-1-150,3 0 1,-4 1-1,6-1-401,-1 1 680,-4-8 0,23-7 0,-1-7 0</inkml:trace>
  <inkml:trace contextRef="#ctx0" brushRef="#br1" timeOffset="331">22630 12906 8134,'0'15'401,"0"-1"-378,0 0 1,-4 1 0,-1-1 0,2 1-41,1-1 0,2 0 1,-2 1-1,-1-1-101,-2 1 1,1-1 0,4 0-293,0 1 0,0-1-891,0 0 1301,0-6 0,19-52 0,5-20 0</inkml:trace>
  <inkml:trace contextRef="#ctx0" brushRef="#br1" timeOffset="332">22688 12791 8550,'0'-9'-961,"0"-1"1,-2 7 1063,-3-2 1,4 5-145,-4 5 0,3 3 0,4 6-345,3 1 386,-4-7 0,19 23 0,-4 1 0</inkml:trace>
  <inkml:trace contextRef="#ctx0" brushRef="#br1" timeOffset="333">22803 13007 8086,'8'2'-679,"-3"2"0,-2-2 879,2 3 1,-4-2 123,4 2-220,3-4 1,-5 6-42,7-7 0,-1 0-105,6 0 1,-6 0-1,-1-2 51,-1-3 0,-1 2 1,-3-6 15,2-3 1,5 4 0,-5-1 58,-2-2 1,-2 3-23,-1-2 1,-1 2 0,-4-2 1,-3 4-39,-6 6 0,1 2 0,2 1 1,3 3-15,1 2 0,1 2 1,3 4-40,-2 1 1,0-1-1,5 0-68,0 1 0,0-1 0,2 1-37,2-1 0,4 0 0,7-1-59,-1-3 0,1-2 1,-1-5-1,0 2-17,1-2 0,-6-2 0,1-1 209,1 0 0,15-12 0,4-4 0</inkml:trace>
  <inkml:trace contextRef="#ctx0" brushRef="#br1" timeOffset="334">23033 12978 8199,'0'-9'-1209,"0"-1"1567,0 0 0,2 2-279,3 4 0,1 4 0,5 3 0,-1 3-121,1 2 1,-5 2 0,1 3 0,-3-2 6,1-2 1,5 1-1,-5 4 1,-2 1-15,-2-1 0,-1 1 1,0-1-242,0 0 267,0 1 31,0-7 0,0-4 0,0-8 0,0-6 24,0-3 1,0-1-1,0 0 1,2-2-23,3-4 0,-2 4 1,5-4-1,0 0-46,0 1 1,-3 0-1,3 5 1,0-1-293,0 1 1,-3-1 327,4 1 0,7-7 0,7-1 0</inkml:trace>
  <inkml:trace contextRef="#ctx0" brushRef="#br1" timeOffset="335">23479 12532 8285,'-8'2'-747,"2"1"1,1 3 737,0 2 0,-4-3 0,4 6 0,0 4 1,-1 2 1,-1 4 7,-2-2 0,-17 29 0,2 13 0</inkml:trace>
  <inkml:trace contextRef="#ctx0" brushRef="#br1" timeOffset="336">23983 12877 8546,'8'-14'-618,"-4"0"1,3 4 0,-1 0 698,2-1 1,-5 3 0,4-1 400,-1-2 0,-4 3-166,3-2 0,-2 7-153,2-2 1,-4 5 0,4 5-62,-3 4 1,-4-1 0,-1 2 0,-2 1-128,2 2 1,-4 1 0,1 1 0,0-1-67,-1 0 0,1 1 1,3-1-1,-4 1-148,-1-1 1,3 0 0,-3 1-22,2-1 0,0 1 0,2-1-250,0 0 1,-1-4 509,5 0 0,6-39 0,2-5 0</inkml:trace>
  <inkml:trace contextRef="#ctx0" brushRef="#br1" timeOffset="337">24127 12604 8546,'-7'-8'-1615,"4"2"1314,-7 6 0,7 1 256,-2 4 1,4 3 44,1 6 0,0 33 0,0 7 0</inkml:trace>
  <inkml:trace contextRef="#ctx0" brushRef="#br1" timeOffset="338">24314 12633 8314,'-13'1'-162,"3"4"1,-1 3 0,6 7 0,0-1 227,-1 0 0,4 2 0,-2 2 1,2 3-64,2 1 1,-5 2 0,0 3-1,1-1-78,-3-2 0,6-2 0,-4 4 0,2-2-213,-2 1 0,3-4 0,-3-2 288,4-3 0,-18-8 0,-5-1 0</inkml:trace>
  <inkml:trace contextRef="#ctx0" brushRef="#br1" timeOffset="339">24170 12906 8546,'0'-14'-272,"-2"1"1,-1 2-325,-2 1 1,0 1 633,5-6 0,2 6 0,3 1-31,4 1 0,-1 3 0,2 4 0,1 0-140,2 0 0,-4 0 1,1 0 132,1 0 0,34 6 0,9 2 0</inkml:trace>
  <inkml:trace contextRef="#ctx0" brushRef="#br1" timeOffset="340">24501 12806 7785,'6'-8'-504,"-4"1"0,6 2 1053,-4 1-433,-2-1 0,4 6 0,-7 3-42,-4 0 1,3 8 0,-2-3-48,2 4 0,-3-4 0,0 1-23,2 1 0,2 2 65,1 1 0,-5 1-16,0-1 1,-5 1 0,4-3-31,-2-2 1,3 1 0,-4-4-96,-3 1 0,4-4-266,-1 6 1,1-5-846,-2 4 1183,4-5 0,32-26 0,18-14 0,0-4 0,0 0 0</inkml:trace>
  <inkml:trace contextRef="#ctx0" brushRef="#br1" timeOffset="341">25090 12532 8533,'0'-9'-1262,"0"-1"801,0-1 1,0 3 907,0-2 1,0 5-212,0-4 1,0 7-1,0 2 1,0 8-142,0 5 1,0 1-1,-1 1 1,-2 1-91,-2 3 0,-5-1 0,4 5 1,-1 3-7,1 1 0,-3-3 1,2 0-1,-1 2-178,-3 1 0,-2-1 0,-1 1 0,-1 3-230,1 0 1,0-4 0,-1-2 408,1 2 0,-7-18 0,-1-4 0</inkml:trace>
  <inkml:trace contextRef="#ctx0" brushRef="#br1" timeOffset="342">24889 12748 8533,'-8'-6'-1322,"2"2"1342,6-5 0,1 6 0,4-4 108,5 1 0,-1 4 0,4-3 0,3 4-141,0 1 0,0 0 0,0-2 0,2-1 7,1-2 0,5-4 1,-4 4-1,1 0 4,0-1 1,3 2-1,-5-5 1,-1-1-27,-2 2 0,-2-3 0,1 5 0,-3-2 4,-2-4 1,1 4 25,-6-1 0,-2 6-23,-8-2 1,2 3 0,-6 4-1,-3 1 9,0 2 1,2 6-1,0 0 1,-1 5 8,-2 3 1,4 2-1,-1-3 1,-1 3-29,-2 1 0,0-3 1,2 5-1,2 2-43,-3 1 1,1 0 0,0-1-1,3-4 33,2-1 0,1-2 1,5-5 47,0 1 1,2-7 42,2-3 0,4-10 0,7-5 0,-1-3-59,0-1 0,1 0 0,-1-1 0,1 1-38,-1-1 0,-4 6 0,-2-1 0,0 1 32,0 1 1,-4 0-14,6 3 0,-5 3 60,4-2 0,-5 8 0,0 6-23,-2 3 1,-2 1 0,-2-1 0,-1-2-60,-2-1 0,1-1 1,4 6-1,-2-1-91,-3 0 0,4 1 0,-4-1-38,3 1 179,2-1 0,7-6 0,1-2 0</inkml:trace>
  <inkml:trace contextRef="#ctx0" brushRef="#br1" timeOffset="343">25321 12849 6760,'1'-8'206,"2"1"-222,2 1 0,2 4 0,-4-4-4,2 0 0,4 2 79,-4-5 1,0 4 105,-5-5 499,0 7-335,0-3 0,-5 12-252,0 4 0,-4 3 0,4 1 0,2 0-80,1 1 0,2-1 0,0 0-118,0 1 0,0-1 0,0 1 0,0-1-247,0 0 1,0-4 0,2 0-15,2 1 0,4 0 1,5 0 381,-3-1 0,22-20 0,0 1 0</inkml:trace>
  <inkml:trace contextRef="#ctx0" brushRef="#br1" timeOffset="344">25522 12834 8529,'2'-12'-895,"2"2"1,-2 2 1228,3 3 0,-4 5-216,-1 0 1,0 7 0,-1 5 0,-2-1-88,-2-1 1,-5 0 0,4 4-1,-1 0 3,1 1 0,0-1 0,2 1-13,0-1 1,-6 0 109,5 1-92,1-1 0,4-7 0,1-6 0,4-6-139,5-3 0,-3-1 0,3-6 0,1 3-15,2 2 1,6-3 0,0 4 0,-1-4 49,-2-2 0,-3 6 0,-2 1 0,-1 1 79,1 4 0,-3 2-35,1 1 1,-5 6-1,0 5 1,-2 5 20,-2 3 0,-6 39 0,-2 4 0</inkml:trace>
  <inkml:trace contextRef="#ctx0" brushRef="#br1" timeOffset="345">26285 12575 8831,'0'-14'0,"-2"0"-584,-3-1 0,4 1 682,-4-1 0,2 7 0,-1 5 99,0 6 0,-6 10 0,4 8 1,-1 1-149,1 4 0,-1 1 1,4 2-1,-2 0-79,2-1 0,-3 6 0,-1 0 1,1-2-35,0-2 0,-4-1 1,5-1-1,0 1-103,-1 0 1,3 0 0,-5 0-1,0-2-37,0-3 1,3 0 0,-3-8 0,0-4-450,0 1 656,5-6 0,-3-3-15,6-8 0,-7-30 1,-1-12-1</inkml:trace>
  <inkml:trace contextRef="#ctx0" brushRef="#br1" timeOffset="346">26126 12820 8759,'0'-21'-236,"0"5"1,0-3-1,0 3-125,0 2 1,0-1 0,0 1 732,0-1 0,2 7-129,3 4 0,-2 2 0,6 2-117,3 0 1,0 0-1,3 2 1,-1 1-80,1 2 1,-1-1 0,0-4-1,1 0-98,-1 0 1,1 0 0,-1 0-44,0 0 1,1 0 0,-1 0 37,0 0 0,-4-4 0,-2-3 29,-2-1 0,-1 3-83,-5-4 65,0 6 0,-1-2 1,-3 10-1,-2 4 18,-2 4 0,0 1 0,-3 2 0,1 4 24,-1 4 1,-2 3 0,1 2 0,0-1-71,3 1 1,1 0 0,-3 0 0,3-1 34,1 1 0,-2-6 1,4-4-1,2-3 19,1-2 0,4-1 19,2-4 1,4-4 0,7-10 0,-1-2 8,1-1 0,-1-10 0,0 4 0,1-2-33,-1 0 0,0 0 1,1 0-1,-2 0-9,-4 3 0,4 3 0,-5-1 1,2 3 23,-1 2 1,-6-1 96,2 2 0,-3 5-73,-2 0 0,0 7 0,0 7 1,0 1-34,0-1 0,0 0 1,0 1-50,0-1 1,0 1 0,0-1-1,0 0-94,0 1 1,0-6 0,0 1-1,1 0 160,4-3 1,22-13 0,12-10 0</inkml:trace>
  <inkml:trace contextRef="#ctx0" brushRef="#br1" timeOffset="347">26601 12906 8610,'-2'-9'-671,"-2"-1"1,2 5 567,-3-4 0,5 5 116,5 0 0,3-3 0,5 1-69,-4-2 0,4 3 104,-3-5 1,-2 6 109,1-6 1,-5 5 35,0-4 0,-2 7 0,-4 1-75,-2 4 0,-3 8 1,-4-1-1,1 2 34,-1 3 1,3-1 0,0 0 0,2 2-196,3 4 1,1-4-1,2 3 1,0-3-46,0-2 0,2 1 0,2-1 1,8 0-773,5 1 857,6-1 0,18-8 0,10-4 1,4 1-1,-1 1 0</inkml:trace>
  <inkml:trace contextRef="#ctx0" brushRef="#br1" timeOffset="348">27248 12791 8759,'0'-9'-698,"0"-1"110,0-1 1,0-2 780,0-1 0,0 4 0,2 2 170,3 2-291,-4 1 1,6 6 0,-7 4-23,0 5 0,0 3 0,0 1 0,0 0-47,0 1 1,-5 4-1,0 0 1,0 0-35,-1 2 1,4-3 0,-4 4 0,1-1-60,1-4 0,-3 1 0,4 0 32,-2 1 0,0 0 32,5-5 0,2-6 1,3-3-1,3-5-37,0-5 1,4 2 0,-2-6 0,3-3-18,1 0 0,1-3 0,-1 1 0,0-2 35,1-3 0,-1 3 0,-1-4 0,-2 6 13,-1 4 0,-2-2 0,3 4 110,-1 0-48,-7 1 1,3 9 0,-6 3 36,0 4 0,-5 4 0,1 1 0,0 1-49,3-1 0,1-4 0,0-1 15,0 3 1,0 0-19,0 3 1,1-7-1,4-3-17,5-4 0,3-1 1,1 0-24,0 0 1,-1-6 0,-2-4 0,-1-1 13,1 1 0,-3-2 0,0 2 0,0-3 32,0-1 0,-5-1 1,2 1-1,-2 0 36,2-1 1,-3 6-1,2-1 59,-2-1 0,-4 3-197,-2-2 0,0 7-259,-5-2 0,4 9 0,-3 2 340,2 2 0,20 8 0,10 6 0</inkml:trace>
  <inkml:trace contextRef="#ctx0" brushRef="#br1" timeOffset="349">27694 12806 8524,'-14'9'-238,"0"-1"-108,-1-2 1,6 4-1,1-4 1,0 2 553,0 4 0,5 0 0,-4 3-154,1-1 1,4-4-1,-3-1-57,4 3 0,6-4 0,1 0 10,2-2 0,2-1 0,2-7-17,-2-3 0,3 4 0,-5-6 0,1 1-19,1-4 0,-7 2 0,3-1 22,1-2 0,-4-2 0,5-2 107,-2 1 1,-1 0 0,-5-1-18,0 1 0,0 4 1,0 1 12,0-2 0,0 3-75,0-2 0,0 5-23,0-4 1,2 5 61,3 0 0,3 2 1,6 2-27,0 0 0,1 0 1,-1 2 1,1 2 0,-1 3 0,0 4-56,1-1 1,-1-2 0,-1 3 0,-3-2-54,-6 3 1,3 0-1,-3 3-25,0-1 1,-3 0 0,-1 1 46,0-1 135,-6-6-47,-2-1 0,0-14 0,5-2-47,6-4 1,0-2-1,5 1 1,0 0-127,0-1 1,2 6-1,2-1 1,0-1-77,-3-2 0,1 0 0,4 2 0,1 3-69,-1 2 1,-4-1 0,-1 4 280,2-2 0,2 1 0,14 10 0,4 2 0</inkml:trace>
  <inkml:trace contextRef="#ctx0" brushRef="#br1" timeOffset="350">28198 12762 8524,'-2'8'-127,"-2"-3"0,2-2 0,-4 1 191,-1 0 1,4 6 0,-5-4 0,0 2 22,0 4 1,3 0 0,-3 3-41,2-1 0,-1 0 0,4 1-92,-2-1 0,1 1 113,4-1 1,6-6-91,4-3 0,2-5 0,3-5 1,-2-5-50,-4-2 0,4-3 0,-3 1 1,1-2-102,-2-3 1,4 3 0,-5-5 0,2 2 33,-1 0 0,-1-7 0,4 2 0,-4-3 47,-2-2 0,-1 2 0,-5 1 0,0 2 98,0-1 0,0-2 0,0-2 1,0 2 40,0 3 0,-2-2 0,-1 7 1,-2 1 65,2 2 0,0 8 34,-2 3 0,3 12 0,-4 6 0,1 6-57,0 3 1,1 4-1,4 6 1,0 1-99,0-1 1,6-1-1,2-1 1,2 2-415,-1 2 421,1-1 0,42 22 0,-20-25 0,-1 0 0</inkml:trace>
  <inkml:trace contextRef="#ctx0" brushRef="#br1" timeOffset="351">28903 12388 8423,'-6'-8'-833,"4"0"643,-3 3 1,2 5 229,-2 0 1,4 2-1,-4 8 1,3 1-5,2 2 1,0-4-1,0 1 1,0 1-75,0 2 1,0 1-1,0 1-47,0-1 0,5 0 1,1 1-410,2-1 494,2-6 0,36-1 0,9-7 0</inkml:trace>
  <inkml:trace contextRef="#ctx0" brushRef="#br1" timeOffset="352">29104 12547 8557,'0'-10'-914,"0"0"0,0 1 1699,0-6-291,0 7-381,7 2 1,-6 8 0,6 2-59,-1 6 0,-4 3 0,3 1 1,-4 1-117,-1-1 1,2-1-1,1-2 1,3-2-37,2 3 1,-3 0 32,5 3 1,-1-7 5,6-3 0,-1-4 1,0-1-16,1 0 0,-6-6 0,1-4 57,1-3 1,-4 4 0,-1 1 0,-1 0-15,0 0 71,-1 5 1,-4-2 0,0 10-1,0 6 24,0 6 0,0 1 1,0 8-1,0 2-49,0 4 0,-4 4 0,-1-4 1,0 3-29,-1 1 1,2 1-1,-4 2 1,0-6-16,0-2 1,0-3 0,-3 0 0,3-5-1,2-3 1,-5-6 0,1-4 67,-3-6 1,-1-2 0,1-4 28,4-2 0,1-3 0,4-4 0,0 1-41,0-1 1,-2-1 0,1-3 0,2 1-29,1-1 1,2 1-1,0 0-116,0-1 1,0 1 0,2-1-86,3 1 0,-2 4 0,5 1 0,0-1-257,0 2 1,2-3 456,4 6 0,-6-6 0,-2 3 0</inkml:trace>
  <inkml:trace contextRef="#ctx0" brushRef="#br1" timeOffset="353">29478 12762 8376,'5'-9'-1224,"2"1"967,1 1 1,-4-2 0,4 2 371,-1-1 0,2 4 1,-2-4-1,-1 0-70,1 0 1,2 3 0,-4-5 0,0 1 70,1 1 0,-4-5 100,3 3 1,-4-3-84,-1-1 0,-1 6 0,-4 3-34,-5 4 0,2 2 0,-1 4-53,-3 5 1,1 2 0,0 3 0,3-1-60,2 1 1,-4-1 0,5 0 0,2 1-58,1-1 1,1 1 0,-2-1-73,-2 0 0,0 1 0,5-1-121,0 1 1,2-3 0,2-2-522,6-5 784,3-4 0,40-33 0,9-8 0</inkml:trace>
  <inkml:trace contextRef="#ctx0" brushRef="#br1" timeOffset="354">29709 12633 8376,'-10'-8'-238,"0"3"308,7 3 0,-2 2 0,10 2-33,5 3 0,1-2 1,0 7-1,-1 1 16,1 2 1,-3-4-1,2 1-139,1 1 0,0 2 0,0 1 61,-1 1 0,-5-1 23,4 0 0,-7 1 0,-2-1 4,-8 1 1,0-6 0,-2-1 0,-1 0-70,-2 0 1,-6-3-1,0 3 1,1-2-105,2-3 1,3 1 0,2-1-1,2 2-917,-3-2 1088,6-2 0,0-7 0,24-22 0,15-9 0,-1-7 0,0 1 0</inkml:trace>
  <inkml:trace contextRef="#ctx0" brushRef="#br1" timeOffset="355">30025 12417 8615,'-8'6'0,"3"4"17,4 3 0,1 3 1,0 3-1,0 3 4,0 1 0,0 4 0,0-3 1,0 3-53,0 2 0,0-2 1,0-1-1,0-2-125,0 1 1,0-2-1,0-1 1,0-1-146,0-4 1,0 4 0,0-2-213,0-1 0,0-7 513,0-1 0,-7-39 0,-1-5 0</inkml:trace>
  <inkml:trace contextRef="#ctx0" brushRef="#br1" timeOffset="356">29910 12762 8376,'0'-14'-186,"0"0"1,0-1 0,0 1-31,0-1 0,2 6 1,2 1-1,4 0 374,0 0 0,5 5 1,-3-4-1,4 2-61,5 1 1,-3-1 0,5 5-1,-2-2-138,1-3 1,0 4 0,-2-4 0,1 3-266,-1 2 0,-2 2 1,-2 1-626,0 2 931,-6 0 0,-14 8 0,-10 3 0</inkml:trace>
  <inkml:trace contextRef="#ctx0" brushRef="#br1" timeOffset="357">30183 12734 7456,'2'-8'152,"3"3"1,3 2 0,6-1-108,1 0 1,-6-6 0,-1 4-58,-1-2 1,-1 4 0,-3-2-16,2 0 0,-2 4 5,-8-3 0,2 4 1,-6 1 33,-3 0 1,0 6-1,-1 4-8,3 2 1,2-2 0,5 0 3,-2 1 1,0 2 0,5 1-61,0 0 0,2-4 0,3 0-53,4 1 1,4-3-1,2 0 1,-1-2-136,0-3 1,1-1-1,-1-2-60,1 0 0,-1 0 300,0 0 0,-6-6 0,-1-28 0,-7-12 0</inkml:trace>
  <inkml:trace contextRef="#ctx0" brushRef="#br1" timeOffset="358">30327 12719 6699,'0'-14'-85,"0"-1"1,0 6 405,0-1 1,0 5 0,2-3-3,3 2 0,-2 1-271,6 5 0,1 2-17,4 3 1,-4 1 0,-2 5-61,-2-1 1,4-1 0,-5 6-75,-2-1 1,-1-4 0,-1-1-43,4 3 0,-3-4 116,2 1 34,-2-6 1,0 4 0,1-9-2,2-3 1,4 2-1,-2-5 1,-1 0-2,0 0 0,6-1 0,-4-6-55,0 1 1,3 4 0,-5 2 0,0 0-207,1 0 0,4 5 0,-3-3-117,0-1 1,0 6 374,-3-4 0,1 5 0,5 3 0,-1 2 0,6 19 0,6 0 0</inkml:trace>
  <inkml:trace contextRef="#ctx0" brushRef="#br1" timeOffset="359">30673 12719 7731,'-2'8'388,"-1"-1"-273,-2-1 1,-1 2-73,1 6 1,3 1 0,-4-2 58,-1-4 0,6 4 155,-4-3-275,3-4 1,4-1-1,1-10-80,2-5 1,6 2 0,-3-1 0,2-4-56,-1-5 1,-4 2-1,3-4 1,0 0 62,0 1 0,-3-6 0,3 1 1,-2-4 88,-2 0 1,2-1-1,-1 0 1,-2 0 18,-2 1 1,-1-3 0,0-1-1,0-1 8,0 1 1,5 6 0,0 4 0,-2 1 19,-1 3-70,-2 2 1,0 10 0,0 6 0,0 10 12,0 7 1,0 1-1,0 6 1,1 1 10,4 2 0,-3 4 1,3 1-1,-4 1-114,-1-1 1,5 0 0,0 0 0,-2 3-95,-1 2 0,2-5 1,1 3-1,-2-1-86,-1 0 1,0-1 293,2-4 0,17-20 0,10-4 0</inkml:trace>
  <inkml:trace contextRef="#ctx0" brushRef="#br1" timeOffset="360">30989 12719 8376,'0'-14'-1820,"0"-1"2198,0 1 0,-2 0-229,-2-1 0,0 7 1,-5 3-42,-2 4 0,3 1 0,0 1 0,0 3-36,0 0 0,0 8 1,-3-3-1,3 4-121,1 1 0,-2-4 0,4 0 1,2 1-13,1 2 0,2-4 1,-2 1-40,-2 1 0,2-3 109,-3 2 0,10-7-42,5 2 0,2-10 0,3-5-75,-1-3 1,-1 4-1,-2-1 1,-1 1 27,1 1 1,2-4 0,-1 6 58,-2-2 0,3 5 18,-4-2 0,-1 3 35,2 2 1,-7 2 0,4 3-73,-1 4 0,-4 4 0,2 2-103,-2-1 0,-2-4 1,0-1-1,2 1-151,2-2 0,-2 5 294,3-4 0,-4-2 0,12-20 0,3-11 0</inkml:trace>
  <inkml:trace contextRef="#ctx0" brushRef="#br1" timeOffset="361">31162 12676 8376,'0'-14'-721,"-5"4"0,0 0 734,2-1 604,1 5-485,2-1 0,0 9 0,0 3-19,0 4 0,2-1-60,3 2 0,-4-5 0,6 3-52,-1-2 1,-3-1-1,7-5-111,1 0 1,-3 0 21,2 0 0,-1 0 56,6 0 0,-6 0 0,-1-2 125,-1-2 1,-1 2 0,-3-1 29,2 6 0,1 0 1,-2 7-1,0 1-59,0 2 1,-3 8 0,-1 3-1,0 3-61,0 2 0,0 6 0,-1 1 0,-3 3-16,0-1 0,-8 1 0,4 2 0,-1-1-31,-1-2 1,-4-6-1,-5 0 1,1-6 35,2-7 1,2-4-1,-1-6 1,1-4 58,0-3 0,-1-2 1,1-2-1,-1-1 38,1-2 0,4-6 1,2 1-1,0-3-51,0-1 0,5 3 0,-2-2-137,4-3 1,1-2-1,1 4 1,3 0-235,0-1 1,8 1 0,-3 0-1,2-1 333,-1 1 0,28-13 0,2-4 0</inkml:trace>
  <inkml:trace contextRef="#ctx0" brushRef="#br1" timeOffset="362">31507 12302 8376,'-5'10'-186,"0"-1"0,-1 1 1,3 4 216,-2 0 0,0 1 0,5 1 0,0 1-753,0 3 722,0 5 0,-38 23 0,-10 13 0</inkml:trace>
  <inkml:trace contextRef="#ctx0" brushRef="#br1" timeOffset="363">32039 12345 15009,'2'-14'-371,"3"-1"0,-4 1 0,6 0 455,-1-1 0,-4 1-154,2-1 0,0 3-39,0 2 89,-2-3 0,4 13-90,-6 0 1,0 7 0,0 7-1,0 0 72,0 1 0,0 4 1,0 2-1,0 0-131,0-1 1,0 6 0,-1-4 0,-2 2 132,-2 0 0,-2 0 0,4 5 0,-2-2-104,2-3 1,-3 3-1,0-3 1,-1 2 128,1-2 1,-4-2 0,4-6 0,-1 0 37,1-3 1,0-3 90,1-1 0,2-2 181,-7-7 0,7-7 0,-2-2-324,3-4 0,2 3 1,0 1-1,2-3 84,3 0 0,-4-3 1,6 2-1,-1 2 64,4 2 0,-2-1 0,1-4 47,3-1 1,0 6 112,3-1 1,-1 7-161,0-2 1,1 5 0,-2 5-293,-4 5 0,-2 2 0,-7 3 34,0-1 0,0 0 1,0 1-1,0-1 206,0 1 1,-2-1 0,-3 0 0,-4-1 39,-4-3 0,3 3 0,1-5 0,-3 1-43,0 1 0,-1-5 0,2 3 0,1-2-54,-1-3 0,3-1 0,0-1-186,2 4 1,-1-3-173,2 3 1,5-4 541,0-1 1,58-38-1,-19 14 1,0 0 0</inkml:trace>
  <inkml:trace contextRef="#ctx0" brushRef="#br1" timeOffset="364">32226 12662 16687,'10'4'-1098,"0"1"1,-6 0-866,6-5 2630,-7 0-432,10 0 0,-5 0-194,6 0 1,-4 0-1,-1-2 21,3-2 1,-4 0 0,1-4-18,2 2 1,-3-4 0,0 4 0,-1-2-134,-4-3 1,3 3 0,1-2 151,1-1 1,-5 3 0,2-1 39,-4-3 0,-2 6 1,-4 1-49,-5 4 1,-2 1 0,-4 0 0,-2 1 105,-1 4 0,0 3 0,6 6 0,2 1-113,1-1 0,2 0 0,-1 1 1,4-1-215,3 1 1,2-6 0,0 1 0,0 1-177,0 2 1,8 1 0,6-1-1,9-2-620,4-1 978,2-7 0,16-5 0,9-2 0,4-4 0,1 0 0</inkml:trace>
  <inkml:trace contextRef="#ctx0" brushRef="#br1" timeOffset="365">22242 13654 13934,'0'-14'-709,"0"4"1,0 1-115,0-2 0,0 3 378,0-2 514,0 7 0,1-4 111,4 7 1,-3 2 0,3 3 0,-4 4-115,-1 4 0,0 2 0,0-1 1,0 2-44,0 3 0,0-1 0,0 6 1,0 1-142,0 3 0,0 0 0,0-1 0,-1 1 68,-4 0 1,3-2 0,-4 8 0,-1-2-7,-2 1 1,1-2 0,-2 2-1,-1-1-108,-2 2 0,-1-4 0,1 2 0,2-5 10,1-3 1,1-1-1,-4 0 1,2-3 209,1-4 1,13-28-1,-1-5 1</inkml:trace>
  <inkml:trace contextRef="#ctx0" brushRef="#br1" timeOffset="366">22256 13913 12849,'7'-14'-605,"-4"0"0,5-1 328,-2 1 0,5 4 0,-1 2 0,3 0 452,1 0 1,-4 5 0,-1-3-73,3-1 0,0 6 0,3-2-161,-1 6 0,-4 0 0,-1 6-76,2 3 0,-3-4 1,0 1-79,-1 2 0,-2 2 33,-5 2 1,0-1-1,0 0 107,0 1 1,-7-2 0,-1-2 0,-1-2-44,-1 3 1,1-4 0,-6 0 0,1 0-73,-1 0 1,6-5-1,-1 3-3,-1 1 0,0-4 0,0 5-118,1-2 361,7-1 1,41-50-1,18-11 1</inkml:trace>
  <inkml:trace contextRef="#ctx0" brushRef="#br1" timeOffset="367">22472 13913 10655,'14'-8'9,"-4"-3"1,0 5-644,1-2 0,-3 5 786,1-2 0,1 3-103,4 2 1,-4 0 0,-2 2-119,-2 3 0,4 3 0,-5 6-114,-2 0 1,0-4 0,0 0-11,2 1 0,0 2 35,-5 1 168,0-6-61,0-2 0,0-17 1,0-3 1,5 1-1,1 3 1,1-1-2,-1-2 0,0 1 1,-3 0-1,4 3-100,1-2 1,0 3 0,3 0 38,-1 1 0,-1-2 134,6 4 0,-6 0 0,1 5 88,1 0 0,-3 2-82,2 2 1,-2 0-45,1 5 0,2-4 337,-6 5 0,0-6-110,-5 6 1,0 0 0,-2 4-94,-2 0 1,2-4-1,-3 0-85,4 1 0,-4 2-212,0 1 176,0 0 0,12-6-28,2-3 0,-1-3 0,0-4 72,-1-3 1,2-3 0,-2-4-1,-1 0-74,0 3 1,1-1 0,-4-4 0,2-1 54,-2 1 1,-2 0-107,-1-1 0,-1 2-117,-4 4 0,-3 2 0,-6 7 4,-1 0 0,6 5 0,1 2 209,1 1 0,-10 20 0,1 11 0</inkml:trace>
  <inkml:trace contextRef="#ctx0" brushRef="#br1" timeOffset="368">22904 13870 10655,'0'-14'-2424,"0"-1"2757,6 7 0,0 4-263,4 8 1,1 4 0,-6 7 0,0-1-117,1 1 0,-3 1 0,5 1 0,0 2 44,0-1 1,-3-4-1,3-2 1,-1-3-9,-4 2 1,3-3-1,1 0 51,1-1 0,-4-2 1,6-5-28,1 0 1,-3-2 0,2-1 0,-1-4 22,-1-1 0,3-1 0,-4-6 0,-1 1-38,1 0 0,2-1 0,-2 1-82,1-1 0,-5 1 0,3 1 0,-1 2-270,0 1 1,1 7-172,-1-2 531,-3 4 1,10 20-1,-4 5 1</inkml:trace>
  <inkml:trace contextRef="#ctx0" brushRef="#br1" timeOffset="369">23263 13899 8617,'-8'6'1242,"2"-2"-1265,6 5 1,0 1-1,0 4-107,0 1 0,0-6 1,0 1-1,0 1-182,0 2 1,0-4 0,0 1 31,0 1 1,0 2-1,2 0 170,2-4 118,-2-2 0,24-71 0,-15 24 1,1 0-1</inkml:trace>
  <inkml:trace contextRef="#ctx0" brushRef="#br1" timeOffset="370">23306 13928 10655,'0'-15'-1034,"0"1"0,0 0 816,0-1 1,0 1 0,0-1 0,0 1 537,0 0 1,0-1-375,0 1 0,-1 6-122,-4 3 1,3 5-1,-2 5-101,2 5 0,2 2 0,0 4 259,0 3 1,0 49-1,0-26 1,0 0-1</inkml:trace>
  <inkml:trace contextRef="#ctx0" brushRef="#br1" timeOffset="371">23422 13971 8568,'-2'8'0,"-1"-2"-719,-2 1 0,-1-1 1,2 5 819,0-1 0,-6-5 1,5 4 53,2 2 1,1-3 0,1 2 70,-4 1-60,3-4 1,2-1-140,10-6 1,-2 0 0,0-2 0,0-1-70,0-2 1,-3-6 0,4 2 0,1-6-84,-2-4 0,5 3 0,-5-5 0,1 1 31,1-4 1,-2 1 0,3-1 0,-1-3 39,1-5 0,-3 2 0,0-5 0,0 1 89,0 0 0,-5-4 0,3 4 1,-1 2 58,0 2 1,0 1 0,-5 2 0,0 3 63,0 5 0,0 8-67,0 1 1,-2 13 0,-1 4 0,-2 9-43,2 8 0,1-2 0,2 2 1,0 2-65,0 1 0,0 2 1,0-1-1,0 1-81,0 0 0,0 0 0,0 0 0,0-1-91,0 1 0,0 0 0,2 0 0,1-1 10,2 1 1,5-2 0,-6-1 0,1-4 176,2-1 0,-1-7 0,4-4 0,2 0 0,-4 4 0</inkml:trace>
  <inkml:trace contextRef="#ctx0" brushRef="#br1" timeOffset="372">23724 13957 8543,'-8'0'-1641,"1"0"1694,7 0 0,2 0-67,3 0 0,-4-2 0,6-1-52,-1-2 1,0-1-29,4 1 123,3 3 0,-10-9 71,7 6 217,-7 0-282,3 5 0,-11 2 1,1 3-54,0 4 0,-2-1 1,1 2-1,2 1-66,1 2 0,2-3 1,0-1-1,0 2-88,0 2 0,0 2 1,2-1 171,3 0 0,41-19 0,17-4 0</inkml:trace>
  <inkml:trace contextRef="#ctx0" brushRef="#br1" timeOffset="373">23968 13942 7817,'-9'0'-409,"-1"0"1,7 2 580,-2 3 1,2 3-107,-2 6 1,4-4 316,-4-1-317,3-6 1,9 4-119,2-7 1,-1-2 0,2-3-69,1-4 0,-3-4 0,0-1 0,0-2 12,0-4 0,0 3 0,3-7 0,-3-2 83,-2-1 1,1 3 0,-4-1-1,2-4 58,-2-3 0,3-3 0,-1 3 0,-2-2 46,-1 2 1,-2 3 0,0 4 0,0 1 64,0-2 0,0 5-14,0 2 1,0 13-1,-2 9-105,-2 10 0,2 6 1,-3 0-1,4 5-42,1 3 0,0 4 0,1 1 0,2 1-212,2-1 0,6 3 1,-1 1-1,3-1 11,1 0 0,1 3 1,-1-3-1,2 1 218,3-1 0,55-2 0,-28-18 0,0-1 0</inkml:trace>
  <inkml:trace contextRef="#ctx0" brushRef="#br1" timeOffset="374">24760 13870 8543,'8'-14'0,"-2"-1"-319,0 1 0,-4 0 1,3-1-1,-2 1 225,2 0 0,-4-1 1,4 1 535,-3-1 0,-4 7-320,-3 4 0,-3 2 1,-6 4-1,0 2-157,-1 6 0,1 3 1,-1 3-1,1 1 50,0 3 0,1 0 0,2-2 0,1 1-31,-1-1 0,0-1 0,-1 1-108,3 1 0,6 0 1,-2-4 67,3-1 56,2 0 0,2-6 0,3-4-21,4-8 1,4 1 0,0-6 0,-2-1-69,-1 2 0,-2-5 0,3 4 0,-2-3 5,3 3 0,-4-2 0,0 4 1,0 1 53,0-1 1,-4 1 51,6 1 0,-5 4 33,4-4 1,-5 10-64,0 4 0,-2 4 0,-2 1 0,0 1-109,0-1 1,0-4 0,0-1 0,0 3-515,0 0 631,0 3 0,6-1 0,2 1 0</inkml:trace>
  <inkml:trace contextRef="#ctx0" brushRef="#br1" timeOffset="375">24932 13827 8543,'-1'-14'-715,"-4"-1"393,3 7 623,-4 2 1,6 12-234,0 4 0,0 3 0,0 1 23,0 0 0,5 1 0,-1-1-5,0 1 1,-1-6 0,0 1-23,2 1 0,0 2 1,-7 1-86,-3 1 1,2-1 0,-7 0-344,-1 1 1,-2-1 363,-1 1 0,-26 5 0,-6 3 0</inkml:trace>
  <inkml:trace contextRef="#ctx0" brushRef="#br1" timeOffset="376">25436 13885 8562,'0'-15'-776,"0"1"0,0-1 1148,0 1 209,0 0-430,0 6 1,0 3 0,0 10-77,0 4 0,-2 4 0,-1 1 0,-2 1-83,2-1 1,0 1 0,0-1 0,-2 0-113,2 1 1,-4-1-1,1 1 1,-1-1-149,1 0 1,0 1 0,2-1-205,0 1 1,-3-3 471,2-2 0,4-16 0,-6-10 0</inkml:trace>
  <inkml:trace contextRef="#ctx0" brushRef="#br1" timeOffset="377">25407 13841 8562,'0'-28'-234,"0"4"0,0 0 0,2 0-258,2 1 1,-2 3-1,4 5 722,1 1 1,-6-1-114,4 1 1,-2 6 0,1 5 0,0 6-132,0 7 0,-3 2 0,-1 3 1,0-1-180,0 1 0,0 4 193,0 0 0,7 0 0,1-4 0</inkml:trace>
  <inkml:trace contextRef="#ctx0" brushRef="#br1" timeOffset="378">25637 13899 8557,'-14'0'-781,"-1"0"0,7 2 833,4 2 1,2 0 30,2 5 0,0 1 119,0 4 23,0-6 0,6-1-193,4-7 0,-2 0 0,2-2-54,1-3 1,0 2 0,0-5 0,-1 0-17,1 0 0,-3 3 0,2-3-136,1 2 0,1-4 167,3 5 0,-1 1 10,1 4 0,-7 6 1,-4 4-57,-2 2 1,3 3-1,0-1 1,-2 1-111,-2-1 0,-1 0 0,0 1 0,0-1 163,0 1 0,7 5 0,1 3 0</inkml:trace>
  <inkml:trace contextRef="#ctx0" brushRef="#br1" timeOffset="379">25939 13626 8557,'0'-15'-340,"0"1"1,0 7 0,0 9 565,0 11 1,0 3 0,-1 8 0,-3 1-100,0 3 1,-1 2 0,5 2-1,0 3-114,0 2 0,0-4 1,0 6-1,-2-1-91,-2-1 1,2 8-1,-3-5 1,2 0-139,-2 1 0,2-1 1,-5 0-1,2-3 33,2-2 1,-2-1 0,0-7 0,-1-3-646,1-5 828,1-3 0,-1-34 0,-2-7 0</inkml:trace>
  <inkml:trace contextRef="#ctx0" brushRef="#br1" timeOffset="380">25939 13856 8545,'8'-15'-218,"5"3"0,-5 0 0,2 4-321,-1 2 0,1 0 695,4 1 0,1 3 0,-3-1-61,-2 6 0,-2 1 0,-5 5-102,2 2 0,0 2 1,-5 1-1,0 1 1,0-1 1,-5-4 0,-1-1 0,-1 3 3,1 0 0,-4 3 1,4-2-1,-2-2-217,-3-2 0,3 1 0,-2 4 26,-1 1 1,4-6 0,1-1 0,1 0 192,0 0 0,20-36 0,9-6 0</inkml:trace>
  <inkml:trace contextRef="#ctx0" brushRef="#br1" timeOffset="381">26126 13928 7100,'-8'14'112,"2"-4"0,6-1-110,0 3 1,0 0-2,0 3 0,0-1 9,0 1 1,2-7-36,2-4 0,4-2 4,7-2 1,-6 0 0,-1-2-1,0-1-48,0-2 1,-3-4 0,3 2 0,0 1 33,0 0 1,-3-4-1,3 4 1,0-1 20,0 1 0,-5-1 0,3 4 79,1-2 64,1 1 0,5 5-83,-4 4 0,-1 1 0,-5 6 0,2-3-52,-2 2 0,-1-3 0,-2 2 0,2 1-201,2 2 0,-2-4 0,3 1-142,-4 1 349,6-4 0,7-27 0,9-11 0</inkml:trace>
  <inkml:trace contextRef="#ctx0" brushRef="#br1" timeOffset="382">26414 13712 8545,'0'-19'-246,"0"0"1,5-5-1,0 4 1,-1 4-402,3 5 792,-6-2 1,6 13-1,-7 0 1,0 10-22,0 8 0,0-2 0,0 4 0,0 0-77,0-1 1,0 6 0,0-2 0,0 1-54,0 0 0,0-5 0,0 5 0,0 1-64,0 3 1,-5-4 0,0 0 0,2 0-122,1-2 0,1 4 1,-2-6-1,-2 1-129,2 0 0,1-2 0,2-5 320,0 1 0,0-33 0,0-7 0</inkml:trace>
  <inkml:trace contextRef="#ctx0" brushRef="#br1" timeOffset="383">26385 13942 8545,'0'-14'-136,"0"-1"0,0 1 1,0 0-32,0-1 0,0 6 0,2 1 0,3 0 195,4 0 0,4 3 0,3-3-28,3 1 0,29 9 0,13 6 0</inkml:trace>
  <inkml:trace contextRef="#ctx0" brushRef="#br1" timeOffset="384">27162 13770 8906,'0'-15'-1995,"0"1"1972,0-1 0,0 1 152,0 0 1,0-1-31,0 1 0,0-1 0,0 1-13,0 0 1,2 4 0,1 0 43,2-1 0,1 3 0,-3-1 96,2-3 0,2 6-173,-3 1 1,-2 5 14,3 5 1,-4 5-1,-1 9 1,2 5-93,3 3 0,-4 2 1,4 0-1,-3-1 0,-2 1 0,0 5 0,0-1 0,0 1-23,0 1 1,1-5 0,3 4 0,0-4-22,0-1 0,-3-6 1,1-4 21,2-3 1,0-8 112,5-4 1,-4-8-1,3-6 1,0-4-60,0-5 0,-3 3 0,3-5 0,0 0 53,0-3 0,-3-2 0,3 1 0,0 1-8,0-2 1,-5 4 0,3-2 0,-1-2-36,0-1 0,4 3 1,-4 0-1,0 0-21,1 2 1,-2-5 0,4 4-1,-2 1-87,-3 3 1,4 3-1,-1 3-260,2 3 1,-3 6-1,3 8 86,-2 6 0,-1 7 0,-3 4 0,1 2 229,1 2 31,1 2 1,-11 53-1,2-33 1,0-1 0</inkml:trace>
  <inkml:trace contextRef="#ctx0" brushRef="#br1" timeOffset="385">27637 13798 8569,'0'-14'0,"2"0"-386,2-1 0,-2 6 1,3-1-1,-4-1 422,-1-2 0,2 3 0,1 1 391,2-2 0,0 3-284,-5-2 1,-2 7 0,-3 0-76,-4 6 1,1 0 0,0 7 0,0 1-62,0 2 0,3 6 1,-3 0-1,2 0-33,2 2 0,-2-3 0,1 4 0,2 0-28,1 1 0,2-6 0,0 4 1,0-2-2,0 0 0,2 1 0,1-6 0,2 0 24,-2 1 1,0-1 0,1 1 0,0-1 16,0 0 0,-3-4 1,-1-1-1,-1 1 23,-4-2 1,2 0 0,-7-5 0,-1 2-3,-2-2 0,-1 4 0,-1-3 0,1 0 9,-1-3 0,1-1 0,0 2-301,-1 3-573,1-4 874,6 6 1,53-20 0,19-3 0</inkml:trace>
  <inkml:trace contextRef="#ctx0" brushRef="#br1" timeOffset="386">27781 14057 9219,'-10'-6'338,"1"-4"-268,5 4-861,-2 0 798,6 6 0,13 6 1,3 2-1</inkml:trace>
  <inkml:trace contextRef="#ctx0" brushRef="#br1" timeOffset="387">28356 13683 8585,'2'-14'0,"1"-2"-417,2-3 0,1 3 0,-3-4 0,2 4 440,-2 2 1,1 0 0,-1-1 0,2 1 351,-2 0 1,-2 4-100,-1 0 1,0 9 0,0 1-222,0 8 1,0 5 0,0 3 0,0 3-7,0 5 1,0 3-1,0 3 1,0 2-89,0 2 1,-1 6-1,-2-3 1,-4 1-54,-1 0 0,3-4 0,-3 4 1,0 2-106,0 2 0,0-5 1,-3-4-1,2-3 37,-2-1 1,-1 3-1,1-3 1,2-7-213,-3-4 0,4-4 138,-1 1 1,1-9 233,-2-6 0,4-6 0,6-9 0,0 1 0,0 0 0,5-2 0,-1-2 0,0-1 0,-3 1 0,4-3 0,0 1 0,0-1 7,1 0 0,-3-4 0,5 2 0,0-1 45,0 0 1,-3 0-1,5-5 1,1 1 20,1-1 1,3 0-1,-1 2 1,1 1 48,-1 2 1,5 7 0,0-2 0,-1 4-9,-2 6 0,3-3 0,0 8 0,-1 0-55,-2 3 1,-2 1-1,1 1 1,-3 4-38,-2 5 1,1-2 0,-4 1 0,-1 3-20,0 0 0,-1 3 0,-5-1 1,0 1-23,0-1 0,-1-1 1,-3-2-1,-2-2-7,-2 3 1,-2 0 0,-4 3-31,0-1 0,-1 1 1,1-1-1,0-1-72,-1-4 0,2-1 0,2-4 0,3 2-138,2 2 0,-1-5 266,3 2 0,2-3 0,21-34 0,13-8 0</inkml:trace>
  <inkml:trace contextRef="#ctx0" brushRef="#br1" timeOffset="388">28558 13813 8585,'14'-12'-274,"0"0"0,1-3-287,-1 4 0,1-3 523,-1 4 1,0 4 273,1 1 1,-1 3-165,1 2 1,-7 7-1,-4 2-78,-2 4 0,3 2 0,0-1-52,-2 0 0,-2 1 1,-1-1 34,0 0 1,-1-1 0,-2-2-62,-2-1 1,-2-2 35,3 2 52,2-4 0,-4-8 1,6-2 12,0-6 1,1-3-1,2-1 1,2-1-8,-2 1 1,4 0 0,-1-1 0,2 1-43,3 0 0,-3-1 0,2 1-136,1-1 1,-3 3 0,2 0-121,1 3 0,-3 6 288,1-2 0,7 16 0,7 5 0</inkml:trace>
  <inkml:trace contextRef="#ctx0" brushRef="#br1" timeOffset="389">28917 13698 7457,'-9'4'-142,"-1"1"0,5 5 0,-3-4 0,0 2 268,0 3 0,5-3 0,-3 2 0,1 1-87,0 2 0,0 1 0,5 1-79,0-1 0,0 0 60,0 1 0,2-7 0,3-3-34,4-4 1,4-1 0,2-1-1,-1-4 1,-4 2 0,-2-7-1,0 0-35,0 2 1,-5-4 0,3 2 16,1-3 0,-6-1-28,4 0 0,-3-1-79,-2 1 1,-2 4 0,-3 2-69,-4 2 0,1 1 207,-2 5 0,-12 32 0,-9 8 0</inkml:trace>
  <inkml:trace contextRef="#ctx0" brushRef="#br1" timeOffset="390">28989 13755 8530,'0'-8'-1854,"2"2"1950,3 6 0,-4 1-70,4 4 1,-3 3 0,-2 7-43,0-1 0,1-4 0,2-1 26,2 2 1,2-4 8,-3-3 0,0-2 3,5-2 0,1 0 1,3-2 1,-4-2 1,2-4 0,-4-7-5,1 1 0,-3 1 0,3 2 0,-2 1-27,-3-1 0,0 3-344,2-1 0,-2 1 351,7-2 0,-13 16 0,1 10 0</inkml:trace>
  <inkml:trace contextRef="#ctx0" brushRef="#br1" timeOffset="391">29248 13741 8530,'-9'0'0,"1"1"-326,1 4 0,-2-2 0,4 7 0,0 0 336,-1-2 1,4 4 0,-3-2 0,4 3-8,1 1 1,-5 0 0,0 1-146,2-1 0,1 1 0,2-1 1,0 0 141,0 1 0,20-26 0,3-7 0</inkml:trace>
  <inkml:trace contextRef="#ctx0" brushRef="#br1" timeOffset="392">29277 13669 8530,'0'-15'-191,"0"1"-896,0 0 880,0 6 1,-2 1-1,-1 9 1,-2 3 143,2 4 1,2 4 0,1 1 0,0 1 62,0-1 0,-7 52 0,-1 12 0</inkml:trace>
  <inkml:trace contextRef="#ctx0" brushRef="#br1" timeOffset="393">29378 13813 8530,'-15'0'-558,"1"0"1,4 1 0,1 4 656,-2 5 0,4 2 1,1 1-1,1-2-26,0-1 0,0 0 0,5 4-16,0 0 0,2-1 56,3-3 0,-2-4 0,7-6 0,1 0-103,2 0 0,-4-1 1,1-3-1,1-2-57,2-2 0,-4-2 0,1-4 0,1-2-90,2-3 1,0 3 0,-2-5 0,-2 2 29,3 0 1,-4-7-1,0 2 1,0-3 56,0-2 1,-5 0-1,2-1 1,-4-4 45,-1-4 0,5 3 0,0 1 0,-2 2 41,-1-1 0,-2 2 0,0-2 0,0 4-15,0 5 0,0 3 0,0 7 7,0 0 1,4 9-1,1 8-4,-2 10 1,-1 11 0,-2 0 0,0 3 22,0 2 0,0 1 0,-2 2 0,-1 3-60,-2 2 0,1 0 0,4 3 0,-2-2-44,-3 2 1,4-3 0,-4 1 0,2 2-49,-2 2 1,3-6 0,-4 0 0,1-3-57,0 1 0,0-7 0,5-8 0,0-3 160,0-1 0,26-46 0,6-10 0</inkml:trace>
  <inkml:trace contextRef="#ctx0" brushRef="#br1" timeOffset="394">29637 13770 6202,'-8'6'132,"0"0"1,5 6-1,-2-3-129,2 2 0,1 2 1,0 1-1,-1 1-271,-2-1 0,1 1 268,4-1 0,0 0 0,0 1 0</inkml:trace>
  <inkml:trace contextRef="#ctx0" brushRef="#br1" timeOffset="395">29665 13626 8530,'0'-15'-964,"0"6"718,0-1 0,-1 7 0,-2 0 0,-2 6 211,2 6 1,-1 4 0,1 2 0,-1-1-97,0 0 0,3 2 131,1 4 0,-13 47 0,5-25 0,0 0 0</inkml:trace>
  <inkml:trace contextRef="#ctx0" brushRef="#br1" timeOffset="396">29737 13856 8530,'-8'0'-742,"-4"0"1,10 1 770,-3 4 110,4-3-62,1 11 1,4-13-81,1 0 1,5-2 0,-4-6-13,2 2 0,-3-6-30,5 3 0,-1-4 24,6-1 1,-6 6-1,1 3 0,-5 3 40,4 2 1,-6 7-1,2 2-40,-3 4 1,-2 1-1,0 1 1,0-1-46,0 1 1,1-1-1,3 0 1,0 1-143,0-1 208,-3 1 0,12-7 0,3-2 0</inkml:trace>
  <inkml:trace contextRef="#ctx0" brushRef="#br1" timeOffset="397">29982 13784 8530,'0'-14'-148,"0"-1"1,0 1 12,0-1 1,0 6 0,-2 1-139,-2 1 293,2 3 0,-6 10 0,5 4-4,-2 2 0,0 3 0,5-1-112,0 1 0,0-1 1,0 0-8,0 1 0,0-1 0,0 0 21,0 1 0,0-1 0,0 1 0,0-1 57,0 0 0,0 1 1,0-1-1,0 1 42,0-1 0,0 7 0,0 1 0,0 2 22,0 0 0,-5 0 0,-1 5 0,-2 0 30,-3-1 0,3 1 0,-2-2 0,-1-1 2,-2-2 1,-1-5 0,0 3-1,-1-2 10,1-8 1,4 1 0,1-8-1,-3-2 76,0-1 1,-1-4 0,2-1-1,3-3-77,1-2 0,1-2 0,3-4-152,-2-1 1,0 1-1,5 0-213,0-1 1,5 1-1,1 1 285,2 3 0,16-23 0,7-10 0,4-1 0,0 0 0</inkml:trace>
  <inkml:trace contextRef="#ctx0" brushRef="#br1" timeOffset="398">30327 13798 9028,'0'-14'0,"0"0"-439,0-1 1,0 6 1064,0-1-555,0 7 0,0 8-33,0 9 1,0 4-1,0-2 1,0 1-107,0 2 0,0 0 0,0-4 1,0-1-126,0 1 1,0-1 0,0 0 0,0 1-155,0-1 1,-5-4 369,1-1 1,-8-18-1,4-1 1</inkml:trace>
  <inkml:trace contextRef="#ctx0" brushRef="#br1" timeOffset="399">30457 13467 9781,'0'-14'-718,"0"0"26,0-1 495,0 7 0,0 3 0,1 10 57,4 5 1,-2 3-1,5 1 124,-1 0 0,4 26 1,-3 7-1</inkml:trace>
  <inkml:trace contextRef="#ctx0" brushRef="#br1" timeOffset="400">30658 13511 9812,'-9'1'-1343,"1"4"1313,1 5 1,-2 7 0,4 4 0,0 1 140,-1 4 0,4 1 0,-3 2 0,4 0-145,1-1 1,0 1 0,0 2-1,0-1-22,0-1 0,0 1 0,0-9 0,0 0-91,0-1 1,1 0 0,2-6-78,2 0 1,5-4 186,-5 0 0,-1-33 0,-4-2 0</inkml:trace>
  <inkml:trace contextRef="#ctx0" brushRef="#br1" timeOffset="401">30572 13784 8585,'0'-14'0,"0"-1"-134,0 1 1,1 1 0,3 2 0,2 3-101,2 1 0,-3 3 1,4 4-1,3 0 244,0 0 1,4 0 0,2 0-1,1 0-238,-1 0 0,3 6 228,-2 4 0,25 22 0,3 6 0</inkml:trace>
  <inkml:trace contextRef="#ctx0" brushRef="#br1" timeOffset="402">31176 13741 8288,'6'-8'-1526,"-2"1"1963,5 7 1,-6 2-266,2 3 1,-3 3-1,-2 6-128,0 1 0,-2-1 1,-1 0-1,-2 1-148,2-1 0,0 0 1,0 1-497,-2-1 1,-5 1-176,6-1 775,-8-6 0,4-27 0,-6-13 0</inkml:trace>
  <inkml:trace contextRef="#ctx0" brushRef="#br1" timeOffset="403">31162 13712 8568,'5'-19'-388,"-1"0"0,1-1-19,1 0 0,-4 4 1,4-4-1,-1 4 360,0 2 0,1 6 121,-1 3 0,-3 5-75,3 5 1,-4 3 0,-1 6 0,0 1 0,0-1 0,-19 52 0,7-27 0,0 0 0</inkml:trace>
  <inkml:trace contextRef="#ctx0" brushRef="#br1" timeOffset="404">31349 13798 7386,'-8'0'-214,"0"2"306,3 3 1,3 3-29,-2 6 1,2-4 229,2-1-188,0-6 0,2 4-115,2-7 1,3-2-1,4-1 1,-3-3 9,-2-2 0,6 3 0,-4-5 0,1 1-56,1 1 1,-6 0-1,6 5 23,1-2 0,-3 0 12,2 5 0,-7 2 1,2 2-89,-4 6 0,-1 3 0,0 3 0,0 1-146,0 2 1,2 1-1,1-6 254,2 0 0,0 26 0,-5 7 0</inkml:trace>
  <inkml:trace contextRef="#ctx0" brushRef="#br1" timeOffset="405">31824 13424 7505,'-2'15'0,"-1"-1"179,-2 0 1,0 2 0,5 4-1,0 4-178,0 3 1,-5 1-1,1 1 1,0 0 11,3 0 0,1 4 0,0 1 0,0-2-186,0-2 1,0-6 0,0 0 0,0 0-27,0-1 1,0-1-1,0-4 1,0 1-558,0-2 756,0-1 0,-19-27 0,-5-6 0</inkml:trace>
  <inkml:trace contextRef="#ctx0" brushRef="#br1" timeOffset="406">31723 13755 8568,'1'-14'-488,"3"-1"133,0 1 1,8 1-1,-3 2 1,4 3 338,1 2 0,-4 1 0,0 3 1,1-1 200,2-2 1,1 0-1,0 5 1,1 0 18,-1 0 0,0 7 0,1 1-157,-1 0 0,-6 5 0,-1-5 0,-3 1-5,1 1 0,0-1 0,-5 6 0,0-1-69,0 1 0,0-1 0,0 0 0,0 1-31,0-1 1,-2 0-1,-1 1 1,-3-1-184,-2 1 1,0-1 0,-3-1 0,3-2-636,1-1 876,2-7 0,-1-22 0,-2-13 0</inkml:trace>
  <inkml:trace contextRef="#ctx0" brushRef="#br1" timeOffset="407">31953 13640 8555,'5'-19'-174,"1"-2"1,1 0-342,-1 0 0,4 2 1,-4 5-1,0 0 539,1-1 1,-1 7 49,-1 3 0,-3 5 0,2 5 0,-2 5-66,-2 3 0,0 3 0,0 1 0,-2 4-30,-2 1 0,2-3 22,-3 5 0,-9 45 0,6-26 0,0-1 0</inkml:trace>
  <inkml:trace contextRef="#ctx0" brushRef="#br1" timeOffset="408">32140 13784 8532,'0'-14'0,"0"4"0,0 0-1262,0-1 1031,0 5 0,0 1 310,0 10 1,0-2-1,0 7 1,-2-1-93,-2-1 0,2 5 0,-4-3-60,-1 2 0,4 3 28,-7-1 1,7-4-32,-2-1 80,4-6 1,1 2-17,0-10 1,5 2 0,1-5-1,0 0-19,1 0 1,2 3 0,-2-3 0,1 0-18,3 1 0,-3 3 0,0-2 0,0 1 35,0 0 1,-3 1 48,4 4 40,1 0 0,-2 1 1,-2 2-46,1 2 1,-6 2 40,4-3 11,-3 4 0,-2 2 88,0-1-172,6-5 1,-3 0-8,7-8 0,-1-4-11,6-7 1,-1 1-31,1 0 0,-1-1 88,0 1 0,1 6 152,-1 3 1,-4 3-121,-1 2 1,-5 2-1,2 3-42,0 4 0,-4-1 1,3 2-1,-4 1-65,-1 2 0,0 1 0,0 1-149,0-1 0,0 0 0,0 1 0,0-1 185,0 1 0,7-7 0,1-2 0</inkml:trace>
  <inkml:trace contextRef="#ctx0" brushRef="#br1" timeOffset="409">32514 13770 6774,'0'-8'267,"0"-5"0,2 11 0,1-4-330,2-1 1,-1 4-48,-4-6 0,5 4 70,0-5 92,0 7 1,-7-3-1,-1 7 113,-2 4 1,-1-2 0,3 7-104,-2 1 0,0 2 0,5 1 0,-2 1-83,-2-1 0,2 0 0,-3 1 0,4-1-172,1 0 1,0 1 0,0-1-155,0 1 0,1-1 0,2 0-98,2 1 445,0-7 0,21-15 0,6-9 0</inkml:trace>
  <inkml:trace contextRef="#ctx0" brushRef="#br1" timeOffset="410">32730 13698 8532,'0'-10'-283,"-2"0"184,-3-1 0,4 3 386,-4-1-297,3 5 1,2 4-1,0 10 56,0 3 0,0 1 0,0 1 1,0-1-82,0 0 0,5 1 0,0-1 2,-2 1 0,-1-1 1,-2 0-1,0 1 7,0-1 1,0-4 0,0-1-7,0 2 1,0 2 0,-2 0-1,-1-2-42,-2-1 1,-6-2-1,2 3 1,-4-3-63,-2-2 0,1 4 1,0-5-1,-1 0-237,1 1 0,4-4 373,1 2 0,5-2 0,24-34 0,12-8 0</inkml:trace>
  <inkml:trace contextRef="#ctx0" brushRef="#br1" timeOffset="411">32903 13467 8133,'0'15'-242,"-2"-1"1,-1 1 405,-2-1 1,-1 2 0,2 3 0,0 5-69,0 3 0,1-1 1,0-1-1,-2 3-107,2-3 1,1 1 0,2 3 0,0-1-48,0 1 1,0-5 0,0-2-1,0-1-73,0-3 1,0-2 0,0-2-1,0 1-181,0-1 1,0-4 0,2-1-204,3 2 515,-4-4 0,-1-20 0,-8-11 0</inkml:trace>
  <inkml:trace contextRef="#ctx0" brushRef="#br1" timeOffset="412">32802 13770 8466,'0'-15'-137,"0"1"1,1 4 162,4 1 0,3 1 0,7-2 48,-1 5 0,-4 4 0,-1 1 0,2 0-294,2 0 0,-3 0 0,-1 1 0,3 2-539,0 2 759,3 6 0,5 17 0,3 10 0</inkml:trace>
  <inkml:trace contextRef="#ctx0" brushRef="#br1" timeOffset="413">33061 13813 7670,'-8'0'503,"1"-2"-359,7-3 1,0 2 0,2-5-339,3 2 0,-2-1 1,7 4 67,1-2 1,2-6-47,1 2 0,-1 1 0,-4-2-256,-4-1 335,-3 4 187,-2 1 0,-2 6 1,-3 2 119,-4 2 0,2 0 1,3 5-86,2 2 1,-3 2-1,0 2-72,2-1 1,2-4 0,1-1-167,0 2 0,1 0 0,4 1-208,5-3 0,-2-6 0,0 4 317,-2-1 0,37-17 0,5 1 0</inkml:trace>
  <inkml:trace contextRef="#ctx0" brushRef="#br1" timeOffset="414">33349 13453 7368,'0'-6'-670,"-2"6"901,-3 8 1,4 6 0,-4 4-1,2 2 4,-2 3 1,2 2-1,-5 7 1,0 2-302,0-2 0,3 5 0,-5 1 0,1 4-53,1 1 0,-5 0 1,3 0-1,-3-1-20,-1-4 0,0 4 0,-1-4 0,1 2-298,-1-2 1,1-3 436,0-6 0,-1 0 0,1 0 0</inkml:trace>
  <inkml:trace contextRef="#ctx0" brushRef="#br1" timeOffset="415">33233 13741 8532,'0'-23'-538,"0"3"0,0 5 595,0 1 1,7 6 0,1 1 0,1 3 110,1-1 0,0 0 0,4 7-92,0 2 0,-4 0 1,0 4-1,-1 0-54,-1 0 0,3 1 6,-6 6 1,2-1 0,-4 0-78,1 1 0,0-1 0,-8 1 0,-2-3-80,-2-2 1,-1 3-1,-6-4 1,1 4-700,-1 1 828,1 1 0,-39 12 0,-9 3 0</inkml:trace>
  <inkml:trace contextRef="#ctx0" brushRef="#br1" timeOffset="416">33492 13554 11333,'8'-7'-82,"-1"-1"1,-2-1-529,-1-1 1,6 1 0,-4-6 572,2 1 0,-4 4 0,2 1 338,0-3 1,-4 4-136,3-1 1,-4 4-113,-1-5 1,0 9 0,0 1 0,-1 8 64,-4 5 0,-1 3 0,-6 1 0,3 4-35,-2 1 1,-2 2 0,0 5 0,2 0-98,1 0 1,2-1 0,-3 3 0,3 1 11,2 1 1,-4 1 0,5-7 0,2-1-73,1-2 1,2 0-1,0 3 1,0-3-207,0-5 0,0-3 0,0-2-280,0 1 0,7-1-3,2 1 0,-1-7-339,2-4 940,-7-2 0,23-21 0,-2-5 0</inkml:trace>
  <inkml:trace contextRef="#ctx0" brushRef="#br1" timeOffset="417">33607 13654 11333,'0'-14'-1750,"0"4"1369,0 1 819,7 6 0,-6-2-452,4 10 1,2 3 0,-3 6 0,0 0-34,-3 1 0,-1 1 0,0 1 0,0 3-97,0-3 1,0-1 0,0-1 0,0-1-252,0 0 0,0 1 0,0 1 332,0 3 1,0 3 0,0 7 0</inkml:trace>
  <inkml:trace contextRef="#ctx0" brushRef="#br1" timeOffset="418">33708 13410 11333,'0'-15'-850,"0"1"0,7 6 1048,2 3 0,-1 12 0,0 5 0,0 8-196,0 2 0,-3-3 0,3 7 0,-2 3-13,-2 3 1,2 1 0,-1-3-1,-2 2 73,-1 2 0,-2 6 0,0-3 0,0 1-219,0 0 0,0 1 1,-2 4-1,-3-1 48,-4-4 0,-6 4 1,-4-4-1,-7 3-1151,-6 3 1292,-11 5 0,-1-20 1,-13 1-1,-2 1 1,-5 4-1,-1 0 1,1 0-1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76"/>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4359 12187 13464,'-14'24'-984,"6"-5"0,-5-13 0,11 2 828,-11 7 0,12-1 1,-6 1-1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77"/>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4100 12705 13301,'-16'-16'-984,"3"-3"492,13 11 0,13-13 90,6-3 1,-3 1 418,3 0 1,-4-3-6,9-8 0,-5 7 1,5-6 1,-5-1-16,5-9 0,2 0-4,7 0 0,-1-5 8,7 0 1,-7 1-1,1 7-4,-3 2 1,-1 4 1,0-4 1,11 1-2,3-1 1,2-2 0,-5 6-2,-2 2 1,-6 7-1,3 1 1,1-2 0,-4 4 0,6-2 1,0-5 0,5-5 0,5-4 0,-1 5 0,-6 1 0,-2 6 0,-6 2 0,7 0 0,5-5 0,-4 0 0,-4 4 0,6-4 0,4 4 0,7-9 0,-6 4 0,-3 6 0,-7 0 0,1 0 0,9-5 0,1 2 0,-1 3 0,6-2 0,-1 7 0,-2-5 0,0 5 0,-1 1 0,-5 2 0,-2 2 0,-3-1 0,8 1 0,-3 0 0,-7-1 0,0 1 0,7-1 0,8 1 0,6 1 0,0 1 0,-3-3 0,-5 4 0,4-8 0,-1 3 0,-6 1 0,-7-1 10,9-3 0,-10 3 1,11-3-6,2 3 1,-13 3 0,11 0 10,2-1 0,-13 8 1,11-9-8,2 3 0,-13 0 1,8 1 5,-5 2 1,3-1-1,5-4 5,5-1 1,-13 6 0,5 1-15,-5 1 0,9-7 0,0 3 0,-2 1-6,-4 2 0,-3-2 1,4 2-6,6-4 0,-4 5 1,10-7-2,-3 1 0,-3 5 0,-7-2 4,7-1 0,-7 3 1,7 0-1,-6 0 5,-4 0 0,3-1 1,4-4 3,2 3 0,1-1 0,-7 5-6,7-2 0,-6-2 0,7-3 0,-5 2 2,-1 2 0,0 4 1,-4-3-1,-1 0 6,0 0 1,0 3 0,0-3 0,0 0 5,0 0 0,1 3 0,-1-3 0,2 0-6,3 0 0,-4 3 1,4-3-1,-3 1-10,-2-1 1,7 0 0,1-4-1,0 4 2,-3 2 1,-2-4 0,1 4 0,4-2-8,5-3 1,-7 0 0,9-1 0,-2 3 2,0-2 0,-2-1 1,0 1-1,1 2 3,-6-3 1,3 4-1,-3-1 1,2-2 0,4-2 0,-4 3 1,0 2-1,0 0 0,0 0 1,2 4-1,3-6 1,-2 0 2,-1 2 0,-7-3 0,4 5 0,-1-2-3,4-3 0,-2 3 0,1-2 1,-3 0-3,-3 2 1,6-3 0,2 5-1,7-2 0,-9 0 1,4-3-1,0 1 1,-9 2 0,9-3-1,0 1 0,-10 5 0,8-4 1,-3-2 0,-3 3 4,10-2 1,1 0 0,8-4 1,-3 0-5,-6-1 1,-1 1 7,1 0 0,-1 4-6,1 0 0,-2 2-1,-3-1 0,1-4 9,-6 3 1,5 2-10,-5-1 0,6 4 2,-1-5 0,3 1 0,0-4-5,-4 3 1,-5-2-1,-6 2-1,4-3 1,-3 4 0,-2-1-1,4-1 1,-5-2 2,4-1 1,3-1 0,7 1 0,-3 1 1,-2 2-3,-4 1 1,-4 6-1,2-4 3,3 1 0,-7-4 9,0 1 0,4-2-5,15-3 0,-4-4-4,0 0 0,-2-2-4,2 2 1,3 3-3,-3-3 1,-2 1-2,1-1 0,1 3 3,5-3 1,-6-4 0,1-1 0,-6 2 0,1-2 0,1 5 0,-1-5 0,6 0-16,-1-5 1,3 0-15,2 1 1,-1-1-1,-2 0-18,-7 0 0,-4 5 26,-5 0 0,-1-4 0,8-6-13,-6 2 1,-3 6-14,-3 2 1,1 0 42,3-4 0,2-1 17,-6 0-8,-7 7 30,0-5 13,-11 4-5,5 1-31,-13 1-286,-2 13 275,-6-5 0,0-27 0,0-14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78"/>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6258 12633 13364,'-16'-16'-984,"10"-16"492,15 3 0,6 0 285,4-4 0,5-2 0,8-10 203,1 2 0,-4 3 1,-5 9-1,2-1 1,1-1 1,3 4 0,2 5-1,2-2 1,-2-1 1,1-2 1,6 1 0,1-7 0,12-4 0,-4 4 0,5 1 0,-7-1 0,2 2 0,-8-1 0,-1 5 0,-1 2 0,5 3 0,0-1-2,1 5 1,0 0-2,4 0 1,-3 0 1,3-4 0,2-3 0,-2 3 1,4-4 1,-4 0 1,5 0-2,-5 4 1,6-1-1,-1 6 0,-3-5 1,-1 3-3,1-1 1,-9 2-1,7-4 0,0 0 1,10-4 1,-6 4 0,1 0 0,2 0 0,7-5 1,2 0-1,1 2 0,-7 3 1,-8 2-1,-3 2 0,1 3 0,13-4 0,-6 5 0,-9-3 0,-5 8 0,4-2 0,-3-5 0,-4 9 0,2-4 0,14-2 0,6 1 2,-1 0 0,0-1 1,-10 1 0,4 0 0,-5-1 0,-9 1 1,0 1-2,3 3 0,1-2 0,0 4 0,1-2 1,-1 0 1,5 1 0,0-4 0,-2 2 3,-1 1 0,-2 2 0,2-3 0,1 1 6,2-1 1,-5-1-1,-3-1 1,3 2 6,4 1 0,5 2 0,-4-3 0,0 1-12,2-1 1,-5 3 0,4-2 0,-1 1 0,0 1 1,2-5-1,-4 5 1,3-2 2,3 1 1,-1-1-1,3-4 1,-3 1-6,-1 3 1,3-2 0,-2 2-1,2-1 1,1 1 1,-1-2-1,-9 4 1,3-2-5,1 0 1,6 1 0,-3-4 0,2 2-6,0 1 0,-1 2 0,6-3 1,-2 1-4,-3-1 0,-2 0 1,-5 0-1,4 1 0,1-1 1,0 0 0,3 0 0,-2 1 1,-3-1 0,5 3 1,-1-2-1,3-1 2,2-2 0,-7 1 0,-2 0 0,-1 3 0,0-2 0,10-1 0,-4 1 0,-1 2 0,-2-3 0,2 4 0,-2-1 0,2-2 0,1-2 0,-1 0 0,-10 2 0,2 1 0,3-1 0,1-2 0,4-1 0,-5-1 0,-3 1 0,3 5 0,1-1 0,1-1 0,-1-2 0,4-1 0,-5-1 0,-2 1 0,-1-1 0,3 3 0,0 0 0,-1 3 0,-3-2 0,-1-2 0,2-2 0,2 1 0,1 0 0,-1 4 0,-3 0 0,-3-2 0,-2-6 0,7 2 0,0-5 0,9 1 0,-7 2 0,4-4 0,-5 1-3,-4 3 0,0-3 0,3-1-6,7-5 0,-7 8 0,10-8-32,0-1 1,-11 8 27,13-14 1,-7 7 0,8-7 10,-9 4 0,-7 6 5,-10 0 0,4-5-9,6-4 0,-1-6-1,-4 6 1,2-6 3,-6 6 0,-1-3 2,-4 3 1,0 1-1,0-6 1,-7 9 4,-3-5 0,-8 10-3,-1-9 0,-1 9-1,6-10 1,1 10-1,3-9 1,-8 9 60,4-10 93,-4 7-16,3-15-151,-6 12-35,-1 1 36,5 2-11,-2 11-45,17-11-418,-11 17 486,5-9 0,19 37 0,6-1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79"/>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8100 12662 13394,'0'-24'-984,"0"-8"0,12 22 55,4-11 989,13 1 0,0-8-43,0-5 0,4-2 1,1 3-19,-2-2 0,-2 0 0,-1 6 0,1-1-10,4 0 1,-4 0-1,5 1 1,1-3 2,2-2 0,2 1 0,3-5 5,2 2 1,0 1 0,-10 4-1,8-4 1,-6 9 0,6-6 1,3-1 1,-15 10 0,10-4 0,-6 4 0,10 0-1,3-7 1,6 0 0,4 0 0,-1 0 19,1 1 0,-5 1-18,0 3 1,-2-2-3,1 7 0,4-2 11,-3 2 0,8 1 0,0-4 8,-5 1 0,-10 3 0,-5 6-2,9-3 1,-2 2-18,14-10 1,-1 0 0,5-1-1,-9 5-3,-7 3 1,-6 2-1,0-1 1,0 1 7,4-1 1,-1 1 0,4 0 0,-2-1 11,-2 1 0,-1-1 0,0 1 0,2 0-4,-1-1 0,4 1 1,0-2-1,3-2 9,4-1 1,-8 0 0,7 5 0,-1-1-13,0 1 1,-2-2 0,1-2-1,1-1-7,-2 1 0,0 2 0,4 2 0,-1 0 1,1-1 0,-2 1 0,-2 0 0,-1-2 12,1-4 0,-2 4 0,0-3 0,3 3-8,1 2 0,0-1 0,-2-1 0,0-1-4,5-2 1,-3 0 0,3 4 0,-4-1 10,-1-3 1,2 3-1,2-5 1,-1 2-19,1 0 0,4 0 1,0 4-1,-1-1 4,-2-3 1,-1 3 0,-2-3 0,-2 3-5,-1 2 0,1-2 0,5-2 0,1-1 1,-4 1 0,-2 2 1,3 2-1,1-2 2,0-3 0,-6 3 0,-1-4 0,-1 4 1,-4 2 0,6-2 0,-1-1 0,1-3 0,1 3 0,-6 1 0,0 1 0,0-1 0,1-3 0,0 2 0,9-7 0,1 1 0,6-2 0,-7 1 0,-7 9 0,3-4 0,-2 0 0,2-10 0,-2 5 0,-3 0 0,-8 0 0,3-5 0,-3 1 0,3-1 0,0-5 0,0 1 0,-1-1 0,-4 5 0,-3-4 0,-6-1 0,5-1 0,-1 2 0,6-4 0,-6-6 0,1 6 0,-5 3 0,-1-1 0,1 1 0,0 1 0,0 4 0,-5 4 0,0-4 0,-7 6-1,2-10 1,-1 7-1,1-12 1,-3 12 0,3-12 0,4 3 0,1-8 0,-2 6 0,2 3 0,-6-3 0,1-1 1,-8 6-1,-1-1 0,-7 13 0,2-8 0,-4 12-414,-1-24 51,0 22 363,13-3 0,9 21 0,15 8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80"/>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10229 12618 13401,'-7'-24'-492,"17"1"0,6-3 246,18-8 0,2-2 0,9-6 0,-5 2 123,-3 2 1,3 4 0,0-4 0,5-4 118,2-4 0,1 6 0,-4-3 0,-1 1-15,0 1 1,0-3-1,-1 1 1,-2 2 8,-2 2 0,0-2 0,4 4 0,-1-1 8,3-1 1,-9 7 0,8-1-1,-3 2 2,-3 3 0,6-1 0,-3 0-8,1 0 0,3 5 0,-8 2-9,7 1 0,1 0 12,-1 2 1,3-3 3,12-7 1,-6 2 1,1 3 1,0 1 1,4 4 0,-1 3 0,-1-3-25,-2 3 1,-6 2 0,5-1 8,-3 1 0,-6 1 0,-3 2 13,5 1 0,1 1 0,12-6 1,1 1-1,7 0 1,-9-1 0,-7 6 4,-2-1 0,3 0 0,14-6-4,-2-3 0,-10 6 0,6-4 11,-3-1 0,0-1 11,-4 0 1,4-2 0,10-3-11,-4 5 1,-12 3 0,2 2-1,-5-1 0,-4 1 1,0-1 0,0 1 0,0 0-2,1-1 1,0-1 0,6-3-10,7-5 0,-5 2 0,0-1 0,-4 3 12,0 2 0,-3-3 0,3 2 0,-3 0 5,-2-2 0,2 3 0,1-4-10,2 1 1,10-8-1,-6 5 1,-2 2-8,-4 0 0,-7 1 0,-1-3 0,2 3-3,1 0 1,-1 4 0,0-7 0,2 0 35,-2 1 0,-5-4 0,7 2-13,7-7 0,-10 1 0,5-2-17,-5 2 0,2-2 1,6-1-1,-6 2-7,-6 2 0,-3 6 0,0 0 0,2-2-10,-2-1 1,-2 3 0,1-1 4,2-6 0,-7 7 0,2-6 2,0-2 0,-6 2 4,2-9 0,-2 1 0,2-5 0,-4 4 0,-11 1 0,4-2 0,-3-8 0,-2 13 0,1-4 0,2 9 0,8-8 0,-3 4 0,4-4 0,2-1 0,2-4 0,-2 5 0,2 0 0,-9 10 0,4 0 0,-6 0 0,6-5 0,-8 6 0,-1-7 0,-6 10 0,6-9 0,-5 4 0,4-10 0,-4 11 0,5-6 0,-7 5 0,2-9-144,-4 12-300,-1-7 444,7 17 0,26 27 0,14 14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81"/>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12214 12647 13303,'-24'-16'-984,"-1"-3"492,23 11 0,-1-8 272,12-3 1,3 1 254,12-6 0,8-6 0,8-7-12,1 0 0,1 2 1,-10 5-1,3-2-39,2-2 1,1-1-1,5 2 1,0-4 0,0 0 0,1-5 1,-1 6-1,0-3-3,0 1 0,0 1 0,0-1 0,1 3-5,-1-1 1,0 6 0,0-5 0,-1 1-30,-4 1 0,2-1 0,-5 5 1,2 1 40,3-1 1,-3 0-1,4-1 11,9-4 1,-12 9 0,7-3 1,-7 6 1,7-4-1,8 2-7,1-3 0,-12 3 1,7 0-9,-6-1 0,-6 7 13,-3-1 1,1 0 1,18-10 1,-5 5 3,4 0 0,1 0-3,5-5 1,-1 5-4,1 0 0,4 0 0,-3-4 0,-8-1 0,-4 3 0,-9-3 0,7 2 4,12-11 0,6 0 0,-4-4 14,-8 4 0,-8 7 0,-11 6 9,7-6 1,-9 7 0,10-4-8,-2 0 0,1 4-21,-6-4 1,2-3-1,5-9-7,-1 2 0,-4 4 0,5-2 2,0 0 1,0 1 0,-8 3 2,1-1 1,2 2 3,-1 3 1,-2 2 11,6-8 0,-6 2 17,2-1 1,-9 6-4,-1-7 0,-4 10-7,4-9 1,-5 2-24,5-12 0,-7 13 1,2-9 0,-4 14 3,-6-9 1,3 5-5,-8-9 0,8-2 15,-3-8 0,-2 2 11,-3-7 0,4 2-10,2-2 1,-2-3 20,2 3 0,-2 4-26,1 1 0,2 3-12,-6 2 1,5 0 1,-5-1 1,6 6-7,-2 0 1,-1 4 1,2-4 0,-7 9-6,2-5 1,-2 10-38,2-9-98,-3 12-354,4-12 501,0 17 0,15 8 0,9 9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82"/>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14300 12647 13184,'0'-30'-984,"-6"3"548,11 0 0,-2-4 453,16-12 0,-1 8 0,6-4 1,1 3-5,9-17 1,-4 3-1,5-1-32,1 3 1,-6 11 0,5-7-49,0-3 1,-4 6-1,2-4 1,-1 5 10,2 0 0,-9 5 1,4 1-1,-2 4 11,0 1 1,-3-1-1,2-4 9,4-4 1,-4 6 65,7-2 0,1 7-19,9-6 0,0 2-13,1 2 1,-3 5 0,-3 0 2,-4-1 1,-2 2-3,2 0 0,2-6 4,7-5 1,1-6 0,-3 3 0,-2 1 0,-7-1-4,-4 3 1,-2-6 0,7-6-1,-2 0 0,-7 7 0,0-9 0,-5 0 0,3-8 0,-1 4 0,-2 7 0,-4 6 0,-1 0 0,7-14 0,1-3 0,1 1 0,-3 7 0,-5 5 0,-1 3 0,1-8 0,-6 8 0,1 2 0,-7 12 0,3-13 0,-6 5 0,0 4 0,0-4 0,0 0 0,0-9 0,5-2 0,0-2 0,5 0 21,-6-6 0,8-1 4,-3-8 0,4 4 0,1 1 0,1 7 5,-1 5 0,0-1 0,1-4-15,-1-2 0,2-4-13,3 3 1,2 7-1,5-6-182,-2 11 1,-5 10-121,5 7 300,-7 7 0,-2-29 0,-9-1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683"/>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
  </inkml:definitions>
  <inkml:trace contextRef="#ctx0" brushRef="#br0">19336 15165 11284,'-8'2'-578,"1"1"-112,1 2 0,4 1 348,-2-1 410,2-3 1,-3 6-80,0-4 1,1 0-22,4 5 0,0-4-94,0 5 1,1-7-1,2 3-363,2 1 342,0-6 0,-5 7 89,0-3 373,0-3 51,0 4-114,0-6 1,-2 0 111,-2 0 1,0 0 180,-5 0-248,6 0-244,-10 0 1,16-2 0,-1-1 0,4-2 19,5 2 1,7-3 0,3-1 0,2 1-34,8 0 0,-1-4 0,9 4 0,1-1-1,1 1 0,2-4 1,2 4-1,1-1-14,2 1 1,-4-4 0,-8 6 0,-1 0-68,-3 3 0,2-1 0,-5-1 1,-7-2-140,-4 2 0,-4 1-218,1 2 0,-7 2 430,-4 3 0,-53-10 1,-15 3-1</inkml:trace>
  <inkml:trace contextRef="#ctx0" brushRef="#br0" timeOffset="1">20544 15180 8521,'-1'-8'-821,"-3"1"77,0 1 0,-1 3 899,5-7 1,0 0-93,0-4 1,0 4 0,0 1 20,0-2 0,1 4 1,3 1 5,0-1 1,3 1 0,-4-5 75,2 1 0,0 5 25,-5-4 0,1 6 144,4-2-253,-3 3 0,-1 4 0,-7 3 0,-1 4-1,1 4 0,-5 3 0,1 2 1,-3 2-34,-1 3 0,4-4 0,1 3 0,-2-1-61,-2-3 0,0 3 0,2-2 0,3-2-17,2-1 0,-4-6 0,5-1-148,2 3 146,1-6 0,2-6 0,2-10 0,3-2-135,4-3 0,4-5 1,2-4-1,-1-2 77,0 2 1,1-5 0,-1 2 0,2-5-21,3 0 1,-1-5-1,4-1 1,1-4 25,-1-1 1,0-2-1,4-1 1,-4 0 85,-1 4 0,-2 7 0,-6 11 187,-3 5-97,-4 9 0,-6 10 0,0 11 0,-2 5 71,-2 4 1,0 5 0,-4-1 0,0 3-79,0 2 0,4 1 0,-6 2 0,0 2-92,2-2 0,-3-2 0,5-1 0,-1 2 4,1 2 1,-3-3-1,2 4 1,1-4-51,-1-1 0,-2-5 0,4 0 0,0 2-152,-1 1 0,4-5 1,-3-1-1,4-2-100,1 0 0,0 1 0,0-6 305,0 0 0,0-6 0,6-27 0,2-13 0</inkml:trace>
  <inkml:trace contextRef="#ctx0" brushRef="#br0" timeOffset="2">20544 15180 8486,'-6'-8'-561,"4"-5"1,-4 5-1,1-2 809,0 1 0,0 4-122,5-5 1,2 5 0,3-3-173,4 2 1,4-4-1,2 6 1,-1 0-18,0 3 0,1-4 0,-1 0 0,1 2-119,-1 1 1,2 2 0,1 0 181,3 0 0,12 20 0,-2 4 0</inkml:trace>
  <inkml:trace contextRef="#ctx0" brushRef="#br0" timeOffset="3">20803 15180 7825,'0'-15'-903,"0"7"997,0 2 1,0 7-92,0 4 0,0 3 1,0 7-57,0-1 0,0-4 1,0-1 12,0 2 1,0-3 31,0 2 14,0-7 1,2 4-4,3-7 0,1-7 0,5-2-4,-1-4 1,-1-2 0,4 1 0,-2 1-6,-1 4 0,-2-4 1,3 5 61,-1 0 1,-1-3-13,6 6 1,-6 0-37,1 5 1,-7 6 0,2 4-48,-4 3 0,-1-4 0,0 1 0,0 1-94,0 2 0,0 1 0,0 1 0,0-1 133,0 1 0,13-1 0,3 0 0</inkml:trace>
  <inkml:trace contextRef="#ctx0" brushRef="#br0" timeOffset="4">21120 15136 7911,'-15'0'-593,"3"2"0,0 1 622,3 2 1,6 1 0,-4-2-1,2 2 234,1 2 0,-1-3 1,5 4-187,0 3 1,0 0 0,0 3-48,0-1 1,0-4 0,1-2-16,4-2 0,3-1 0,7-5-48,-1 0 0,0 0 0,-1-2-19,-3-2 1,1 0 0,-5-5-26,2-2 1,-3-2 41,5-2 0,-7 1-10,2 0 0,-5 6 0,-5 3-61,-5 3 0,2 2 1,-1 0-130,-3 0 1,4 0-1,0 2 235,2 3 0,8 3 0,6 6 0</inkml:trace>
  <inkml:trace contextRef="#ctx0" brushRef="#br0" timeOffset="5">21451 14906 8450,'0'-14'-383,"0"6"1,-2 3 511,-3 10 1,4 3 0,-6 8 0,2 1-92,1 3 1,-3 5-1,4-2 1,-2 1-79,2-1 0,-3 1 0,-1 4 0,1-3-38,-1-1 1,1 0-1,3 3 1,-4-1-131,-1-2 1,5-2 0,-2 2 0,2-5-237,-2-3 0,4-1 444,-4-1 0,16-57 0,5-14 0</inkml:trace>
  <inkml:trace contextRef="#ctx0" brushRef="#br0" timeOffset="6">21350 15136 8450,'-8'-9'-276,"1"-1"-496,1-1 1,4 3 1042,-2-2-56,2 7 1,4-3-137,2 6 1,0 0 0,5 0-67,2 0 0,2 0 0,2 0 0,-1 0-39,0 0 1,1 0 0,-1-2 0,2-1 9,3-2 0,-3-4 0,4 2 0,-4-1-99,-2-3 1,5 3 0,0-1 0,-3-3 24,-5 0 0,2 2 0,-3 0 0,1-1 119,-1-2 0,-2-1 170,-4 0-55,-2-1 0,-2 7 0,-8 5-54,0 6 0,-5 5 0,4 7 1,-3-1-1,3 0 0,-4 2 0,3 2 0,-1 3-96,2 1 1,-4-3-1,5 4 1,-2-1-17,1 0 1,1-4-1,-2 1 1,4-1-8,-1 1 0,6-8 1,-4 4-23,3-3 34,2 1 0,2-6 0,3-6-19,4-4 0,3-8 0,0 1 0,1-3-12,3-1 1,2 0 0,-6-1 0,0 1 28,-3-1 1,-1 6-1,3 1 1,-1 0 12,1 0 0,-3 5 0,0-4 58,-1 1 25,4 4 0,-10-3 0,4 10 1,-3 5 21,-2 3 0,-2-4 0,-1 1 0,-3 1-70,-2 2 0,4 1 1,-2 1-53,0-1 0,4 0 0,-4 1 0,1-1-90,0 1 0,0-6 1,5 1-243,0 1 0,2 0 0,3-1-468,4-6 823,-2-2 0,31-34 0,2-8 0</inkml:trace>
  <inkml:trace contextRef="#ctx0" brushRef="#br0" timeOffset="7">21753 15194 7758,'-15'0'-362,"1"0"360,6 0-6,2 0 0,7 0-70,4 0 65,3-6 0,5 2 0,-2-4-81,-2 2 0,-5 0 0,2 2 19,0 0 143,-4-8 185,11 4-80,-12 0 1,4 2-1,-8 8-77,-2 2 1,0 0 0,4 4 0,-2 0-52,-2 0 1,0 1 0,5 6-68,0-1 1,0-4 0,0-1-109,0 2 1,0 2 0,0 2-196,0-1 0,2-5 0,2-1-411,6-1 736,3 4 0,33-35 0,9-1 0</inkml:trace>
  <inkml:trace contextRef="#ctx0" brushRef="#br0" timeOffset="8">21969 15108 8450,'0'-10'-596,"0"0"542,0 1 1,6 1 257,3 3 1,-1 5-111,2 5 1,-7 3 0,2 6-79,-3 1 1,-2 1-1,0 3-76,0 5 0,0-8 0,0-2 0,0-1-25,0 0 1,0-4-1,0 1 124,0 1-49,0-4 1,4-3 0,3-8-1,1-6-97,3-3 0,2-1 0,1-2 0,1-2-192,-1-1 0,5-2 299,0 2 0,-6 9 0,-6-2 0</inkml:trace>
  <inkml:trace contextRef="#ctx0" brushRef="#br0" timeOffset="9">22688 15108 8533,'0'-15'-482,"0"1"0,0-1 128,0 1 0,0 0 858,0-1-260,0 1 0,-2 6-228,-3 3 0,-1 7 0,-5 6 1,1 6 19,-1 2 0,-2 6 0,-1 2 1,0 4-43,-1 0 0,1 0 0,1-3 0,2-2-23,1-3 0,5 4 0,-3-5 0,2-1-82,3-2 0,1-2 24,2 1 1,7-7-1,1-5 1,1-5 49,1-2 0,-1-8 0,6 3 1,-2-4-17,-4-1 0,4-1 0,-3-1 0,1-1 34,-2-2 0,2-1 0,-4 6 0,1-2 47,3-3 0,-3 3 1,0-3-1,0 3 76,0 1 1,-5 6 196,2-1-217,3 7 0,-6-2 0,2 10-34,-2 4 0,-2 4 0,0 2 1,0-1-138,0 0 0,0 1 1,0-1-1,0 1-253,0-1 0,2 5 0,1 0 34,2-1 1,4-2 305,-4-2 0,6-6 0,-3-1 0</inkml:trace>
  <inkml:trace contextRef="#ctx0" brushRef="#br0" timeOffset="10">22961 15122 8389,'-1'-8'0,"-4"3"-254,-5 4 0,2 1 1,-1 0 221,-3 0 0,6 1 0,0 2 0,-1 4 123,-2 1 1,2 1-1,1 7 1,1 2-79,0 1 0,-4 0 0,4-4 0,2-1 36,1 1 1,2-6-1,0 1-49,0 1 1,2-5 0,2-1-21,6-3 1,3-4 0,1-3 0,1-6-89,-1-6 1,0-1 0,1-6 0,1 0-38,3 2 1,-5-6 0,2 4 0,-4-3 58,-1-2 0,2 1 1,1-3-1,-1-1 28,-4-1 0,2-2 0,-4 1 1,-1-3 51,1 0 0,2-2 0,-4 5 0,-2 4 132,-1 4 0,3 0 16,-1 7 0,-4 8 0,-6 11 0,0 8 4,-1 5 0,-4 8 0,1 3 0,-2 3-67,-3 2 0,6 1 0,-1 2 1,1 1-51,1-1 0,-4 4 0,8-1 1,-1 2-113,-2 3 0,6-4 1,-4 3-1,3-1-186,2-1 0,2 1 0,1-7 1,4-6 54,1-3 1,-4-2-1,6-6 1,1-1 213,2-4 0,-3-2 0,-1-7 0,20-45 0,9-11 0</inkml:trace>
  <inkml:trace contextRef="#ctx0" brushRef="#br0" timeOffset="11">23206 15151 8389,'0'-10'-655,"0"1"78,0-3 1,-2 6 752,-3 1 1,2 4 0,-6 2-1,-1 4-11,2 5 0,-5 2 1,5 3-1,-1-1-97,-1 1 1,5-1-1,-3 0 1,0 1-51,0-1 1,5 1-1,-2-1 25,4 0-42,1-6 1,6-1 0,4-9 0,2-3-94,3-4 1,-1-9 0,1-3-1,-1-1-83,0-4 0,6-1 1,-1-2-1,-2 1 1,-1-1 1,-1-2-1,-1-2 1,0-4 34,1 0 1,-2-4 0,-2 2 0,-2-2 112,3-2 0,-6 1 0,0 4 0,-1 4 67,0 4 1,0 7 125,-5 4 0,-2 10 0,-3 4 1,-3 6 8,0 9 1,-4 0 0,4 10 0,-2 1-24,0 3 0,2 3 1,-3 4-1,3 1-73,2 1 0,-4 6 0,4-4 0,0 0-154,-1 0 0,1 5 1,3-1-1,-2 2-101,2 2 1,1-4 0,2-3 0,0 0-50,0-4 0,2-4 0,1-4 0,3-6-25,2-7 1,2 0 248,4-6 0,20-58 0,4-19 0</inkml:trace>
  <inkml:trace contextRef="#ctx0" brushRef="#br0" timeOffset="12">23465 15050 8234,'-8'6'-222,"-3"-2"0,6 5 246,2 2 0,-4 4 0,1 2 56,-2 3 0,5-1 1,-2-5-1,2 1 6,-2-1 1,3 5 0,-3 0 0,2 1-153,-2 0 0,4-4 1,-4 3-1,3-3-489,2-1 0,0-1-474,0 1 1029,0-7 0,26-85 0,-10 25 0,0 0 0</inkml:trace>
  <inkml:trace contextRef="#ctx0" brushRef="#br0" timeOffset="13">23551 14849 8389,'-10'0'-407,"1"0"1,-1 0 97,-4 0 0,6 6 83,3 4 0,4 2 226,1 3 0,-7-1 0,-1 1 0</inkml:trace>
  <inkml:trace contextRef="#ctx0" brushRef="#br0" timeOffset="14">23681 14834 8405,'-15'0'-532,"1"0"0,-1 7 1,3 2 678,2 4 0,-1 3 1,6 2-1,0 2-100,-1 3 1,4 1 0,-4 5-1,1-1-73,0 1 0,0 0 1,5 0-1,0-1 23,0 1 1,0-2 0,0-1 0,0-4-132,0-1 1,0 3 0,0-5 0,0-1-208,0-2 1,0-7 340,0 1 0,13-26 0,3-2 0</inkml:trace>
  <inkml:trace contextRef="#ctx0" brushRef="#br0" timeOffset="15">23580 15180 7711,'1'-15'-472,"4"1"1,-3-1-1,4 1 524,1 0 1,-4 4-1,5 0 1,0 1 56,0 1 0,-3-3 0,4 4 5,2-1 1,2 5-1,2-2 16,-1 4 0,-4 1 0,-1 0 6,2 0 1,-3 1-96,2 4 1,-7 3 0,2 6 0,-4 1-55,-1-1 1,0 1 0,0-1 0,0 0-82,0 1 0,0-1 1,-1 1-1,-2-1-169,-2 0 0,0 1 0,5-1 263,0 1 0,13-39 0,3-10 0</inkml:trace>
  <inkml:trace contextRef="#ctx0" brushRef="#br0" timeOffset="16">23882 14906 8034,'-14'0'-1885,"-1"0"1887,1 0 0,6 2 1,1 3-1,3 4-34,-1 4 0,0 1 0,5 1 32,0-1 0,6 58 0,-2-29 0,0 0 0</inkml:trace>
  <inkml:trace contextRef="#ctx0" brushRef="#br0" timeOffset="17">23954 15165 8405,'-10'0'-352,"1"2"175,-2 3 1,3-4-1,0 6 264,1-1 0,2-3 0,5 7 37,0 1 0,2-3 0,3 0-148,4-2 0,-1-1 0,2-5 0,1 0-77,2 0 0,1-1 0,1-3 0,-1-2 17,0-2 0,-4 3 0,-2-4 0,0-1 58,0 2 0,-3-3 0,3 4 0,-2-1 13,-3-3 1,-1 3 12,-2-1 1,-6 1 0,-4-2 0,-3 5-8,-1 4 1,-1 1 0,1 0 0,0 0-78,-1 0 1,1 4 0,0 3-26,-1 1 109,1 1 0,12 19 0,4 2 0</inkml:trace>
  <inkml:trace contextRef="#ctx0" brushRef="#br0" timeOffset="18">24213 15021 7521,'-7'-8'-126,"4"2"0,-5 8 374,2 2 0,-4 0 0,4 5-181,-2 2 0,5 2 0,-4 0 0,3-2-82,-1-1 0,0-1-120,5 6 136,0-1 0,2-6-16,2-3 1,0-4 0,5-2-1,1-4-7,-2-5 0,4 2 0,-2 0 0,1 0 11,-1 0 1,3 5 0,-5-3 0,1 1 33,1 0 1,-5 0-17,4 5 1,-4 0 0,3 2 0,-2 3-254,-2 4 246,4 4 0,19 40 0,11 9 0</inkml:trace>
  <inkml:trace contextRef="#ctx0" brushRef="#br0" timeOffset="19">24831 15079 8526,'10'-5'-2688,"0"0"2601,-7 0 87,10-1 0,-5 4 0,1-4 57,1 6 7,-7 0-37,3 0 16,-6 0-163,0 0 120,7 0 0,-6 6 0,6 2 0</inkml:trace>
  <inkml:trace contextRef="#ctx0" brushRef="#br0" timeOffset="20">24860 15093 8308,'8'-9'0,"-3"-1"-541,-3-1 0,-2-2 1,0-1 496,0-1 0,4 6 0,1-1 317,-2-1 0,4-2-152,-2-1 1,1 1 0,-3 2-45,2 1 1,1 7 6,-1-2 0,-3 10 0,1 6-6,-6 7 1,-4-1 0,-4 7 0,2 0-18,-3-1 1,4 4 0,-1-3 0,-1 3-125,2 2 0,-3-7 0,6-1 0,0-2 21,-1 0 0,5 1 0,-4-6-136,3 0 0,4-6 88,3-3 0,2-5 0,8-5 0,-1-4 9,1-4 0,-1-1 0,0-2 0,1-2 29,-1-1 1,1-2-1,-1 3 1,0-2 20,1-3 0,-2 6 1,-2-3-1,-3 4 42,-2 2 0,5 0 111,-1-1-25,-4 7 0,-6 8 0,-8 11 31,0 7 0,-3-2 0,5 3 0,-1-3-78,1-1 1,0-1 0,2 0 0,0 1-21,0-1 1,3 1 0,1-1-36,0 0 0,1-6 0,4-3-14,5-3 0,3-2 0,1 0 0,0-2-24,1-3 1,-1-3 0,2-6-1,2 0-21,1-1 0,0-4 0,-5 0 0,1 1-24,-1 2 0,-4-3 1,-1 0 6,3 1 0,-1 2 1,-2 2-262,-4 0-219,-3 6 561,-2 1 0,-13 33 0,-3 6 0</inkml:trace>
  <inkml:trace contextRef="#ctx0" brushRef="#br0" timeOffset="21">25220 15064 8308,'0'8'-1219,"0"-1"1248,0-7 0,6 0 35,4 0 1,3-2 0,1-3-230,0-4 1,-1 1-1,-2 0 115,-1 1 0,0-2 1,2 2 4,-2 0 127,-4 3 0,-7 0 60,-4 8 1,2 3 0,-5 4 0,0-2-105,0 3 0,5 0 0,-2 3 0,3-1-130,2 1 0,0-1 0,0 0 0,0 1-8,0-1 0,8-1 0,5-2 0,6-3 100,4-1 0,19-12 0,10-5 0,6-2 0,1 0 0</inkml:trace>
  <inkml:trace contextRef="#ctx0" brushRef="#br0" timeOffset="22">25839 14978 8308,'-10'-8'-374,"0"3"1,1 4 0,-4 2 452,3 4 1,2 3 0,4 7-52,-6-1 1,-1 0 0,1 1 0,4-1-29,-1 0 0,6 1 1,-4-1-42,3 1 0,2-6-104,0 1 1,2-7 91,3 2 0,-2-8 0,7-4 0,1-1-8,2-3 0,1-2 1,-1-1-1,-2-1 5,-1 1 0,-1 0 0,6-1 0,-1 3 43,0 2 0,1-3 0,-1 5 1,-1-1 19,-3-1 1,2 7 142,-2-2-25,-4 3 0,-1 9 1,-10 2-33,-4 4 0,1 2 0,0-1-38,1 0 0,-2 1 0,2-1-19,-1 0 0,5-4-145,-2 0 42,4-7 1,7 3 0,4-6 2,3 0 0,1-6 0,0-2 0,1-2 13,-1 1 0,0-1 0,1-3 1,-2 2 19,-4 2 1,4 1 0,-3-4 95,2 3 0,-2 6 189,0-2 1,-7 5-168,2 5 1,-5-2-1,-4 6-96,0 3 0,-3 0 0,4 3-23,-2-1 1,0 0-1,5 1 1,0-1-240,0 1 0,0-6 0,0 1-386,0 1 657,0 2 0,32-18 0,8-5 0</inkml:trace>
  <inkml:trace contextRef="#ctx0" brushRef="#br0" timeOffset="23">26313 15021 8160,'-14'-6'-266,"0"4"0,-1-2 323,1 2 1,1 4-1,2 1 1,1 3-34,-1 2 1,3-3 0,-2 3 0,1 0-14,1 0 1,-3 1-53,6 6 1,-5-1-65,5 1 1,2-7 28,8-4 1,-2-2 0,7-2 0,1-2-41,2-2 0,0 0 0,-2-5 0,-2-1-60,3 2 1,0-5 0,3 4 120,-1-4 0,-1 3 0,-2 2 75,-1 2 1,-5 1 77,4 5 7,-6 0 1,4 7-1,-9 2-115,-3 4 1,4-3 0,-4-1-242,3 2 1,2 2 250,0 2 0,26-20 0,6-5 0</inkml:trace>
  <inkml:trace contextRef="#ctx0" brushRef="#br0" timeOffset="24">26630 14705 8308,'-10'-8'-126,"1"3"0,4 5 1,-5 6 212,-1 9 0,5-1 0,-1 7 0,1-2 25,-4 0 1,2 5-1,0-3 1,0 1-186,0 4 0,0 1 1,-3 2-1,2 0-19,-3 0 0,4-5 0,-1-1 0,-1 3-191,2 1 0,0-3 1,5-1-241,-2-3 1,0 0 326,5-6 1,2-6 195,3-3 0,22-48 0,11-13 0</inkml:trace>
  <inkml:trace contextRef="#ctx0" brushRef="#br0" timeOffset="25">26702 14863 7214,'-10'-5'-156,"1"0"0,4 1 1,-5 4 430,-1 0 1,3 1 0,-2 4-230,-1 5 0,-2-2 0,-1 1 0,1 2-69,4 2 0,-4 2 0,3-1 7,-2 0 0,-1 1 0,2-1-161,1 1 1,7-6 22,-2 1 116,3-7 1,9 3 28,2-6 1,4-4 0,2-1 88,-1 2 0,-4 1 78,-1 2 1,-4 0-72,4 0 0,-4 6-87,5 4 0,-7-2 0,2 1-62,-4 3 0,4 0 0,0 3 0,-2-1-175,-1 1 0,-1-6 0,3 1 1,2 1 236,2 2 0,8-5 0,6-2 0</inkml:trace>
  <inkml:trace contextRef="#ctx0" brushRef="#br0" timeOffset="26">26788 15036 7987,'-14'0'-1358,"4"0"1698,1 0-237,5 0 1,-2-2-57,6-3 1,2 4-54,2-4 0,3 2 0,4 0 0,-3-4-70,-2-1 1,6 3 42,-3-4 0,4-1-71,1-4 1,-6-1 90,-3 1 0,1 4 105,-1 1 1,-2 6 2,-7-2 0,-3 5 0,-4 3 0,3 3-3,2 2 0,-6 2 1,4 4-1,-1 1-31,-1-1 0,7 1 0,-3-1 0,1 0-66,0 1 1,0-1 0,5 0-159,0 1 0,7-1 0,4 1-116,7-1 1,-1-6-1,5-2 279,-1 1 0,50-18 0,7 1 0</inkml:trace>
  <inkml:trace contextRef="#ctx0" brushRef="#br0" timeOffset="27">27306 14993 8329,'8'-10'-1093,"-3"0"1526,-4 1-319,-1 1 1,0 3 0,0 10-107,0 4 1,-4-1 0,-1 2 0,2 1-53,1 2 1,-3 1 0,0 1 0,1-1-60,-3 0 1,6 1 0,-4-1 0,2 1-118,-2-1 1,3 0-1,-3 1-554,4-1 774,1-6 0,6-21 0,2-11 0</inkml:trace>
  <inkml:trace contextRef="#ctx0" brushRef="#br0" timeOffset="28">27464 14762 8329,'-9'0'-732,"-1"0"1,5 0 576,-4 0 0,6 7 1,-2 2 154,3 4 0,2 40 0,0 9 0</inkml:trace>
  <inkml:trace contextRef="#ctx0" brushRef="#br0" timeOffset="29">27507 14993 8329,'0'-10'-496,"0"0"197,0-1 1,0 3 0,0-1 344,0-3 0,0 4 101,0-1 1,0 4 60,0-5-99,0 7 0,-1-2-77,-4 10 1,3-2-1,-2 7 1,0 0-25,0-2 0,2 4 1,-3-2-8,4 3 0,1-4 0,0 1 46,0 1 0,0 2 0,0 1 18,0 1 1,0-6 0,0 1-33,0 1 1,0 2 0,-2 1-1,-1 1-187,-2-1 0,-8 5 0,1 0 0,-8 1 154,-2 0 0,-34-4 0,-13 5 0</inkml:trace>
  <inkml:trace contextRef="#ctx0" brushRef="#br0" timeOffset="30">28054 14863 8580,'2'-13'-391,"3"4"0,-4 1-412,4 3 0,-2-3 759,2-7 112,-3 7 0,4 0 0,-4 5 88,2-2-11,-2 1-67,4-3-1,-6 6 62,0-6 17,0 7-92,0-6 1,2 4 9,3-2-131,-4 2 12,6 2-49,-7 0-6,0 0-83,6 0 66,-4 0-54,4 0 50,-6 0 1,0 2-223,0 2 343,0-2 0,-19 23 0,-5-1 0</inkml:trace>
  <inkml:trace contextRef="#ctx0" brushRef="#br0" timeOffset="31">28069 14834 7762,'0'-14'-501,"0"-1"0,0 6 781,0-1 1,0 5-131,0-4 0,1 1 0,2-3 8,2 1 1,0 5 0,-3-4 46,2-2 0,-2 3-47,3-2 0,-2 7-100,2-2 0,-4 5 24,4 5 0,-5 4 1,-3 9-1,-3 3-57,-2 1 0,3 2 1,-5 5-1,-1 1-156,-2 4 1,0-4 0,2 4-1,2-2-65,-3 1 0,0-2 1,-3 2-1,1-2-105,-1-3 1,6-5 0,1-4 0,1-3-155,4-2 0,-3-4 455,1 0 0,0-9 0,5-1 0,0-6 0,0-9 0,0 1 0,0 0 0,0-1 0,0 1 0,0-1 0,0 1 0,0-5 0,-1 0 0,-3 1-2,0 2 1,-1 2-1,5-2 1,0-2 109,0-1 0,0 0 0,0 4 0,0 1 117,0 0 1,0 4 0,0 0-67,0-1 0,0 3 1,1 0-74,4 2 0,-2 1 0,7 5-66,1 0 1,2 0-1,1 0 1,1 0-18,-1 0 1,5 0 0,1-2-1,-1-1-23,2-2 1,-5 1-1,4 2 1,-1-1 14,1-2 0,0-1 1,-2 1-1,3-3-23,1 0 1,-4-3-1,1 4 1,-3-1-46,-2-3 1,1 0 0,-1 0 11,0 1 182,1 1-33,-7 1 0,-8 8 0,-10 9 1,-3 4-40,-1 1 1,0 5 0,-1 1 0,1-1-35,0 2 0,-1-4 1,2 6-1,2-1-45,2 0 1,-1 1 0,-3 1-1,2-3-21,1-1 0,6-4 1,-4 3 5,1-3 1,2-6 28,5 0 1,0-9 0,2 1-34,3-5 1,3-13 0,6 1 0,1-1 30,-1 0 1,0 2 0,1 0-61,-1-1 0,-4 6 101,-1-1-24,1 7 0,-2-2 7,-3 10 1,-4-2-1,-1 7 1,0 1-59,0 2 1,0 1 0,0 0-1,0 1-69,0-1 1,0 0-1,0 1 1,0-1-268,0 1 1,0-1 387,0 0 0,0-6 0,0-1 0</inkml:trace>
  <inkml:trace contextRef="#ctx0" brushRef="#br0" timeOffset="32">28515 14964 8386,'-7'-8'-95,"4"0"0,-7 5 15,-1-2 0,-2 0 0,-1 5 44,0 0 1,1 2 0,2 2-1,1 4 100,-1 0 1,3 5-1,-2-3 1,1 3-109,1 1 0,0-4 1,4-1-1,0 2 38,0 2 1,3-3-120,1-1 1,0-4 68,0 5 0,6-9 0,4 1 1,1-7-21,-1-3 0,2 0 0,-2-3 0,3 1 31,1-1 1,1-2 0,-1-1 0,0 1 2,1 4 0,-1-4 53,1 3 69,-1 4 1,-6 1-49,-3 10 0,-4 3 0,-2 6 1,-2 1-48,-2-1 1,-5 0 0,4 1 0,-1-1-37,1 0 0,0 1 0,2-1 1,0 1-187,0-1 0,3-4 237,1-1 0,-7-6 0,-1 4 0</inkml:trace>
  <inkml:trace contextRef="#ctx0" brushRef="#br0" timeOffset="33">28802 14705 8368,'0'-15'-1060,"0"1"1112,0 0 0,0 12 0,-1 7 1,-3 6 79,0 3 1,-3 6-1,4 0 1,-3 3-143,-2 2 1,4 1-1,-2-1 1,1-1-77,1 2 0,-6 0 0,5-1 0,2-1-125,1 2 1,-2-4 0,-1 2 0,0 0-647,-1-2 857,4-1 0,-4-6 0,6-1 0</inkml:trace>
  <inkml:trace contextRef="#ctx0" brushRef="#br0" timeOffset="34">28644 14964 8368,'-8'-15'-247,"3"1"0,2 1 1,0 2 89,-2 1 1,2 6 0,8-4 196,4 1 0,2 1 0,1 3 0,-3-2-23,2 2 0,4 1 0,2 2 0,3 0-160,-3 0 0,4 0 0,0 2 143,1 2 0,15 17 0,8 10 0</inkml:trace>
  <inkml:trace contextRef="#ctx0" brushRef="#br0" timeOffset="35">29277 14949 8392,'-8'-6'-1138,"0"4"1327,3-2 0,2 4-63,-7 4 1,7 4-1,-2 7-157,4-1 1,-4 1 0,0-1 0,0 0 19,-1 1 0,4 4 0,-4 0 1,1-1-178,1-2 1,-3-4 0,4 0 0,-2-3-277,2 2 1,0 1 463,-2-3 0,23-41 0,-1-16 0</inkml:trace>
  <inkml:trace contextRef="#ctx0" brushRef="#br0" timeOffset="36">29306 14834 8392,'1'-17'-581,"3"-1"224,0 0 0,1 6 1,-5-7 458,0 3-93,7 8 1,-6 3 0,4 10-186,-3 4 0,-4 6 0,-1 2 176,-2 2 0,-6 19 0,-2 7 0,1 3 0,0-1 0</inkml:trace>
  <inkml:trace contextRef="#ctx0" brushRef="#br0" timeOffset="37">29435 14993 8392,'-9'0'-584,"-1"0"0,5 0 593,-4 0 273,6 0-306,-4 6 51,7 2-14,0 0 0,2-2-34,3-6 0,1-1 0,5-4 0,-1-3-16,1 0 0,2-5 1,1 4-1,0-4 29,1-2 1,-6 6 0,1-1 81,1-1 0,2 0 39,1 1 0,-4 4 1,-2 7-56,-2 4 0,-1 3 0,-5 7 0,0 1-223,0 3 0,0-2 1,0 7 164,0 2 0,7 39 0,1 12 0</inkml:trace>
  <inkml:trace contextRef="#ctx0" brushRef="#br0" timeOffset="38">30126 14906 8478,'8'-14'-340,"-2"-1"0,-4 1 3,3 0 0,-4 4 0,6 2 0,-3 0 548,1 0 0,6-2 1,-3-4-2,0 0 1,0 4-1,-4 1-30,0-3 1,6 4 260,-5-1-416,0 6 1,-7-4 0,-3 9-66,-4 3 0,-4 3 0,-2 8 0,1 1 6,0 2 1,-1 5-1,1-5 1,-1 1 19,1 0 0,0-2 1,-1 4-1,3-1 11,2-3 0,-1 3 0,6-2 0,0-2-13,-1-1 0,4-1 1,-1-1-76,6 0 0,0-4 1,7-2-1,1-2-146,2-2 0,3-3 0,1-1 0,3 0-167,-3 0 1,4 0 403,-2 0 0,32-25 0,4-7 0</inkml:trace>
  <inkml:trace contextRef="#ctx0" brushRef="#br0" timeOffset="39">30399 14935 8478,'0'-14'-531,"0"-1"0,0 1 154,0-1 0,-1 6 1139,-4-1-597,3 1 0,-6 1-95,3 3 0,-3 5 0,-4 5-39,2 4 0,-3 4 0,5 1 0,-1 1-22,-1-1 0,5 1 0,-3-1 1,0 0-17,0 1 1,4-1-1,-4 1-29,1-1 0,2 0-63,5 1 59,0-7 1,2-2-1,3-8 1,4-1-51,4-2 0,2-6 0,-1 2 0,0-4 7,1-1 1,-1-1 0,0 1 0,1-1 31,-1 1 1,-4 0-1,-1 1 1,1 2 42,-2 1 0,3 5 1,-4-3 131,1 2-35,-5 1 1,3 7-58,-6 2 0,0 4 1,0 7-1,-1-2-23,-4-4 0,3 4 0,-4-3-115,-1 2 0,6 3 0,-4-1-215,3 1 0,2-1 321,0 0 0,0 1 0,0-1 0</inkml:trace>
  <inkml:trace contextRef="#ctx0" brushRef="#br0" timeOffset="40">30701 14777 8478,'0'-15'-520,"0"1"0,-4 0 559,-1-1 1,-2 7 105,3 3 1,0 4-1,-4 2-106,2 4 1,-4 3 0,4 7-20,-2-1 1,5 0 0,-2 1-1,3-1-100,2 0 1,0 1 0,0-1 46,0 1 0,0-1 0,0 0 17,0 1 0,0-6 0,0 1 25,0 1 1,0 2 0,0 1 6,0 1 1,-1-6 0,-4 1-53,-5 1 0,2-3 1,-1 0-1,-2 0-70,-2 0 0,3-3 0,1 3-84,-3-2 0,0 4-498,-3-5 688,7-1 0,2-4 0,6 0 0</inkml:trace>
  <inkml:trace contextRef="#ctx0" brushRef="#br0" timeOffset="41">30687 14949 8344,'-14'0'-1354,"6"0"1439,1 0 0,9 0-105,3 0 1,3-1 7,6-4 1,0-1 0,1-6 2,-1 3 0,-4 6 1,-2-4 107,-2 1 0,0 3 182,-1-7-122,-3 7 1,3-2-109,-10 10 0,3-2 0,-4 5 1,1 0-26,0 0 0,0-3 0,4 4-40,-4 3 1,4 0-292,-4 3 1,3-1-174,2 1 1,6-3 477,4-2 0,28-10 0,9-8 0</inkml:trace>
  <inkml:trace contextRef="#ctx0" brushRef="#br0" timeOffset="42">30932 14849 8344,'-2'-8'-700,"-1"1"384,-2 1 364,0 4 1,5-3-41,0 10 1,0-2-1,0 7 27,0 1 0,0 2 0,0 1-71,0 1 1,5-6-1,0 1 16,-2 1 1,-1-3-1,-2 2-100,0 1 0,-2 2-84,-3 1 1,-1 1 0,-5-3 0,3 0 203,1-3 0,-4 1 0,-3-2 0,-9-2 0</inkml:trace>
  <inkml:trace contextRef="#ctx0" brushRef="#br0" timeOffset="43">31320 14849 8367,'0'-15'-610,"2"2"0,1 2 443,2 2 1,-1 4 340,-4-5 1,2 2 195,3-1-323,-4 2 1,6 9-1,-7 3-24,0 4 1,-2 4 0,-1 1 0,-3 1-35,-2-1 1,4 1-1,0-1 1,0 0-6,0 1 1,2-1 0,-3 1 0,2-1-77,-2 0 1,4 1-108,-4-1 134,3 1 0,4-7 0,3-4-39,4-2 0,-1-4 1,2-1-1,1-3 13,2-2 0,-4 0 0,1-3 44,1 1 0,2 0 58,1-4 1,-4 6 0,-2 2 50,-2-1 0,1 6 143,-3-4-86,-2 3 1,6 4 146,-3 3-177,-4-4 1,7 10-1,-4-4-47,0 1 1,3-5-2,-2 2 0,-2-4-43,6-1 0,-4 0 1,5 0-2,1 0 1,-3 0 0,0-1 0,-2-4 1,4 2-1,-4-5 1,1 0-12,-1 0 0,1 0 0,-4-3-28,2 1 1,4 0-205,-4-4 1,0 4-538,-5 1 782,0-1 0,0-11 0,0-1 0</inkml:trace>
  <inkml:trace contextRef="#ctx0" brushRef="#br0" timeOffset="44">31838 14575 7943,'-8'2'9,"2"1"0,1 3 40,0 2 0,-1 2 1,2 4-1,-2 2 7,-2 4 1,3-3 0,-3 7-1,0 0-87,0-1 1,3 4-1,-4-3 1,-1 1-56,2-1 0,-5 3 0,5-4 0,-1 1-31,-1 0 1,2-7 0,-3 1-1,3-5 21,2-4 0,1-4 0,3 3 1,-3-1 1,5-4 54,0-8 1,2-3 0,8-6-1,1-1-62,2 1 1,1-1-1,-1 1 1,-2 0-31,-1-1 0,-1 1 0,6-1 150,-1 1 0,0 1 1,-1 2 92,-3 1 1,-2 7 61,-3-2 1,-4 5 24,4 5 1,-5 3 0,-3 7-153,-2-1 0,-5 0 1,6 1-1,0-1-62,3 1 1,-4-1-1,0 0-196,2 1 1,1-6 0,2 1-68,0 1 0,2 0 279,3-1 0,22-10 0,11-8 0</inkml:trace>
  <inkml:trace contextRef="#ctx0" brushRef="#br0" timeOffset="45">31910 14921 8367,'-7'-8'-1226,"6"0"1649,-4 3-382,-3 3 1,8-4-100,0 6 0,2-5 0,7 0-13,2 2 1,-3-3 0,2-1 19,1-1 1,-3 3-1,2-3 9,1 2 0,-5 0 143,-1 1 0,3 3 0,-8-4 1,2 7-1,-7 3 6,-3 0 0,3 6 1,-3-4-1,0 2-63,0 4 1,3 0-1,-3 3-51,2-1 1,1-4 0,5-1-158,0 3 0,0 0-274,0 3 0,2-1 34,3 1 0,3-7 404,6-4 0,26-15 0,6-5 0</inkml:trace>
  <inkml:trace contextRef="#ctx0" brushRef="#br0" timeOffset="46">32126 14863 8043,'9'0'-625,"1"0"972,-7 0 1,2 6-161,-10 4 0,2 3 0,-5 1-78,1 1 1,-2-1 0,2-1 0,1-2-363,0-1 0,1-6 0,3 4 90,-3-1 142,4 4 0,-4-9 1,8 1-3,2-6 0,6-1 0,-1-5 1,1-2-47,-1-2 0,7 3 1,-2 1-1,1-3 33,0 0 1,-2-3 0,0 2-1,1 2 25,-1 2 1,0 5 0,1 0-1,-1 2 38,1 2 1,-6 0-1,-1 2-2,-1 2 1,2 4-1,-4 7 1,0 1-26,1 3 0,2 29 0,7 13 0</inkml:trace>
  <inkml:trace contextRef="#ctx0" brushRef="#br0" timeOffset="47">20415 16129 9784,'0'-9'-1054,"1"1"323,4 1 0,-3 1 902,3 1 0,-4-3 0,1-5 65,3 4 1,-4-4-60,4 3 1,-3 2 87,-2-1-187,6 5 0,-5 0 0,4 8-52,-3 6 0,-7 3 0,-1 1 0,-1 2-46,1 3 0,-5-1 0,3 4 0,-2 1-20,1-1 1,4-3-1,-3 4 1,1-2 17,4-4 0,-3-1 1,1-2-1,0-1-48,-1-3 32,4 3 0,-3-13 0,10 0-19,5-8 0,1-5 0,0-3 0,-1-2-40,1-1 0,2-5 0,1 5 0,1 0 54,-1-2 0,0 5 0,1-5 0,-1 2-10,0 0 0,-4 0 1,0 4 133,1 1 0,-3 1 69,1 3 0,-5 6-49,0 8 0,-4 0 0,-3 5 0,-2 2-23,2 2 1,0 2 0,0-1 0,-2 0-34,2 1 0,0-1 0,-1 1-66,0-1 0,-1 0 1,5 1-102,0-1 1,0 1 39,0-1 0,0-4-60,0-1 1,1-6 7,4 2 0,2-5 0,4-3 1,-3-4-21,-2 0 1,5 2 0,-1-3 4,3 1 1,-4-2-1,1 2 147,1-1 1,-3 5 0,2-2-14,1 4 0,-3-4 46,1 0-43,-5 0 1,-4 25-1,-8 4 1</inkml:trace>
  <inkml:trace contextRef="#ctx0" brushRef="#br0" timeOffset="48">20602 16244 8148,'-8'-9'-684,"3"-1"0,3 1 726,2-6 1,2 1-1,1-1-18,2 1 1,5 0-1,-4-1 1,2 2-37,3 4 0,-3-4 0,2 3 0,-1-2 20,-1-3 0,5 1 73,-3-1 0,-2 7 2,1 4 0,-6 4-50,2 4 1,-3 4-1,-2 7 1,0-1-25,0 1 0,0-1 1,0 2-1,0 2-30,0 1 1,-2 0 0,-1-5 0,-2 2-40,2 4 1,1-4 0,2 3 0,0-3-127,0-2 1,0 0-1,0 1-296,0-1 482,0-6 0,13-14 0,3-10 0</inkml:trace>
  <inkml:trace contextRef="#ctx0" brushRef="#br0" timeOffset="49">20861 16072 8086,'0'-8'-32,"0"3"25,0 10 1,0 3-1,0 6-9,0 0 0,0 1 0,0-1-101,0 1 0,0-1 0,0 0 55,0 1 0,1-6 13,4 1 0,-2-7-28,7 2 1,-1-5 0,6-3-25,-1-2 0,-4-6 0,-1 3 0,1-2 26,-2 1 0,3-1 0,-4-3 0,-1 2 73,0 1 1,4 6 0,-4-4 156,2 1-14,-4 2 1,2 7-88,-6 3 0,0 3 0,0 6-87,0 1 1,0-1-1,0 0-93,0 1 1,0-1 0,2-1-1,1-2 126,2-1 0,19-13 0,0 1 0</inkml:trace>
  <inkml:trace contextRef="#ctx0" brushRef="#br0" timeOffset="50">21235 15928 8487,'0'-15'-646,"0"1"699,0 6 0,0 8 1,-2 10-1,-1 4-24,-2 5 1,0-3 0,4 5-1,-2-2-3,-2 0 0,0 5 0,3-3 0,-1 0-66,-2 0 0,1 3 0,2-5 1,-1 0-191,-2 2 0,0-4 1,5 6-1,0-2-268,0-4 1,0-6 497,0-1 0,7-7 0,26-29 0,14-13 0</inkml:trace>
  <inkml:trace contextRef="#ctx0" brushRef="#br0" timeOffset="51">21407 15885 8052,'-1'12'-349,"-2"0"0,-2-3 388,2 2 0,-4 7 0,2 3 0,1 0-46,-3-1 0,6 6 0,-4-4 0,2 2-7,-2 0 1,3 0 0,-3 3 0,2-1-167,-2-2 0,4-6 0,-4 2 0,3-1-528,2 1 708,-6-1 0,4-11 0,-4-2 0</inkml:trace>
  <inkml:trace contextRef="#ctx0" brushRef="#br0" timeOffset="52">21335 16100 8487,'0'-9'-918,"0"-1"0,2 5 1035,3-4 1,-2 1-47,7-2 1,-2 2 0,3 5-6,-2-2 1,-4 0 16,5 5 0,-2 2 0,3 1-60,-1 2 0,-7 1 0,3-1-130,1 5 1,-6-2 0,4 1 17,-3 3 0,2 0 1,1 3-38,-2-1 1,-1-4 0,-2-1 0,0 3-41,0 0 1,0-2 0,0 0 165,0 1 0,-6 8 0,-2 3 0</inkml:trace>
  <inkml:trace contextRef="#ctx0" brushRef="#br0" timeOffset="53">21537 15942 7799,'0'-9'-354,"0"-1"0,-2 7 372,-2-2-204,2 3 1,-4 4 185,6 3 0,0 16 0,0 9 0</inkml:trace>
  <inkml:trace contextRef="#ctx0" brushRef="#br0" timeOffset="54">21710 15841 8487,'-10'10'0,"2"0"0,0-1-325,0-1 0,5 10 0,-4-4 0,3 2 368,-1 0 1,-2 5 0,4 3 0,-2 5 20,2 4 0,-3-1 0,-1 5 0,-1 0-65,-3 0 0,3-1 0,0 4 0,2-3-54,3-2 1,-4-1 0,1-5 0,-1-2-38,1-3 1,0-3 0,2-7 0,0 0-76,1 1 1,1-6 0,0-1 23,-2-1 1,2-4 0,-3-8 82,4-5 0,2-2 0,2-3 0,2-1 60,-2-3 0,4 3 0,-1-5 0,0 2 0,1 0 0,2-5 0,-2 3 0,-1-1 0,1-4 0,2 4 0,-2-2 0,-1 0 0,0 2 0,4-6 0,-4 6 0,2-2 24,4 0 1,-4 6-1,0-1 1,0 3 82,0 2 1,-4 1 0,6 3 447,1 6-426,-4 2 0,4 8 1,-6 4-48,-2 3 1,-2 1 0,-1 1-71,0-1 1,0 0 0,-1 1-66,-4-1 1,2 1-1,-5-1 1,0 0-133,0 1 0,3-6 0,-3 1 0,0 0-124,0-2 1,5 4 308,-2-2 0,-3-4 0,0 1 0</inkml:trace>
  <inkml:trace contextRef="#ctx0" brushRef="#br0" timeOffset="55">21925 15798 6853,'-8'7'146,"2"2"1,1 4 44,0 1 1,1 2-1,2 4 1,-1 2-161,-2 0 1,0 6 0,5-4-1,-1 3-63,-4 1 1,3 1 0,-3 0-1,2 0-119,-2 0 1,4-1-1,-4 0 1,3-3-172,2-1 0,0-6 1,0 1 321,0-3 0,7-21 0,1-5 0</inkml:trace>
  <inkml:trace contextRef="#ctx0" brushRef="#br0" timeOffset="56">21969 16115 7838,'0'-8'-226,"1"0"255,4 3 1,-2 3 0,5-4-111,-2 0 1,4 2 0,-4-4-1,1 0-30,-1 0 1,4 4 0,-4-4-47,2 1 1,-5-4 79,2 1 98,-3 4 1,-4 0 0,-1 7 158,-2 4 0,-4-2 1,4 7-1,2 1 16,1 2 1,2 1 0,0 1-297,0-1 1,2 0-1,2-1-680,6-3 780,3 3 0,52-25 0,14 3 0</inkml:trace>
  <inkml:trace contextRef="#ctx0" brushRef="#br0" timeOffset="57">22860 15870 6575,'-9'0'205,"-1"0"161,7 0-239,-3 0 1,7-5-1,3-1-57,0-2 0,3 3 0,-3-3 1,4 0 11,0 0 1,5-1 5,-3-6 1,1 1-59,-1-1 0,1 6-126,-6-1 0,-7 9 0,-8 1 24,-2 8 1,-4 4 0,-2 3 0,-3 1 50,-1 3 0,3-1 0,-4 6 0,1 1 16,0 2 1,4-3 0,-1-1 0,4-1 9,6 0 0,-2-4 1,6 1 5,2-3 0,3-3 1,4-3-35,6-6 1,0-2 0,4-4-39,7-2 1,-2 0 0,0-4 0,-3 0 4,-1 0 0,-6 4 1,1-6-1,1 0-9,2 2 1,-4-3 89,1 6 62,-7-6 1,2 11-1,-8 0 1,-4 7 54,-1 1 1,-1 4 0,-6 0 0,3 4-57,2 3 1,-3 0-1,5-5 1,-1 1-26,-1-1 0,7 1 1,-2 1-217,3 3 0,2-3 1,0 3-75,0-3 1,7-3-1,2-4 1,4-4-477,2-3 705,-1-2 0,39-19 0,9-5 0</inkml:trace>
  <inkml:trace contextRef="#ctx0" brushRef="#br0" timeOffset="58">23048 16043 8498,'-15'0'-813,"6"0"692,-1 0 1,5 0-1,-3 1 172,2 4 1,1 3-64,5 7 0,-5-1 1,0 0 51,2 1 0,2-6 0,1 1-359,0 1 230,0-4 0,1-1 1,4-6-5,5 0 1,-2-2 0,1-2 19,2-6 1,2-3 0,2-1 38,-1-1 1,-1 6 0,-2 1 39,-2 1 1,-4-2 238,5 4-194,-1 0 0,-1 7-114,-3 3 0,2 3 0,-3 6-448,0 0 511,-3-6 0,12 24 0,3 0 0</inkml:trace>
  <inkml:trace contextRef="#ctx0" brushRef="#br0" timeOffset="59">23350 16014 8265,'-15'0'-643,"6"0"1,1-2 805,1-2 8,-4 2 1,5-3 0,-4 10-93,5 5 0,4-2 0,1 1-97,0 2 1,0 2 0,0 2-112,0-1 1,0-4 0,0-1-21,0 2 0,0-3 1,1 0-1,3 0-126,0 0 1,6-3 274,-5 5 0,19-13 0,0 1 0</inkml:trace>
  <inkml:trace contextRef="#ctx0" brushRef="#br0" timeOffset="60">23422 16100 6754,'-8'7'39,"-4"-4"89,8 7 0,-1-6-31,5 6-61,0-7 0,1 8-42,4-6 0,3 0 1,5-7-41,-3-2 0,2 2 1,-4-4-24,0-1 1,4-1 49,-8-6 0,6 4 10,-5 1 0,-2 5 15,-8 0 0,-3 2 0,-6 2-189,-1 0 1,1 6-94,0 4 0,1-2 276,3 2 0,4 18 0,6 11 0</inkml:trace>
  <inkml:trace contextRef="#ctx0" brushRef="#br0" timeOffset="61">23637 16086 8449,'0'-8'-165,"0"2"0,-1 6 1,-2 1-1,-2 4 239,2 5 1,-4 2-1,1 3 1,-1-1-75,1 1 1,0-3 0,2 0 0,0-3 34,0 2 1,3 2 67,1 2 1,1-7-110,4-4 1,-2-8 0,7-4 0,0-4-90,-2-2 1,4 3-1,-2-8 1,1 1-50,-1-1 1,3 1-1,-5-4 1,1-1 54,1 1 0,-5 3 1,3-5-1,0 0 41,0 2 1,-5-6 0,1 6 0,-2-2 32,-2 0 1,0 6 0,0-2-1,0 0 38,0 1 1,0 5-10,0 4 1,-2 9 0,-1 1 29,-1 8 0,-1 4 0,3 4 0,-1 4 44,-2 4 1,0-2 0,4 2 0,-2 0-79,-2-2 1,0 6 0,5-4 0,-2 1-93,-2-1 1,2 3-1,-3-3 1,4 2-136,1-2 1,0 1 0,0-4 0,0 0-300,0 0 516,6-2 0,21-17 0,11-4 0</inkml:trace>
  <inkml:trace contextRef="#ctx0" brushRef="#br0" timeOffset="62">23824 16129 7866,'-14'0'-768,"0"0"934,6 0 0,1-1-164,7-4 0,2 3 1,3-4-18,4-1 1,-1 6 0,0-6-1,0 3-16,0-1 0,-3-5 0,3 4 0,-2-2-17,-2-3 1,2 3 28,-1-2 27,0 0 0,-5 1 37,0-1 0,-2 9 0,-1 1-18,-2 8 0,-5 0 0,6 1 0,-1 2-14,-2 2 0,6 2 0,-4-1-29,3 0 1,2 1-1,0-1-94,0 1 1,0-1 0,0 0-286,0 1 0,0-6 395,0 1 0,20-7 0,4 4 0</inkml:trace>
  <inkml:trace contextRef="#ctx0" brushRef="#br0" timeOffset="63">23968 16057 8425,'0'-9'-722,"0"-1"898,0 0 1,7 2-117,2 4 0,-1 2-54,2 2 1,-2 6 0,1 4-35,-4 3 1,-2 1-1,1 1 1,0-1 13,0 0 1,-3 1-1,-2-1 1,-3 1-20,0-1 0,-1 0 0,3 1 32,-3-1 0,4-4 22,-4-1-57,3-5 1,2-4 0,2-10-1,3-3-40,4-1 1,4-5 0,2-2 0,-1 0-127,0 0 1,1 0 0,-1 4 201,1-2 0,25-45 0,-17 29 0,0-1 0</inkml:trace>
  <inkml:trace contextRef="#ctx0" brushRef="#br0" timeOffset="64">24716 15841 8449,'10'-19'-29,"0"0"0,-6 0 0,4 4 1,0 1-162,0 0 1,-3-5 0,3-1 323,-1 3 1,2 1 0,-4 1 142,-2 1 0,4 4-175,-3 1 0,1 7 0,-5 2-36,0 8 1,-1 11-1,-3 4 1,-2 1-60,-2 0 0,3 5 0,-3 4 0,0-1-55,0-2 1,0 1-1,-3 1 1,1 1-56,-1-1 0,3-1 1,-1-3-1,-1 1-63,2 0 1,-3-2 0,4-1 88,-1-2 1,5-7 41,-2 3 1,4-12 0,1-8-27,0-8 0,1-5 1,4-3-1,5-2-28,3-1 1,-4-2 0,1 4-1,1-4 19,2-2 0,1 6 1,1-2-1,-1 1 41,0-1 0,1 5 0,-1-2 0,-1 4 69,-4 1 1,4 3 74,-3-1 1,1 7 0,-1 2 38,-6 8 1,-2 5 0,-2 3 0,0 1-99,0 3 1,-2 0 0,-1-2-1,-2 1-36,2-1 0,2 2 1,1 0-1,0-3-64,0-1 1,0-1 0,0-1 0,0 0-301,0 1 0,0-1 0,0 1-439,0-1 783,0 0 0,12-25 0,4-6 0</inkml:trace>
  <inkml:trace contextRef="#ctx0" brushRef="#br0" timeOffset="65">25033 16014 8449,'-8'2'0,"2"1"15,-1 2 0,6 1-12,-4-1 0,-2-2 0,3 7-141,0 1 0,3-3 0,1 1 66,0 3 1,0 0-1,0 3-203,0-1 1,0 1 0,0-1-488,0 0 762,0-6 0,25-20 0,7-12 0</inkml:trace>
  <inkml:trace contextRef="#ctx0" brushRef="#br0" timeOffset="66">25105 15942 8449,'-5'-14'-925,"0"-1"0,0 6 724,5-1 207,-6 7 1,4 3 0,-2 10 0,2 2-102,2 3 0,0 1 0,0 1 95,0 3 0,6 24 0,2 3 0</inkml:trace>
  <inkml:trace contextRef="#ctx0" brushRef="#br0" timeOffset="67">25220 16072 8449,'-14'0'-636,"4"0"1,0 1 862,-1 4 0,0-2 0,1 7 0,4-1-206,0-1 1,4 5-1,-3-3 58,4 3 0,1 1 72,0 0 0,1-6-136,4-3 0,3-10 0,6-4-64,1-4 1,-1-1-1,1-1 1,-1-1-77,0-3 1,1 3 0,-2-3-1,-2 1 13,-2-1 0,1 1 0,4-4 0,-1 0 25,-3-1 1,2 4 0,-4-5-1,0-1 25,-3-3 0,2 4 0,-3 2 0,0 1 73,-3 4 0,-1 1 0,-1 1 22,-4 1 1,2 6-1,-5 5-10,1 6 1,1 5 0,3 6-1,-2 2-7,2 3 0,-4-1 1,2 6-1,2 0-56,2-2 0,1 6 1,0-4-1,-2 3-180,-3 2 0,4-2 1,-4-2 219,3-1 0,2 32 0,0 13 0</inkml:trace>
  <inkml:trace contextRef="#ctx0" brushRef="#br0" timeOffset="68">25493 16086 8402,'-14'0'-462,"0"0"0,-1 5 0,1 1 495,-1 2 0,6-3 1,1 5-1,0 1 94,0 2 0,5 1 1,-2 0-89,3 1 0,2-6 0,2-1 45,3-1 1,-2-2 0,6-5-47,3 0 0,-1-7 0,0-2 0,-1-3-54,1 3 0,0-9 0,0 4 0,-1-2-70,1 0 1,0-3-1,0-1 1,-1 1-13,1-2 1,-3 4-1,0-5 1,0-1 36,0 1 0,0-1 0,2-2 1,-4 1 15,0-2 0,-4-1 0,4-2 0,-1 0 26,0 1 0,0 4 1,-5 1-1,0 3 77,0 2-15,0 8 0,-2 6 0,-1 10 1,-3 7 26,-2 4 1,3 9 0,-3-2 0,1 3-43,4 2 0,-3 0 1,1-1-1,2 1-112,1 0 1,1 0 0,-3 0 0,0-1-110,0 1 1,3 0 0,1 0 0,0-1 192,0 1 0,13-6 0,3-3 0</inkml:trace>
  <inkml:trace contextRef="#ctx0" brushRef="#br0" timeOffset="69">25695 16043 8402,'-8'-7'-1741,"1"4"1682,7-6 1,0 4 213,0-5 0,2 2-45,3-1 0,-4-4 191,4 3-64,3 4-199,-6 0 1,2 10-1,-7 3 1,-1 1-44,0 3 0,1 2 1,0 1-68,-2 0 1,-1 1 0,3-1-1,-2 1-60,2-1 1,1 0 0,2 1-256,0-1 0,0 1 387,0-1 0,26-19 0,5-4 0</inkml:trace>
  <inkml:trace contextRef="#ctx0" brushRef="#br0" timeOffset="70">25795 16028 8402,'0'-9'-925,"0"-1"1005,0 7 1,0-2-35,0 10 1,0-2 0,0 7-108,0 1 0,-1-3 0,-2 2-63,-2 1 1,0-3-5,5 1 57,0-5 1,2 2 20,2-6 0,3-2 0,4-1 1,-1-3 15,1-2 0,-3 3 1,1-3 74,3 2 1,0-4 91,3 5 1,-7 2-109,-3 8 1,-4 3 0,1 5 0,1-2-103,2-2 0,0 1 0,-5 4 0,1 1-301,4-1 378,-3 1 0,29 31 0,1 8 0</inkml:trace>
  <inkml:trace contextRef="#ctx0" brushRef="#br0" timeOffset="71">26515 15928 8402,'0'-15'-342,"0"1"0,0 0 119,0-1 1,0 1 471,0-1 0,0 1-120,0 0 0,-7 6-56,-2 3 0,-2 10 0,-1 3 0,4 1 1,2 1 0,-4-1 0,6 6 0,-1-1-55,-2 1 1,6-1 0,-4 0 0,3 1-124,2-1 0,-4 1 0,-1-1 1,2 0 84,1 1 0,2-6 0,0 1 0,0 1-2,0 2 1,0 1 0,0 1 14,0-1 1,0-4-1,0-1 5,0 2 1,-6 2 0,-2 2-99,0-1 1,-5-4 0,3-2-54,-2-2 0,-3 4 1,1-6-158,-1 0 0,6-3-16,-1-1 0,9-1 325,1-4 0,38-48 0,-11 18 0,0 0 0</inkml:trace>
  <inkml:trace contextRef="#ctx0" brushRef="#br0" timeOffset="72">26673 15784 8133,'2'-8'-252,"2"3"0,-2 5 469,3 5 1,-4 4-1,-1 9 1,-1 1-137,-4-1 0,3 3 0,-4-1 0,1 1-127,0 0 1,1 5-1,2-2 1,-1 1-78,-2-1 0,-1 3 0,2-4 0,-2 1-234,-2 0 1,3 0-1,-3 3 1,0-3-393,0-5 749,5 3 0,-16-12 0,3 3 0</inkml:trace>
  <inkml:trace contextRef="#ctx0" brushRef="#br0" timeOffset="73">26544 16057 8402,'6'-14'-569,"-4"-1"0,4 3 0,-1 0 496,0 3 1,6 4 0,-2-3 105,4 2 1,1 1 0,1 5-95,-1 0 0,1 0 0,-1 0 61,0 0 0,7 19 0,2 5 0</inkml:trace>
  <inkml:trace contextRef="#ctx0" brushRef="#br0" timeOffset="74">26860 16043 8402,'-8'-15'-411,"2"6"35,6-1 1,-7 7 415,-2-2 1,1 8 0,-2 4 0,0 1-15,3 3 1,-6-3-1,5 2 1,-2 1 12,1 2 0,4 1 0,-3 0-87,1 1 0,1-1 1,1 1 0,5-7 23,0-4 1,2-2-1,7-2-18,3 0 0,-4-5 0,0-1 1,0-2-10,0-3 0,0 3 0,3 0 1,-3 0 20,-2 0 1,4 3 0,-4-3 43,2 1 1,-3-2 193,4 4-176,-5 0 0,2 12-141,-6 2 0,0 4 0,0 1-11,0 1 1,0-6-1,0 1 120,0 1 0,19-4 0,5-1 0</inkml:trace>
  <inkml:trace contextRef="#ctx0" brushRef="#br0" timeOffset="75">27133 15726 8402,'-14'0'-25,"4"5"1,2 2 0,2 1 31,3 3 1,-4-2-1,1 4 1,0 3-37,-1 0 0,1 5 0,3 0 0,-2 1 47,2 4 0,-1-4 0,1 2 0,-3 2-57,-2 1 1,3 1 0,-3 1 0,0-2-100,0-3 1,3 4-1,-3-6 1,0 2-190,0 0 0,4-6 1,-4 1 326,1-3 0,2-15 0,5-2 0</inkml:trace>
  <inkml:trace contextRef="#ctx0" brushRef="#br0" timeOffset="76">26932 16086 8402,'-6'-14'-458,"4"4"564,-3 0 0,4 1 4,1-6 1,6 6-1,4 1-148,2 1 1,3 3 0,-1 2-90,1-3 0,-1 4 1,0-4-1,1 3-221,-1 2 1,0 0 0,1 0 347,-1 0 0,1 13 0,-1 3 0</inkml:trace>
  <inkml:trace contextRef="#ctx0" brushRef="#br0" timeOffset="77">27119 16100 7212,'6'-9'101,"4"1"-112,3 1 0,-4-2 1,1 2-30,1-1 0,2-1 1,1-6-33,1 1 0,-7 4 1,-2 3 73,0 0 0,-6 2 82,0 5 1,-6 0 0,-8 2-1,1 3 158,3 4 1,-2-1-1,2 2 1,-1 1-53,1 2 0,-1 1 1,6 1-104,2-1 0,3 0 0,5-1-333,4-3 1,11-4 0,5-6 245,7 0 0,20-10 0,10-5 0,7-1 0,1 0 0</inkml:trace>
  <inkml:trace contextRef="#ctx0" brushRef="#br0" timeOffset="78">27838 15928 7877,'-9'-13'-649,"1"2"1276,1 1 1,1 7-638,1-2 1,-1 5 0,-5 5 0,3 5 76,1 2 0,-4 4 0,3 2 0,-2 3-79,1 1 1,1-3 0,-3 4 0,3-3-21,1-2 0,2-2 0,5-2 0,0 1-87,0-1 69,0-6 0,7-1 0,2-9 1,4-3-59,2-4 1,4-4-1,0-2 1,-1 1 41,-2 0 0,-7-6 0,1 1 0,1 2 19,2 1 0,-4 0 0,-1-2 1,-1-1 15,-4 1 0,3 2 1,-1 2 18,-2 0 1,-3 1 0,-4 3-70,-6 5 1,2 4-1,-2 2 0,1 4-85,1 5 0,-3 3 0,4 1-38,-1 0 1,5 1 203,-2-1 0,4 20 0,1 4 0</inkml:trace>
  <inkml:trace contextRef="#ctx0" brushRef="#br0" timeOffset="79">27896 16000 8439,'8'-15'-217,"-2"6"0,-4 1 88,3 1 0,-4 1 222,4 1 0,-3 5-12,-2 0 0,0 2 1,-2 7-1,-1 3-48,-2 0 0,0 3 1,5-1-106,0 0 1,-1-1 0,-3-2 43,0-1 0,0 0-52,9 4 1,-2-6-1,7-3-30,1-4 1,2-1-1,1-1 1,1-4-22,-1-5 1,1-2-1,-1-3 1,2 1 48,3-1 0,-3 1 1,3 0-1,-3-1 28,-1 1 1,-6 4 0,1 1 198,1-2 95,-5 4 1,1 2 0,-9 10-132,-3 5 1,2 3 0,-5 1 0,2 0-110,3 1 0,-4-1 0,2 0 0,2 1-100,2-1 0,1 1 0,0-1-220,0 0 1,0-4 319,0 0 0,38-46 0,10-5 0</inkml:trace>
  <inkml:trace contextRef="#ctx0" brushRef="#br0" timeOffset="80">28299 15741 7950,'-13'6'103,"3"4"0,4 2-112,0 3 0,4 1 1,-3 1-1,2 4-7,-2 2 1,4-1 0,-6 4 0,2-2-94,1 1 1,-3 2-1,4 0 1,-2-1-240,2-2 1,-3 0 0,-1 3 347,-1-3 0,5-3 0,-3-7 0</inkml:trace>
  <inkml:trace contextRef="#ctx0" brushRef="#br0" timeOffset="81">28155 16000 8439,'0'-15'-540,"0"1"0,0 4 385,0 1 0,1 1 0,3-3 0,2 3 266,2 1 0,2 2 0,4 5 0,0-1-132,1-4 1,1 3-1,1-2 1,3 2-60,-3 2 1,1 0 0,-1 0 0,2 0 79,-1 0 0,4-6 0,1-2 0</inkml:trace>
  <inkml:trace contextRef="#ctx0" brushRef="#br0" timeOffset="82">28572 15640 8439,'-6'14'-15,"-1"-4"1,-4 0-1,3 1 93,2 2 1,-4 6-1,4 2 1,-1 1-6,1 3 0,-4 3 1,6 0-1,0 3-119,3 2 1,-4-1 0,0 5 0,2 0-4,1 0 1,-2-4 0,-3 6 0,1-1-120,-1-1 1,-2 3 0,2-7-1,-1-1 26,-3-1 1,3-3-1,-1 0 1,-1-4-810,2-5 324,-5-3 627,12-8 0,1-47 0,8-17 0</inkml:trace>
  <inkml:trace contextRef="#ctx0" brushRef="#br0" timeOffset="83">28443 15957 8439,'0'-15'-90,"1"1"1,2-1-225,2 1 0,2 0 0,-3-1 324,6 1 0,3 6 0,0 1 0,-2 3 43,-2-1 1,1 0 0,4 5 0,1 0-30,-1 0 0,-4 0 0,-1 0 31,2 0 1,1 6-75,-3 4 0,-2 3 1,-7 1-22,0 1 1,-2-1 0,-3 0 0,-4-1-41,-4-3 0,3 3 1,1-4-1,-3 4-127,0 1 1,2-1 0,1-2-1,-1-1 207,2 1 0,2-17 0,6-4 0</inkml:trace>
  <inkml:trace contextRef="#ctx0" brushRef="#br0" timeOffset="84">28673 15913 6812,'0'-14'976,"0"6"-900,0 2 0,0 7 1,0 4-55,0 5 0,0 2 0,0 3-58,0-1 1,0 1 0,1-1-35,4 0 1,-3-4-82,3-1 1,-2-1-8,2 2 1,-2-4 0,6-6 66,3 0 0,-4 0 1,0-1-1,0-4 56,0-5 1,-4 2 0,6-1-1,-1-2 10,-1-2 0,4 3 0,-6 1 45,2-2 0,-3-1 0,3 1 90,-2 2 0,1 5 0,-4-2 251,2 0-278,-1 4 1,-4 2-128,0 10 0,0 2 1,0 3-77,0-1 1,5-4 0,0-1-200,-2 3 0,0-6 319,2-1 0,-3 3 0,4 0 0</inkml:trace>
  <inkml:trace contextRef="#ctx0" brushRef="#br0" timeOffset="85">29047 15640 6847,'-13'-2'913,"3"7"-742,6 6 0,-3 9 1,2 0-1,2 1-173,2 0 1,1 4 0,0-2 0,-2 1-40,-3 0 0,4 0 0,-4 5 0,3-2-86,2-3 1,0 3-1,0-3 1,0 1-183,0-1 0,-4-1 0,-1-6-369,2 3 678,1-1 0,2-30 0,0-7 0</inkml:trace>
  <inkml:trace contextRef="#ctx0" brushRef="#br0" timeOffset="86">28932 15870 8444,'0'-14'-434,"0"-1"235,0 1 1,1 4 0,4 2 0,5 2 223,3 3 1,3-4 0,3 3 0,5-1 7,3-2-33,2 6 0,10-8 0,8-1 0,3 2 0,1 0 0</inkml:trace>
  <inkml:trace contextRef="#ctx0" brushRef="#br0" timeOffset="87">29637 15913 9788,'0'-9'-2212,"0"-1"2209,0-1 0,0 3 0,1-2 226,4-1 1,-3 3 0,4 0-122,0 2 1,-2-4-1,4 4 30,-2-2 0,0 5-56,-1-2 1,-5 5-91,0 5 0,-1 3 0,-9 6 0,-1 0-35,-2 1 1,-1 4-1,-1 0 1,3 0 53,2 2 1,-1-5 0,4 3 0,1-1-84,0 1 1,-4-3 0,5 3 0,2-3-250,1-1 1,4-1-1,3-1-62,4-4 0,3-1 0,-1-4 389,-2 0 0,46-44 0,-20 12 0,0 0 0</inkml:trace>
  <inkml:trace contextRef="#ctx0" brushRef="#br0" timeOffset="88">29824 15971 8577,'-10'0'0,"1"0"-118,-3 0 1,4 2 0,-1 1 173,-2 2 0,4 1 1,1-3-1,1 4-69,0 0 1,0-2-1,5 5-36,0 1 0,2-5-15,3-1 1,3-3 0,6-2-24,1 0 1,-1 0 0,0 0 0,1-2 11,-1-3 0,1-1 0,-1-5 1,0 1 1,1-1 1,-6 3 0,-1-1 0,0-1-6,0 2 0,-5-5 49,2 4 0,-10 2 1,-6 2-1,-5 4 60,-3 1 1,-2 1-1,2 3 1,-3 2-122,-1 2 0,3 0 0,5 3 0,1-1-72,-1 1 1,3-3 161,2 1 0,29-5 0,13 2 0</inkml:trace>
  <inkml:trace contextRef="#ctx0" brushRef="#br0" timeOffset="89">30011 15942 7934,'-13'2'-1243,"2"1"1347,1 2 0,5 1 0,-3-1 108,2 5 0,-4 2-230,6 3 1,-1-1-83,5 0 33,0-6 0,1-1 27,4-7 1,3-2 0,5-3-1,-2-3-32,-1 0 1,-2-4 0,3 4 0,-1-2 18,1 1 0,-3 1 0,1-4 38,3 3 0,0-1 92,3-4 1,-6 6 72,1 3 0,-7 5-100,2 5 0,-5 3 0,-3 6-54,-2 1 1,0-1 0,3 0-174,-2 1 1,2-1-1,-3 0 177,4 1 0,20-14 0,5-2 0</inkml:trace>
  <inkml:trace contextRef="#ctx0" brushRef="#br0" timeOffset="90">30414 15582 8074,'-13'7'-37,"3"2"1,4 6 94,-1 4 1,4-1 0,-5 6 0,0 1-43,0 2 0,3 2 1,-4 0-1,-1 0-44,2-1 1,-5 1-1,5 0 1,-1 0-145,-1 0 0,1-1 0,-4-1 0,2-1-69,1-2 1,1-6-1,-4 1 1,2-3-84,1-2 1,7-4 323,-2-1 0,3-25 0,2-1 0</inkml:trace>
  <inkml:trace contextRef="#ctx0" brushRef="#br0" timeOffset="91">30198 15942 8515,'0'-14'-388,"1"4"1,3 1-113,0-3 1,8 0 704,-3-3 1,4 6 0,1 1-66,1 1 0,-1 2 0,1 5 12,-1 0 0,0 0 1,1 0-70,-1 0 0,-4 5 0,-2 2 0,0-1-76,0 0 0,-5 6 0,3-4 1,-1 1-7,0 1 0,0-1 1,-5 6-38,0-1 0,0 1 0,-2-1 0,-1 0-119,-2 1 1,-1-6 0,2 1 0,-2 1-42,-2 2 1,3-4 0,-3 1-109,2 1 182,-5-4 0,9-3 86,-3-8 1,4 0-1,1-5 1,0-2 16,0-2 0,1 0 1,2 2-1,4 1-22,1-1 0,-3-5 1,4 0-1,1 3 19,-2 1 0,5-1 1,-5-2-1,1 3 69,1 2 1,-5-1-1,4 4 93,2-1 0,2 5 156,2-2 0,-6 4-48,1 1 0,-7 1-89,2 4 1,-4-2-1,-1 7-98,0 1 0,0 2 0,0 1-149,0 1 1,-4-6 0,-1 1-244,2 1 1,-4 2 0,1 1 56,-2 1 0,5-6 1,-4-1 273,1-1 0,-9-15 0,-7-8 0</inkml:trace>
  <inkml:trace contextRef="#ctx0" brushRef="#br0" timeOffset="92">30615 15654 8441,'-8'0'-216,"-5"0"1,18 20 0,-3 4 0</inkml:trace>
  <inkml:trace contextRef="#ctx0" brushRef="#br0" timeOffset="93">30744 15654 8441,'-9'7'-329,"-1"2"0,6 4 0,-4 2 0,1-1 371,4 0 1,-3 2 0,1 2 0,0 3 41,-1 1 1,2-4 0,-4 2 0,2 0-70,3-1 0,-4 2 1,1-4-1,0 2-37,-1-1 0,-2-7 1,4-1-179,2 1 172,-5-5 0,8 1 1,-2-9-24,5-3 1,7 2-1,-4-5 1,2 0-11,3 0 0,2 3 1,2-3-1,-1 0 25,0 0 0,-4 4 0,0-4 0,1 1 48,1 4 1,-2 1 0,-2 1-1,0-2 274,0-2-175,-5 0 1,4 7-73,-7 2 1,-7 0 0,-2 4 0,-3 0-49,3 0 1,-4-4-1,4 4-165,-4-1 1,-2 2-1,3-2 1,0-1-252,3 1 1,6-1 424,-2-1 0,35-23 0,10 1 0</inkml:trace>
  <inkml:trace contextRef="#ctx0" brushRef="#br0" timeOffset="94">30860 15870 8441,'-10'0'-354,"0"0"1,2 2-1,-3 1 686,2 2 1,5 6 0,-2-1-322,0 2 0,4-2 0,-3 0 10,4 1 0,1 2 0,0 1-3,0 0 0,0-4-102,0-1 0,1-5 1,4 0 14,5-2 0,-2-2 0,1 0-23,2 0 1,2 0 0,0-2-1,-2-1 15,-1-2 0,-5-4 0,3 3 0,0-1 19,0 1 0,-4-4 0,4 4 74,-1-2 0,-1 5 67,-1-2 164,-3 3-229,4 2 0,-6 7 0,0 2-61,0 4 0,0-3 0,0-1-94,0 2 1,0-3 0,0 2-241,0 1 0,2-5 377,2-1 0,23-29 0,12-8 0</inkml:trace>
  <inkml:trace contextRef="#ctx0" brushRef="#br0" timeOffset="95">31176 15654 8040,'0'-8'-773,"-1"2"1,-3 8 931,0 2 0,-1 4 1,3 7-1,-1-1-35,-2 1 1,0 4-1,5 2 1,-1-1-131,-4 1 1,3 5 0,-2-4 0,0 2-133,0 0 1,0 0 0,-4 5 0,2-2-153,3-3 1,-5 1 289,-2-5 0,-22 5 0,-6-2 0</inkml:trace>
  <inkml:trace contextRef="#ctx0" brushRef="#br0" timeOffset="96">31047 15913 8441,'6'-12'-392,"4"2"0,-2-1 0,1 6 0,1 0 283,-2-1 0,5 4 0,-4-3 0,4 4 87,1 1 0,1 0 1,-1 0 21,0 0 0,33 6 0,7 2 0</inkml:trace>
  <inkml:trace contextRef="#ctx0" brushRef="#br0" timeOffset="97">31277 15957 7957,'-10'0'-1419,"1"0"1484,5 0 1,0-2 0,8-1-15,6-2 1,3-1-1,1 2 1,1-2-49,-1-2 1,0 5-1,1-4 14,-1 1 0,1 0 0,-3-6-47,-2 3 1,1 4 27,-6-5 0,-2 7 0,-8-2 1,-4 4 43,-4 1 0,-1 5 1,1 1-1,2 2 65,1 3 1,2-3 0,-3 2-22,1 1 0,2 2 1,-1 1-67,4 1 0,3-1 1,4-1-1,3-2-74,4-2 1,4-4-1,1 3 1,2 0-141,4 0 0,0-5 1,6 2-1,-2-3 194,1-2 0,47-26 0,-29 10 0,-1 0 0</inkml:trace>
  <inkml:trace contextRef="#ctx0" brushRef="#br0" timeOffset="98">32097 15626 8134,'0'-8'-87,"-5"8"1,-1 9 0,-2 4 277,-4 1 0,0 7 0,-3 2 0,1 1-59,0 0 0,4-1 0,0 5 0,-1-3-158,-2-1 0,4 0 0,-1 3 0,1-1-188,1-2 0,0-5 1,4 4-1,0-3-160,0-2 1,3 3-1,1-2-121,0-2 1,0-1 494,0-1 0,-7-33 0,-1-7 0</inkml:trace>
  <inkml:trace contextRef="#ctx0" brushRef="#br0" timeOffset="99">31737 15928 8441,'8'-7'-575,"0"4"0,-3-6 288,5-3 1,2 1 0,4 0 0,2 3 544,1 2 1,7-4 0,-2 4 0,1-1-146,-1 1 0,2 1 0,-5 3 1,-1-1-83,1-2 0,-2 1 0,-4 4-10,-1 0 0,-1 1-335,-4 4 1,-2 3-93,-7 6 0,-2-1 406,-3-3 0,-22 3 0,-11-5 0</inkml:trace>
  <inkml:trace contextRef="#ctx0" brushRef="#br0" timeOffset="100">32140 15913 7360,'-14'0'-125,"-1"2"0,1 3 273,-1 4 0,6-1 0,1 2 1,1 1 21,4 2 1,-3-3-1,1-1 1,2 2-98,1 2 1,2-3 0,2-1 12,3 2 1,-2-4 0,6-2-1,3-4-67,0-1 0,3 0 1,-1 0-1,-1-1-46,-3-4 1,2 2-1,-2-5 1,3 0-46,1 0 1,-4 3 0,-2-5-1,0 1-100,0 1 1,-5-5 0,2 3-64,-4-2 1,-2-1-1,-4 2 42,-5 1 1,-7 7 0,-2-2-1,-1 3-104,0 2 0,4 0 297,-4 0 0,-8 20 0,-3 4 0</inkml:trace>
  <inkml:trace contextRef="#ctx0" brushRef="#br0" timeOffset="101">32687 15611 13521,'-15'8'381,"1"5"1,1-3-880,4 2 1,1 3 0,4 1 0,-2 1 367,-2 3 1,3 4-1,-3-4 1,0 3 116,0 2 0,3 2 0,-3 2 0,0 0-47,0 0 0,5-7 1,-3-1-1,1-2-30,0 0 1,0 0 0,5-4-233,0-1 1,0-4-646,0-1 837,0-5 1,0-30 0,0-14-1</inkml:trace>
  <inkml:trace contextRef="#ctx0" brushRef="#br0" timeOffset="102">32457 15784 13503,'0'-15'-2171,"1"7"2426,4 4 0,-2 2 1,7 2-1,1 0-206,2 0 1,1 0 0,0 0 0,1 0-61,-1 0 0,5 0 0,1 0 1,-1 0 15,2 0 1,-5 0 0,4 0 0,0 0 1,-1 0 1,0-5-1,-5-1 1,1 0 36,-1-1 0,-4-4 1,-1 3-1,1-2-87,-2 1 0,-2 4 324,-6-5-505,0 1 0,-6 1 1,-2 5-1,-2 6 250,1 6 1,-1 4 0,-4 2 0,1-1-31,3 0 0,-3 2 1,5 2-1,-1 3-32,-1 1 1,7-4 0,-3 1-1,1-3-75,0-2 1,0 1 0,5-1-1,0 0-90,0 1 1,0-6 128,0 1 0,7-7 0,2 2 60,4-3 0,1-9 1,1-1 199,-1 0 1,1-5 0,-1 5 0,0-1-231,1-1 1,-6 7-1,1-3 66,1-1 554,2 6-365,1-6 1,-4 14-265,0 2 0,-7 4 0,2 1-29,-4 1 0,-1-6 1,2 1-290,3 1 0,-2 0 0,5 1-922,-2-3 1254,-1-6 0,14-9 0,5-10 0</inkml:trace>
  <inkml:trace contextRef="#ctx0" brushRef="#br0" timeOffset="103">32989 15899 13503,'-15'0'-69,"6"0"0,1-2-768,1-2 446,3 2 1,5-4 542,4 6 1,3 0 0,6 0-192,1 0 1,-1 0 0,1 0-119,-1 0 1,-4-5 0,-1-2 21,2-1 1,-3 4 90,2-6 0,-5 2 0,3-3 32,-2 1 1,-3 7 0,-7-2 89,-6 4 1,-3 1 0,-1 1 449,-1 4 0,1 3 0,1 6-382,4 1 0,-3-1 0,8 1 0,2-3-234,5-2 0,0 3 0,9-4 0,4 3-280,6-3 1,7 2-1,4-6 349,6-2 0,10-12 0,7-6 0,6-1 0,-1 0 0</inkml:trace>
  <inkml:trace contextRef="#ctx0" brushRef="#br0" timeOffset="104">20602 17021 7277,'-8'0'-295,"1"-6"451,7 4 1,0-6 136,0 3-137,0 4 0,0-7-36,0 3 0,0 2 1,0-7 19,0-1 0,2 3 1,1-1-45,2-3 1,1 0 0,-2-3-56,0 1 0,1 4-95,-5 1 29,0-1 1,-6 4 0,-2 6 0,-2 8 10,1 4 0,-1 4 0,-4 2 0,-1 3 1,1 1 0,-1-4 0,3 2 0,0 0-2,3-1 1,6 0 0,-2-5-15,3 1 19,2-1 1,7-6 0,2-5-14,4-6 1,1-5-1,1-6 1,1-2-61,3-3 0,-3 3 1,3-5-1,-3 2-56,-1 0 1,-1-5 0,2 3 0,1-2 82,3-2 1,-1-2 0,-5-2 0,1 0 22,-1 0 0,0-1 1,1-2-1,-2-2 36,-4 2 0,2 2 1,-4 1-1,-1 0 47,1 1 0,-3 5 1,-4 4 134,0 3 0,-6 10-16,-4 6 1,-1 8 0,0 9-1,3 4-104,2 1 1,-1 2 0,4 4 0,-2-3-45,2-1 1,1 0 0,2 5 0,0 0-117,0-1 1,-4 0 0,-1-1-1,2-2-152,1 1 1,2 4-1,0-7 1,0 1-174,0 0 0,5-7 0,1 2 420,2-3 0,2-8 0,11-27 0,1-13 0</inkml:trace>
  <inkml:trace contextRef="#ctx0" brushRef="#br0" timeOffset="105">20875 16877 8508,'-9'0'-1495,"-1"0"1800,7 0-264,-4-6 0,9 4 0,1-4-41,2 0 0,6 4 0,-3-4-7,0-1 1,3 4 0,-4-5-12,1 2 1,-5-1 82,2 2 98,-4 4 0,-2-4-47,-4 10 0,-2 3 0,-4 6 0,3 1-81,2-1 0,-4 0 1,4 1-1,0-1-8,-1 1 1,2-6-1,5 1 1,-1 1-171,-4 2 1,3 1-1,-2 0-130,2 1 0,4-2 0,2-4-99,6-4 0,3 1 372,1-1 0,26-26 0,6-11 0</inkml:trace>
  <inkml:trace contextRef="#ctx0" brushRef="#br0" timeOffset="106">21134 16820 8508,'-6'-8'-60,"2"-3"215,-5 6 1,1 2-166,-2 7 0,-1 0 0,6 5 10,2 2 1,2 2 0,1 2 0,0-1-33,0 0 1,0-4-1,0 0 1,0 1-95,0 2 1,0-4-1,1-1 1,2 0-208,2 0 1,2-3-1,-3 3-425,6-2 758,-4-1 0,33-11 0,1-2 0</inkml:trace>
  <inkml:trace contextRef="#ctx0" brushRef="#br0" timeOffset="107">21220 16935 8502,'-14'0'-376,"6"2"0,2 1 355,-1 2 0,6 6 76,-4-2 1,3 4-129,2 1 0,0 1 67,0-1 1,7-6 0,2-3-17,4-3 1,-3-2-1,-1-2 1,2-3-34,2-4 0,-3 1 1,-1-2-43,3-1 0,-4 3 1,0-2 38,-2-1 0,0 0 0,-2 0 53,0 1 0,1 5-35,-5-4 0,-6 6 1,-4-2-7,-3 3 1,4 7-1,1 1 1,0 1-361,0-1 406,5 5 0,-10 17 0,5 10 0</inkml:trace>
  <inkml:trace contextRef="#ctx0" brushRef="#br0" timeOffset="108">21451 16921 8502,'-10'4'-280,"0"1"1,1 0-72,1 1 0,-3 2 0,4 7 407,-1-1 1,5-4 0,-2-1 0,4 2-17,1 2 1,0-3 0,0-1 54,0 3 0,1-6-43,4-1 1,3-4 0,6-2-38,1-4 1,-2-3-1,-2-6 1,-2-1-82,3 1 1,0-1 0,3 1 0,-2 0-22,-4-1 1,4-1-1,-5-1 1,1-2 17,1 1 0,-2-3 1,3 0-1,-3 1 44,-1-1 0,2-5 1,-4 2-1,0-3 19,1-2 1,-4 2-1,3 2 1,-4 1 16,-1-2 1,0 4 0,0-1 124,0 2 1,-1 4-60,-4 7 1,-2 10 0,-4 11 0,3 5-31,2 4 1,1 0 0,3 0-1,-1 4-34,-2 3 0,1 2 1,4-1-1,0 0-103,0-5 1,0 5 0,0-4 0,0 3-74,0 2 0,0-1 0,0 0 1,1-3-88,4-1 0,-2-3 250,7-2 0,12-13 0,9-14 0</inkml:trace>
  <inkml:trace contextRef="#ctx0" brushRef="#br0" timeOffset="109">21681 16906 7875,'-10'-8'-779,"1"3"833,5 4 0,-2-1 0,8-1-33,2-2 0,0 0 1,4 4-15,-2-4 1,0 3 0,-2-4 19,0 0 1,3 4 65,-2-3 21,-4-3 0,4 7 82,-10-4 1,2 5-1,-5 5-92,2 4 1,-1-1-1,4 2-67,-2 1 1,0 2 0,5 1-81,0 1 1,0-1 0,0 0-157,0 1 0,2-6-44,3 1 1,3-5 0,6 3-1,1-2-85,-1-3 0,0-1 1,1-2 327,-1 0 0,32-32 0,9-8 0</inkml:trace>
  <inkml:trace contextRef="#ctx0" brushRef="#br0" timeOffset="110">21882 16849 8436,'0'-10'-263,"0"0"0,0 1 183,0-6 1,0 6 273,0-1 1,7 7-131,2-2 0,-1 8 0,0 4 0,0 1 7,0 3 0,-3 0 0,3 0 0,-2-1-140,-2 1 1,2 2 0,-1 3 0,-2 2-13,-1 1 0,-2 0 1,0-5-23,0 1 1,0-1 0,0 0-59,0 1 156,-7-7 0,6-8 0,-4-10-7,3-3 1,2-1 0,0-2 0,2-1-83,3-3 0,-2 0 1,5 2-1,0-1-179,0 1 0,1 1 273,6-3 0,12-8 0,3-9 0</inkml:trace>
  <inkml:trace contextRef="#ctx0" brushRef="#br0" timeOffset="111">19508 16662 8276,'-1'-13'-477,"-4"3"1,2-3-1,-7 5 640,-1 0 1,3-3 0,-2 6-77,-1 2 0,3 2 0,-1 1 0,-3 0-50,0 0 0,2 6 0,0 4 0,-1 1-18,-2-2 0,4 4 0,-1-3 1,1 3 13,1 1 0,-3 0 0,4 1 1,1-1 33,-1 0 0,1 1 0,3-1 1,-2 1-52,2-1 1,1 0 0,2 1-1,0-1-31,0 1 1,2-1 0,1 0 0,3 1 7,2-1 0,-4 1 0,2-3 0,-1 0-6,0-3 1,4 1-1,-4 4 25,-2 0 1,-1 1 0,-2-1 2,0 1 1,0-1-1,-2 0-39,-3 1 1,-3-6 0,-6-1 0,0 0-85,-1 0 1,1-3 0,-1 3-95,1-1 1,0 2-1,-1-4-505,1-2 203,6-1 504,1-2 0,39-39 0,8-9 0</inkml:trace>
  <inkml:trace contextRef="#ctx0" brushRef="#br0" timeOffset="112">19494 16906 8515,'-10'0'-258,"1"0"0,6 2 0,-2 3 171,3 4 1,2-1-1,0 2 0,0 1 0,-1 0 0,-3 0-322,0-1-19,-1-1 355,5 6 1,0-9 84,0-6 0,0-6 0,0-9 3,0 1 0,1 1 0,3 2 0,0 2-26,0-3 0,-1 0-8,2-3 1,-4 1-177,4-1 195,-3 7 0,-2 28 0,0 12 0</inkml:trace>
  <inkml:trace contextRef="#ctx0" brushRef="#br0" timeOffset="113">19609 16935 8515,'-6'8'-150,"2"-2"0,-4-4-42,2 3 0,0-2 1,2 7 139,0 1 1,-1-3 0,5 1-17,0 2 0,0-3 78,0 2-51,0-7 1,5 2-1,1-8 27,2-2 0,-3-5 0,3 4 0,0-2-26,0-3 1,-3 0 0,3 0 0,0 1 18,0-1 0,-4 3 0,4-2 1,0 1 15,0 1 0,-3-4 33,5 8 10,-7-1 1,5 6-28,-3 4 1,-4-2 0,4 7-93,-3 1 1,-2 2 0,0 1-236,0 1 0,5-6 316,-1 1 0,20-1 0,0 6 0</inkml:trace>
  <inkml:trace contextRef="#ctx0" brushRef="#br0" timeOffset="114">19868 16863 8515,'-8'-14'-292,"-3"4"0,4 2 208,-1 2 1,4 1 121,-6 5 0,7 1-45,-2 4 1,3-2 0,2 7 29,0 1 1,0 2-1,0 1 1,0 1 21,0-1 1,5 1 0,2-1 0,-1 0 11,0 1 0,1-1 1,-4 0-1,2 2-20,-2 4 1,0-4 0,0 3 0,2-3-17,-2-2 1,-1 1 0,-2 1-1,0 1-24,0 2 1,-6 1-1,-2-6 1,-2 0-39,0 1 1,-1-1-1,-6-1 1,-2-2 15,1-1 0,0-6 0,1 4 0,-2-1-148,1-4 0,2-1 1,2-2 1,6-2 0,3-3 0,3-4-89,2-4 1,2-2 0,1 1 0,3 0 259,2-1 0,15-31 0,7-8 0</inkml:trace>
  <inkml:trace contextRef="#ctx0" brushRef="#br0" timeOffset="115">20026 16590 8422,'-8'6'-136,"-3"-3"1,6 7 0,2 3 234,2 4 1,1 1 0,0 6-1,0 1-54,0 2 0,0 2 0,0 0 0,0 1-27,0 4 1,0-4-1,0 4 1,0-4-90,0-1 1,0-5-1,0-2 1,0 1-165,0-1 0,0-4 1,0 1-1,0-3-380,0-2 1,1-4 614,4 0 0,3-26 0,6-2 0</inkml:trace>
  <inkml:trace contextRef="#ctx0" brushRef="#br0" timeOffset="116">20084 16978 7341,'1'-9'60,"4"-1"0,-2 7 1,5-4-1,0 3-120,0-1 0,-3-5 0,3 4-38,-1-2 0,2-2 48,-4-4 1,0 4 154,-5 1 0,0 7 0,-2 0 64,-3 6 1,2 7 0,-6-2 3,-3 4 1,6 2 0,1-1 0,4 0-145,1 1 0,0-6 1,1-1-139,4-1 1,3 2-1,6-4 1,2-2-813,4-1 921,2-2 0,20-16 0,9-6 0,3-2 0,0 0 0</inkml:trace>
  <inkml:trace contextRef="#ctx0" brushRef="#br0" timeOffset="117">22515 16892 8494,'0'-8'-2087,"-5"0"2202,1 3 1,-1 2 302,5-7-134,0 7 0,0-10-22,0 4 0,0 1-34,0-2 0,0 5 38,0-4-268,0 5 1,-5 4-1,-1 12-33,-2 5 0,3-1 0,-3 3 0,0-1 12,0 1 1,5-3-1,-2 3 1,3-3-57,2-1 0,0-1 36,0 0 0,7-6 1,2-3-1,4-3-52,1-2 0,2-7 0,2-2 0,1-4-55,-1-1 0,-2-1 0,-2 1 0,1 0 46,-1-1 0,-1-1 0,-2-1 1,-3-3 65,-2 3 0,-1 1 0,-5 1 24,0 1 0,-2 4 0,-2 2 19,-6 2 1,2 1-1,-1 7 1,-3 1-102,0 2 0,2 6 0,0-1-360,-1 2 456,5 3 0,6 18 0,8 6 0</inkml:trace>
  <inkml:trace contextRef="#ctx0" brushRef="#br0" timeOffset="118">22702 16834 8494,'0'-9'-1069,"0"-1"1240,0 7 0,0-2 1,0 10-136,0 4 0,0 4 1,0 2-69,0-1 1,0 0 0,0 1 19,0-1 0,5-4 1,1-2-36,2-2 1,-3-1-1,5-5-24,1 0 1,-3 0-1,2 0 1,-1-2-45,-1-2 0,5-3 1,-3-4-1,2 1 41,3-1 1,-6-2-1,1-1 1,1 0 3,2-1 1,-4 6 0,-1-1 123,-1-1 0,-1 4 404,-1 3-351,-3 2 1,-1 8 0,-6 4-107,2 3 0,-3 1 1,1 1-66,2-1 1,1-4 0,2-1-575,0 2 638,0-4 0,26-7 0,6-8 0</inkml:trace>
  <inkml:trace contextRef="#ctx0" brushRef="#br0" timeOffset="119">23119 16575 8494,'0'-9'-602,"0"-1"-242,0-1 1004,0 4 0,-4 3 0,-1 10 1,0 7-76,-1 4 0,4 4 1,-4-2-1,1 4-73,0-1 1,-1 5 0,3-3 0,-2 2-66,2-2 0,1 3 1,0-3-1,-1 2-119,-2-2 1,1 3-1,2-5 1,-1 1-260,-2-4 0,0 2 431,5-2 0,-6-19 0,-2-10 0</inkml:trace>
  <inkml:trace contextRef="#ctx0" brushRef="#br0" timeOffset="120">22990 16820 8494,'0'-15'-89,"0"1"0,2 1-380,2 4 1,0-3 480,5 8 0,1-6 1,4 5-22,1 2 1,-1 1 0,0 2-1,1 0-55,-1 0 1,0 0 0,1 0-507,-1 0 570,1 0 0,12-12 0,3-4 0</inkml:trace>
  <inkml:trace contextRef="#ctx0" brushRef="#br0" timeOffset="121">23263 16561 8147,'-1'14'0,"-2"1"145,-2-1 1,0 7 0,5 3 0,0 3-93,0 2 1,0 1 0,2 4 0,1 2-42,2 1 1,-1 8-1,-4-5 1,0 0-122,0 1 1,-1-1 0,-2 0 0,-4-1-116,-1 1 0,-1-5 0,-6-3 0,1-5-89,-1-3 0,6-6 0,-1-1 117,-1-6 1,5-6-1,1-10 107,3-4 0,2-9 0,0-1 0,0 0 89,0-2 0,0 3 0,0-4 0,0 0 3,0-1 0,0 4 0,2-5 1,1-1-3,2-3 0,1 4 0,-3 0 1,4 0 25,1 2 1,-3-5 0,3 3 0,0-2 48,0 2 1,1-1 0,4 6-1,-2 1 104,-1 2 0,-1 3 1,6 2-5,-1 1 1,0 7-1,1-2-77,-1 4 0,-4 1 0,-2 1 0,-2 4-30,-3 5 0,-1-2 1,-2 1-1,0 3-46,0 0 0,0 3 0,-2-1-107,-2 1 0,0-1 1,-4 0-1,0 1-232,0-1 0,4 1 0,-4-1 316,1 0 0,2-6 0,5-1 0</inkml:trace>
  <inkml:trace contextRef="#ctx0" brushRef="#br0" timeOffset="122">23479 16834 6844,'-9'-8'367,"1"5"-143,1 6 1,2 5-1,5 7-229,0-1 1,0-4 0,0-1-3,0 2 1,0 2-19,0 2 1,2-7 0,3-4-60,4-2 1,-1-2-1,2 0-17,1 0 1,-3-2-1,2-1 1,-1-3 26,-1-2 1,5-2 0,-5-4 27,0-1 1,3 6-1,-4-1 32,1-1 1,0-2 0,3 0 160,-2 4 86,-5-4-169,8 11 0,-10 2 0,3 10-41,-4 3 1,-1 1-1,0 1 1,0-1-49,0 0 1,0 1 0,0-1-213,0 1 1,0-1 236,0 0 0,26-18 0,6-6 0</inkml:trace>
  <inkml:trace contextRef="#ctx0" brushRef="#br0" timeOffset="123">23781 16575 7014,'0'-6'334,"0"6"0,-5 1 0,1 9 1,0 3-273,3 4 0,1 1 0,0 4 0,0 1-20,0-1 1,-2-3-1,-1 4 1,-2-1-116,2 0 1,1-2 0,2 4 0,0 0-33,0-2 1,0 0 0,0-4 0,0 1-184,0-1 1,0-2-1,0-2-188,0 0 1,0-4 475,0 0 0,7-39 0,1-5 0</inkml:trace>
  <inkml:trace contextRef="#ctx0" brushRef="#br0" timeOffset="124">23738 16777 7916,'0'-15'-240,"0"1"0,6 6 196,4 3 0,3 3 0,1 2 0,1 0 44,-1 0 0,32 20 0,9 4 0</inkml:trace>
  <inkml:trace contextRef="#ctx0" brushRef="#br0" timeOffset="125">24040 16935 7745,'-8'2'1008,"2"2"-941,-1 6 1,4 3 0,-6 1 0,-3 2-68,0 3 0,-25 20 0,-11 9 0,-3 6 0,0 0 0</inkml:trace>
  <inkml:trace contextRef="#ctx0" brushRef="#br0" timeOffset="126">24486 16662 8546,'0'-10'-1261,"0"0"1408,0 1 1,0 2-1,-1 6-41,-4 4 1,3 8 0,-3 0 0,2 5-80,-2 4 0,4-1 0,-4-3 0,3 1-59,2 2 0,-4 1 0,-1-6 0,2 0 8,1 1 0,2-1 0,0 1-52,0-1 1,0 0-57,0 1 64,0-7 1,6-2-1,2-7 2,0-4 1,5-2 0,-5-4 0,2 3 22,-1 2 1,-4-5-1,5 1 26,1-3 1,0 4 0,0-1 23,-1-1 1,-5 4 0,3 1 31,-2 0 1,5 4 133,-1-3-60,-4 4 1,2 1-33,-3 0 1,-2 4-30,7 1 0,-5 0-61,4-5 0,-4 0 0,5 0-10,1 0 1,-3 0 0,1 0 2,3 0 0,-6-2 0,0-1 12,1-2 0,-4-4 1,5 2 2,-2-1 0,-1 4 0,-5-6-74,0-1 1,5 3-266,0-2 0,0 6-615,-5-6 955,0 7 0,0-4 0,0 7 0</inkml:trace>
  <inkml:trace contextRef="#ctx0" brushRef="#br0" timeOffset="127">24831 16777 7476,'-7'0'525,"2"0"0,10 0-534,4 0 1,-1-5-1,2 0-25,1 2 1,2 0-1,1-2-25,0-5 0,-1 2 1,-2 0-1,-3 0-25,-1 0 0,2 4 1,-2-6-49,1-1 1,-5 3 41,2-2 1,-5 7-1,-5 0 61,-5 6 0,-2 0 0,-3 7 0,2 1 46,4 2 1,-4-4 0,3 1 0,-1 1 25,2 2 0,-3 1 0,8 1 1,0-1-31,3 0 0,1 1 0,0-1 1,0 1-91,0-1 1,6-4-1,4-2 1,4-2-133,5-3 0,4 4 0,6-3 209,-1 0 0,18-21 0,7-10 0,6-1 0,-1 0 0</inkml:trace>
  <inkml:trace contextRef="#ctx0" brushRef="#br0" timeOffset="128">25551 16733 8237,'0'-14'-523,"0"0"1,0-1 773,0 1 1,1 6-161,4 3 0,-3 5 1,3 5-38,-4 5 1,-1 2 0,-1 3 0,-3-1-65,0 0 0,-6 6 0,5-1 1,0-2-35,-1-1 0,4 4 0,-4-1-75,0-2 1,4-1 0,-4-1 5,-1-1 0,6-4 101,-4-1 0,3-7 1,4-2-16,3-8 0,-2-5 0,6-1 1,1-1-14,-2 1 0,5 0 0,-4-2 0,4-2-25,2-1 0,-1 0 0,0 4 1,1 1 42,-1-1 1,1 1 0,-1 0 75,0-1 1,1 3 3,-1 2 0,-6 5 1,-3 10 82,-4 5 1,-1 2-1,-1 3-84,-4-1 0,3 0 1,-2 1-55,2-1 0,-3 1-34,1-1 1,-1-4-71,5-1 77,0-6 1,6 4 0,2-9 0,2-3-28,-1-4 1,1 1 0,4-2 28,1-1 1,-1-2 0,0 0 0,1 4 50,-1 4 0,-4-1 0,-1 1 52,3 2 1,-4 1-60,1 2 1,-6 2-1,2 3-17,-3 4 1,-2 4-1,0 1-106,0 1 0,0-1 0,0 0 1,0 1-270,0-1 1,0 1 369,0-1 0,6 0 0,2 1 0</inkml:trace>
  <inkml:trace contextRef="#ctx0" brushRef="#br0" timeOffset="129">26069 16733 8276,'-2'-7'-191,"-1"0"0,-3 2 333,-2 1 0,3-1 1,-5 5-47,-1 0 1,-2 6-1,-1 4-49,-1 2 1,6-2 0,1 0 0,0 1-141,0 2 0,5-4 0,-4 1-5,1 1 1,4 2-30,-3 1 1,5-6 61,5-3 1,-2-3 0,7-2-49,1 0 1,-3-7 0,2-1-1,-1-1 33,-1-1 1,4 5-1,-6-3 1,0 0 32,1 0 0,4 5 0,-3-3 11,0-1 1,0 6 62,-3-4 1,-2 3 0,5 4 5,-2 3 0,-1-2 1,-5 6-107,0 3 1,0 0 0,0 3-184,0-1 1,5-4 0,0-1 255,-2 3 0,11 0 0,2 3 0</inkml:trace>
  <inkml:trace contextRef="#ctx0" brushRef="#br0" timeOffset="130">26256 16618 8428,'0'-14'-228,"0"0"1,0-1-1,0 1-529,0-1 1227,0 1 0,0 3-312,0 6 1,0 11-1,0 14-123,0-3 0,0-1 0,-2 0 0,-1 2 10,-2 1 1,0 2 0,5-4-1,-1 3-150,-4-3 1,3 4 0,-2 0 0,0-1-109,0 1 0,2 0 0,-3-3 1,2 1-152,-2-2 1,4 1-1,-6-2 364,1-2 0,30-22 0,1-16 0</inkml:trace>
  <inkml:trace contextRef="#ctx0" brushRef="#br0" timeOffset="131">26357 16662 8428,'0'-10'-626,"1"2"131,4 2 1,-4-1 1377,4 2-612,-3 4 1,-2-4-236,0 10 0,-5-2 0,0 7 0,1-1-35,-3-1 0,4 5 0,-5-3 0,0 1-37,0-2 1,5 4-1,-4-5 1,3 2-114,-1-1 0,-2-1 0,4 3-2,-2-1 0,1-5 156,4 4 1,0-4 1,0 5 1,1-7-8,4 2 1,3-2-1,6 0-59,1 2 0,-6 0 1,1-5-217,1 0 0,2 1 0,1 3 275,1 0 0,25-5 0,6-7 0</inkml:trace>
  <inkml:trace contextRef="#ctx0" brushRef="#br0" timeOffset="132">26472 16777 8428,'-13'-10'-995,"3"0"1165,-3 7-187,12-3 31,-6 6-104,14-7 1,-1-1-8,4-6 1,1 5-62,-6-1 163,0 7 0,-7-4 28,-3 7 0,4 2 0,-6 3 1,2 4 49,1 4 0,-6-3 1,4-1-1,-1 2-49,1 2 0,1 2 0,5-1 0,0 2-130,0 3 0,0-8 0,0 4 0,2-2-247,2-1 0,6 3 343,9-1 0,20-16 0,9-7 0,6 0 0,0 0 0</inkml:trace>
  <inkml:trace contextRef="#ctx0" brushRef="#br0" timeOffset="133">26932 16662 8428,'0'-15'-774,"0"1"1,2 1 942,2 3 1,-2 2-23,3 4 0,-4 4 1,-1 0-22,0 8 0,0 4 1,-1 3-1,-2-1-114,-2 1 0,0-1 1,5 0-1,0 1-35,0-1 1,-5 0-1,0 1-32,2-1 1,2 1-1,1-1 2,0 0 0,0-4 40,0 0 1,1-7 0,4 2-10,5-4 1,-2-2-1,1-4-77,2-5 0,2-3 0,0-1 13,-3 0 1,2-1-1,-2 1 38,3-1 0,-4 3 0,-1 1-12,-1 1 286,4 0 21,-3 2 0,0 4-166,-3 8 0,-4 0 1,-1 5-56,0 2 0,0-3 0,0 2-167,0 1 1,0-3-118,0 2 0,2-2 1,1 3-468,2-2 725,0-5 0,14-4 0,5-8 0</inkml:trace>
  <inkml:trace contextRef="#ctx0" brushRef="#br0" timeOffset="134">27205 16633 7078,'-6'-8'255,"3"1"1,-5 6 255,1-4-440,3 3 0,4-2 1,0 8-84,0 6 1,1-2 0,2 2 18,2 1 0,2-3 1,-3 1-14,6 3 1,-4-4 0,1 0-15,-1-2 0,-4 5-10,3-1 1,-4 2-1,-3 1-88,-2-3 0,1-2 0,-5-3 0,0 3-79,0 0 1,0 0 0,-4-5-1,4 3-491,2 2 688,-5-5 0,9-3 0,-4-8 0</inkml:trace>
  <inkml:trace contextRef="#ctx0" brushRef="#br0" timeOffset="135">27306 16719 8428,'0'-8'-804,"0"0"905,0 3 1,2 4-111,2-4 0,4-1 0,7-1 5,-1-1 0,-4 5 0,-2-3 0,0 1-65,0 0 0,-3-1-25,4 1 140,1 3 0,-4-4 18,-6 6 1,-1 5 0,-7 1 0,0 2 21,0 3 1,3 2-1,-5 1 1,1 1-73,1-1 0,1 0 0,6 1 0,-3-1-160,0 1 1,-1-1 0,5 0-96,0 1 0,1-1 0,4-1 0,5-2 241,3-1 0,52-20 0,13 1 0</inkml:trace>
  <inkml:trace contextRef="#ctx0" brushRef="#br0" timeOffset="136">27709 16705 6690,'0'-8'785,"0"3"-716,0 10 0,0-2 0,-2 7-52,-3 1 0,4-3 0,-4 1 4,3 2 1,2 2 0,0 2-42,0-1 1,0-4 149,0-1-15,0 1-167,0-2 1,7-3-55,2-10 1,-1-3 0,2-7 72,1 1 0,-4 0 0,-3-1 0,0 1 19,0-1 1,-2 1 0,4 0 0,-1-1 19,0 1 1,0 0 0,-5-1 0,1 1 12,4-1 0,-3 1 0,3 0 10,-4-1 0,4 6 1,1 1-1,1 0 15,-1 0 0,1 4 0,-3 0 19,6 2 1,-2 2-1,0 2 1,-2 2 50,-2 6 0,2 3 0,-1 1 1,-2 1-12,-1-1 0,-2 2 0,0 3 0,0 5-55,0 3 0,0-1 0,0 1 0,0 3-70,0 1 1,-2 6 0,-1 1 0,-4 4-11,-1 1 0,5-2 0,-3-1 0,1-1-47,0 1 1,0-7 0,5-4 0,0-8 179,0-5 68,0-8 0,7-4 0,2-10 0,4-7-129,2-4 1,-1-4-1,0 2 1,1-4-87,-1 1 1,-4-4 0,-1 6 0,1-1-20,-2 0 0,-2 0 1,-6 4-1,0-2-60,0 1 0,-1 2 0,-4 3 1,-5 2-254,-3 1 1,-3 7 0,-3-2 377,-5 4 0,-28 26 0,-9 7 0</inkml:trace>
  <inkml:trace contextRef="#ctx0" brushRef="#br1" timeOffset="137">26874 16618 14670,'10'0'-908,"-2"-1"-545,-2-4 1788,-1 3 1,-3-4-212,3 6 0,-4-2 11,4-2-176,-3 2 0,-1-4 1,2 4 195,2-3-14,0 4 1,-3-6-398,2 7 68,-2 0-209,4 0 275,-6 0 233,0 0 115,-6 0-234,4 0 1,-6 0-132,4 0 618,2 0-197,-4 0-103,6 0-93,0 0-66,0-6-80,0 4 0,0-3-16,0 10 0,0-2 0,0 7 2,0 1 0,0 2 0,0 1 0,0 1-35,0-1 1,0 1 0,0 1 23,0 3 0,0-3 0,0 3 1,1-3-95,4-2 0,-3-4 1,4-2-40,0-2 1,2-1-1,7-5 132,-1 0 0,1-2 0,-1-2 166,0-6 1,-1 2 0,-2-2 0,-1-1 8,1-2 0,2-1 0,0 0 54,-4-1 1,-1 6-1,-5-1 7,2-1 1,5-2 60,-5-1 1,-1 4 513,-4 1-396,0 5-366,0-2 0,0 8 1,0 2-133,0 6 0,0-2 0,0 2-2,0 1 1,0 2-1,0 1-116,0 0 0,0 1 0,0-1-132,0 0 0,0-4 0,0 0-126,0 1 1,2 0 375,3-1 0,3 2 1,6-4-1</inkml:trace>
  <inkml:trace contextRef="#ctx0" brushRef="#br1" timeOffset="138">27378 16546 14359,'0'-9'-1962,"0"-1"1174,0-1 1,0 3 956,0-2 0,0 1-30,0-5 1,0 4 19,0 0-193,0 7 0,-2-3 0,-2 7 215,-6 4 0,2-2 0,-2 7 0,1 1-123,1 2 0,-5-4 1,5 1-1,-2 1 64,1 2 1,4 1 0,-3 1 0,2-1-37,2 1 1,-2-1 0,1 0-1,2 1-72,1-1 0,2 1 0,0-1-43,0 0 0,2 1-56,3-1 1,3 0 0,6-1 30,1-3 1,-6-2-337,1-3 1,-2-2 174,1 6 0,-2-4 190,-7 5 0,-5-5 0,-1 3 0,-2-2 126,-4-3 0,0 4 1,-3-1-1,1 0 26,-1 1 0,-4 2 0,0-4 0,2 0-20,1 1 0,1-4 0,1 3 1,1-2 288,3 2-484,-2-4 0,10 4-287,-3-10 1,10-3 0,6-6 901,7 0-409,-2-1 1,37-18 0,1-6 0</inkml:trace>
  <inkml:trace contextRef="#ctx0" brushRef="#br1" timeOffset="139">27335 16762 13797,'-15'0'-695,"6"0"611,-1 0 0,7 2 323,-2 3 0,4-2-377,1 6 0,1-5-8,4 0 1,-2-2 0,7-2 165,1 0 0,2 0 0,1 0 34,1 0 0,-1-2 1,0-2-8,1-6 0,-1 2 0,1 0 0,-3 0-36,-2 0 1,3 3-1,-5-4 1,1-1-5,1 2 0,-5-3 0,3 5-65,-2-2 75,-1-2 1,-7 2 0,-3 3 65,-4 4 0,-4 1 0,-1 0 1,-1 1-14,1 4 1,-5 1 0,0 6-1,1-3 164,2 2 1,2 2-1,-1 1-123,1 1 1,1-1 0,3 1-149,6-1 0,-3 0 0,4 1-47,5-1 1,-1-6-1,9-1 1,1-3-29,2 1 1,3 0 0,1-5 0,3 0 36,-3 0 1,4 0-1,0 0 1,-1 0-276,1 0 1,3 0 294,-5 0 1,33 0 0,2 0-1</inkml:trace>
  <inkml:trace contextRef="#ctx0" brushRef="#br1" timeOffset="140">28817 16546 13507,'8'0'-2648,"-2"-1"2808,-6-4 0,5 2 222,0-7-332,-1 7 1,1-10 1,0 4 0,5 1 0,-4 0-4,2 1 1,-5 1 0,4 3 10,-1-2 1,-4-1 0,4 2-17,0 0 1,-4-3 0,4 4 136,1-2 1,-6-1-400,4 1 195,-3 3 1,-2-2-1,-2 8 61,-3 6 1,-3 3 0,-6 1 0,0 1-20,-1-1 0,2 5 0,1 0 0,-1 0-43,-3 2 1,-2-3 0,2 4-1,-1 1 8,-2-1 0,-7-3 1,4 4-1,-2-3-8,0-2 1,0 3-1,-4-4 1,3-2-3,1-4 1,6-3 0,-2 3 65,-1-1 1,5-7 0,-3 2-83,3-4 1,6-1 0,2-1-87,2-4 1,-1 2 0,4-7 9,-2-1 0,-1 0 1,3-1-1,-2 3-3,2-2 0,1-2 0,2-2 66,0 1 0,0 0 0,0-1-4,0 1 1,0 0 0,0-1 0,2 1 17,2-1 0,0 6 1,5-1-1,2-1 31,2-2 0,-3 4 0,-1-1 1,3 0 56,0 2 0,-2-3 1,0 6-1,1 2 63,2 2 1,-4 1 0,1 0 54,1 0 0,2 1 0,-1 4-114,-2 5 0,3 2 0,-5 3-81,0-1 0,5 1 0,-5 1 1,1 1-21,1 2 0,-2 1 0,3-6 0,-1 0-38,1 1 1,2 1 0,1 1 0,0 2-86,1-1 1,-1-2 0,0-2 0,1-1-80,-1-3 1,5 3-1,1-5 1,-3 1-935,-1 1 1149,-1-1 1,5-1-1,3-1 1</inkml:trace>
  <inkml:trace contextRef="#ctx0" brushRef="#br1" timeOffset="141">29205 16805 9939,'8'0'0,"0"0"0,-3 0 0,-2 0 0,5-1 200,-2-4-100,6 3 1,8-17-1,11 3 1</inkml:trace>
  <inkml:trace contextRef="#ctx0" brushRef="#br1" timeOffset="142">29349 16705 12928,'0'-15'-1071,"0"1"1,2 6-1,1 2 1329,2-1 1,1 1-1,-3-5-92,2 1 0,1 7 0,-2-4 42,0 1 1,6 3 0,-4-5 32,2 1 1,-4 1 21,0 1-192,4 4 1,-6 1 0,1 9 0,-5 4-26,-2 1 0,-6 1 0,4 1 1,-1 1-8,1 3 0,-4-1 0,4-5 0,0 2-64,-1 3 0,-2-3 0,4 3 1,0-4-56,-1-6 0,4 4 0,-3-3-219,4 3 131,1-5 1,1-2 0,2-8 0,4-1 143,1-2 0,1-6 1,6 2-1,-2-4-48,-4-2 0,4 1 0,-4 1 1,3 2 35,-3 1 1,4 1 0,-3-6 61,2 1 0,-2 1 0,-2 2 35,-2 2 0,1 5 156,-2 0 0,-4 4 0,2 4-214,-6 6 1,2 3 0,-6 1 123,1 0 0,4 1 0,-3-1-269,4 1 1,1-6 22,0 1 0,1-7 0,4 2 45,5-4 0,-2-1 0,1-1 0,3-2 98,0-2 1,-2-6-1,0 3 1,-1-2-42,-1 0 0,5 1 1,-3-6-52,2 1 1,-2 1-1,-2 2 1,-2 2 84,-3-3 0,1 6 0,-1 0-175,2-1 1,-1 4-246,-4-7 1,0 6 214,0-6 0,0 5 208,0-4 1,32-33-1,8-12 1</inkml:trace>
  <inkml:trace contextRef="#ctx0" brushRef="#br1" timeOffset="143">29809 16460 12493,'8'-6'441,"5"-2"0,-3-7-1358,3 1 1,-4 6 973,1 3 0,-7 5 7,2 5 0,-9 3 0,-2 6 1,0 1-38,-1-1 0,1 1 0,3-1 0,-4 2-18,-1 3 0,4-3 0,-4 3 1,1-1-22,4 1 0,-3-3 1,-1 3-1,1-1-153,-1 1 0,1-3 0,3 3 0,-2-1-158,2 1 1,-4-3 0,3 3-145,0-3 0,3-2 230,1 1 1,1-7 0,4-5 339,5-6 0,-2-5 0,1-7 0,3 1-61,0 0 1,3-1-1,-1 1 1,1-1-16,-1 1 1,-5 1 0,1 2 0,0 2 35,-2-3 1,4 1-1,-4 0 1,2 3 179,0 2 1,-7-1 0,3 4 248,1-2 0,-6 2-410,4 8 1,-3 3 0,-2 6-2,0 1 1,0-1 0,-2 0 0,-1 1-168,-2-1 1,0 0 0,4 1 0,-3-1-51,0 1 1,-1-1 0,3-1 0,-1-2-385,-2-1 0,0-1-245,5 6 671,0-1 0,0-6 0,0-2 0</inkml:trace>
  <inkml:trace contextRef="#ctx0" brushRef="#br1" timeOffset="144">30054 16618 10701,'0'-14'-725,"0"0"68,0-1 0,0 1 586,0-1 0,-5 6-98,0-1 0,1 9 187,4 1 1,0 6-1,0 8-37,0 1 1,6 25 0,2 6-1</inkml:trace>
  <inkml:trace contextRef="#ctx0" brushRef="#br1" timeOffset="145">30198 16705 10701,'1'-8'-328,"3"1"-431,0 1 673,1-2 0,-5-2 39,0 1 1,-1 6-1,-3-1 135,0 8 0,-1-1 1,5 6-1,-2 1-112,-3-2 0,4 5 0,-4-4 0,3 4-35,2 1 0,0-4 0,0 0-95,0 1 1,0 2-32,0 1 0,2-1-106,3-4 0,3-2 1,6-7 307,1 0 1,37-45 0,-21 17 0,1 0 0</inkml:trace>
  <inkml:trace contextRef="#ctx0" brushRef="#br1" timeOffset="146">30529 16446 10701,'8'-7'-363,"-4"-2"1,-2 1-118,-2-2 1,-2 2 473,-2-1 0,0 4 0,-4 10 144,2 4 0,0 6 0,3 2 0,-4 4-100,-1 1 1,3-3-1,-3 5 1,0 0-85,0-1 1,0 4 0,-3-3 0,2 3 25,-3 2 1,4-5 0,0-2 0,0-1-27,0-3 0,4 1 0,-4-3 59,1-3 1,1-9 102,1 1 0,5-5 1,-2-5-109,6-4 1,7-4-1,-2 0 1,3 0-106,-3-1 1,4 8 0,-3-9 0,2 3 53,3-1 1,-1-2 0,1 3 0,-1 0 47,0 3 1,-1 4-1,-2-3 1,-1 2 107,1 2 0,-3 3-33,2 1 1,-6 1 0,4 4-1,-1 5-66,-4 3 0,-1 1 0,-2 0 0,-2 1-36,-3-1 1,4 0 0,-4 2 0,2 2-121,-2 1 0,3 0 0,-3-4-255,4-1 0,-4 5 400,0 1 1,-32-1 0,-2-5 0</inkml:trace>
  <inkml:trace contextRef="#ctx0" brushRef="#br1" timeOffset="147">30083 16762 10654,'0'-9'-909,"0"-1"0,-2 7 0,-1-4 755,-2 1 603,0 5-434,5-6 0,0 9-20,0 3 0,0 2 1,0 8-23,0-1 1,0 1 0,0-1-8,0 0 0,0 1 0,0-1-296,0 1 1,0-1 205,0 0 151,0 1 1,0-7-1,0-2 1</inkml:trace>
  <inkml:trace contextRef="#ctx0" brushRef="#br1" timeOffset="148">30097 16561 8500,'-14'0'-869,"6"-2"869,3-3 0,48-3 0,13-6 0</inkml:trace>
  <inkml:trace contextRef="#ctx0" brushRef="#br1" timeOffset="149">30975 16748 13072,'0'-10'-2166,"0"1"1220,0-2 1,0 3 946,0-2 0,0 0 1,1-2 198,4 2 0,-2-3 20,7 4 0,-5 1-117,4-2 1,-4 7 151,5-2 0,-7 5-350,2 5 0,-4 3 0,-1 6 0,0 1 84,0-1 1,-5 2 0,-1 2 0,0 1-16,-1-2 1,1-1 0,3-1 0,-2-1-134,2 0 1,-4-4 0,2 0-362,2 1 1,2 2 393,1 1 122,0-6 0,19-40 1,5-16-1</inkml:trace>
  <inkml:trace contextRef="#ctx0" brushRef="#br1" timeOffset="150">31147 16489 11461,'-14'-14'-1016,"4"6"0,2 1 414,2 1 0,-5 4 615,1-3 0,4 5-37,1 5 1,3 3 0,2 7-55,0-1 0,20 19 1,4 6-1</inkml:trace>
  <inkml:trace contextRef="#ctx0" brushRef="#br1" timeOffset="151">31219 16662 11182,'-9'-5'-1111,"-1"0"0,5-5 853,-4 6 390,5-1-93,-2 5 0,6 1 0,2 3-111,2 0 1,-2 8 25,3-3 0,-4 4 1,1 1 15,3 1 1,-4-6-1,4 1-18,-3 1 0,-2-3 139,0 2 0,0-1 32,0 6 0,-7-6-51,-2 1 0,1-7-83,-2 2 0,6-4-552,-6-1 646,7 0 1,35-25 0,16-7 0</inkml:trace>
  <inkml:trace contextRef="#ctx0" brushRef="#br1" timeOffset="152">31593 16719 11461,'10'-8'-766,"-1"3"1,-4 4 0,3-1 882,-1-3 1,-1 4-1,-3-6 1,4 3-10,1-1 0,-5-2 0,3 4-5,1-2 0,-4-4 1,5 2 59,-2-1 1,-1 4-98,-5-6 0,0 5-146,0-4 1,-2 5-1,-2 0 1,-4 4 126,0 4 1,-10 4 0,4 7 0,-2-2-59,0-4 1,1 9-1,1-4 1,0 2-40,-1 0 1,1-2 0,1 1 3,3-1 0,-2 1-22,2-1 53,4 0 0,6-6 1,8-4-1,1-8 9,1-5 1,-1 1 0,6-2 0,-1-1 55,1-2 1,-1-1 0,0-1-181,1 1 0,-1 0 0,0-1 96,1 1 1,-6 6 0,-1 2 100,-1-1-3,4 6 1,-9-4-1,2 10-168,-2 4 0,-2 4 0,0 1-65,0 1 1,2-1 0,1 0-337,2 1 1,1-6 476,-1 1 0,48-7 1,17 4-1</inkml:trace>
  <inkml:trace contextRef="#ctx0" brushRef="#br1" timeOffset="153">32169 16604 11461,'14'0'-1861,"-6"-2"2150,-3-2 0,-3 0-216,-2-5-120,0 6 0,0-5 0,-2 4-91,-3 0 0,2-1 118,-7 5 0,1 0 66,-6 0 1,3 1-1,0 3 23,3 0 0,-1 8-55,-4-3 0,4 2 0,2 1-99,2-3 0,1 1 29,5 4 0,0 1 1,0-1 61,0 0 1,0-4 0,2-2 0,1 0 3,2 0 1,1-5 0,-3 3 0,4-1 11,1 0 0,-4 5-50,6-6 1,-7 8-45,2-3 0,-5-2 0,-3-1 81,-2 0 0,-6-4 0,1 3 0,-3-2-62,-1 2 0,0-4 1,-1 4-1,1-3 1,0-1 0,-1 3 44,1 0-183,6 1 0,3-6 239,10-4 0,54-29 0,-20 11 0,0 0 0</inkml:trace>
  <inkml:trace contextRef="#ctx0" brushRef="#br1" timeOffset="154">32385 16633 11074,'1'-8'-2026,"2"1"1383,2 1 1083,0 4 0,-5-6-457,0 4 0,-6 2 102,-4-3 1,2 8 0,-2 4 6,-1 1 0,0 1 1,0 4-1,3-2-53,1-1 1,-2 0-1,2 4-73,-1 0 1,5 1 0,-2-1-33,4 0 1,1-4 0,0 0-88,0 1 0,0-3 0,1 0-61,4-2 1,3-1-1,7-3 1,-1 1 106,0 2 0,1-1 1,1-4-1,1 0 142,3 0-25,-1 0 1,21-19 0,6-5 0</inkml:trace>
  <inkml:trace contextRef="#ctx0" brushRef="#br1" timeOffset="155">32543 16748 11074,'-5'-10'-1393,"0"1"1,-1 6 1689,1-2 0,2-2-308,-7 3 0,7-3-55,-2 2 1,-3 4 112,-1-4 0,1 8 0,0 4 0,0-1 8,0 0 1,3 6 0,-3-3-37,2 4 1,-4-4 0,5 1-75,2 1 0,0-3 153,-2 2 0,5-7-130,0 2 0,2-4 0,7-1 0,2 0-42,2 0 0,2-1 0,-1-2 0,0-4 78,1-1 1,-1 3 0,0-3 52,1 2 1,-1 0 16,1 1 1,-6 3 47,1-3 1,-7 5-129,2 5 1,-4 3-1,-1 7-113,0-1 1,0-4 0,0-1-454,0 2 364,0 2 165,7 2 1,14-20 0,9-5 0</inkml:trace>
  <inkml:trace contextRef="#ctx0" brushRef="#br1" timeOffset="156">32787 16446 11074,'0'-10'-736,"0"1"338,0-3 1,0 4 57,0-1 0,0 7 362,0 2 1,0 7-1,0 7 1,0 0-13,0 1 1,0-1 0,0 2 0,0 2-45,0 1 0,0 5 0,0-3 0,-1-1-28,-4 1 0,3 3 0,-2-3 0,0 1-141,0 4 1,2-4 0,-3 1 0,2-1-116,-2 0 1,4-2 322,-4 4 1,3 0-1,2 4 1</inkml:trace>
  <inkml:trace contextRef="#ctx0" brushRef="#br1" timeOffset="157">33032 16762 11074,'-5'-14'-2326,"-1"1"1942,-2 4 0,5 1 215,-2 3 129,3 3 0,1-4 13,-4 6 1,3 1 95,-3 4 0,2 2 0,0 4-10,-2-2 0,-4-4 116,4 5 47,-6-1 0,7 1 33,-5-1 33,6-5-255,-4 2 0,9-11 1,3-1-1,4-2 0,-1 3 0,2-5-79,1-1 1,-3 5 0,0-1 0,0 3 38,0-1 1,-5-1 0,4 2-41,-1 0 102,-4-1 0,2 5 65,-8 0 1,-4 5 0,-7 1-19,1 2 0,1-3 1,2 4-1,1 1-17,-1-2 0,-2 5 1,-1-4-34,0 4 0,1-3 1,2-1-74,1 2 1,5 1-1,-3-1-55,2-2 0,1-4-52,5 5 0,2-7 24,2 2 1,4-4-1,5-2 34,-3-4 1,3 2 0,-4-5 0,2 0-42,-1 0 1,3 3-1,-4-3 80,4 2 1,-3-4-1,-2 4 1,0-1 4,0 1 1,-5-1 0,3 4 112,1-2 0,-4 1-5,6 4 2,-5 0 0,4 1-96,-4 4 0,-2-2 0,3 7-177,-4 1 1,1-3 0,1 2-463,2 1 576,6-5 0,4 20 0,7-2 0</inkml:trace>
  <inkml:trace contextRef="#ctx0" brushRef="#br1" timeOffset="158">33161 16719 10722,'0'-14'-2407,"2"6"2909,3 3 1,-2 5-506,7 5 0,-7 3 0,2 6-36,-4 0 0,-1 1 1,0-1-1,0 1 18,0-1 0,0 0 0,0 1 57,0-1 1,0-4-1,-1-2 465,-4-2-405,3-1 1,-4-7-63,6-2 0,5-4 0,1-7 0,2 1-141,3-1 0,4 1 0,2 0 0,2-1-82,-1 1 1,3-1 0,0 1 232,1 0 0,21-45 0,-17 23 0,1 1 0</inkml:trace>
  <inkml:trace contextRef="#ctx0" brushRef="#br1" timeOffset="159">19552 17597 14328,'0'-10'-2208,"-2"2"998,-3 2 0,4-1 995,-4 3 0,3 0 21,2-5 131,0 6 25,0-4 0,2 7 235,3 0-555,-4 0 372,6 0 122,-7 0 1,0 2-73,0 3 1,0-2 0,0 6-12,0 3 1,-5 0 0,0 3 0,0-1-33,-1 1 1,3-1-1,-5 0 1,1 2-9,4 4 1,-3-4 0,1 3-1,0-2-46,-1 2 1,4-3 0,-3 4-30,4-4 1,1-7-38,0 1 1,1-7 16,4 2 0,3-10 1,6-5 58,1-2 1,-1-3 0,1 1 0,-3-1-49,-2 1 0,3 0 0,-4-1 68,4 1 1,1 0 82,1-1 0,-6 2 30,1 4 0,-7 4-23,2 10 0,-5-2 0,-3 7-5,-2 1 1,0 2-1,4 1-33,-4 0 0,3 1-73,-3-1 0,5-4-75,5-1 1,3-6 0,7 2 82,-1-3 0,-1-9 1,-2-1-1,-1-1 16,1-1 0,0 5 0,0-4 0,-3-2-56,-1-2 1,2 3-1,-2 2 1,-1 0-29,0 0 0,4-1-68,-5-6 1,1 7-1,-3 2 120,2 0 1,-7 10 0,-6-2-1</inkml:trace>
  <inkml:trace contextRef="#ctx0" brushRef="#br1" timeOffset="160">19911 17640 10950,'-14'0'-979,"1"2"537,3 2 509,4-2 0,8 4-158,2-6 1,4-1-1,7-2 97,-1-2 1,1-5 0,-3 4 0,0-1-80,-3 1 0,-4-4 1,3 4 71,-2-2 0,4 3 40,-5-4 0,-2 5-75,-8 0 1,-3 2 0,-6 4 145,-1 2 0,6 0 1,1 5-1,0 1-70,0-2 0,0 5 0,-3-4 13,1 4 1,7 1-1,-2 1-125,3-1 1,2-4-1,2-1-111,3 2 1,3-4 0,6-2 110,1-4 1,-1-1 0,0 0 0,1 0-22,-1 0 0,1 0 0,-1 0 0,0 0 73,1 0 1,-6-5 0,1 1-1,1-1-13,2-1 0,-4 2 1,1-4-1,0 0 56,-2 0 1,3 4 0,-6-6 44,-2-1 1,0 4 265,2 3 18,-4 2 0,1 4-259,-7 2 0,-4 0 1,2 4-1,1 0-85,-1 0 0,1 1 0,3 6-137,-2-1 0,-1 0 0,2 1-30,0-1 0,-1 0 0,5 1 93,0-1 1,0-6 0,0-1 0</inkml:trace>
  <inkml:trace contextRef="#ctx0" brushRef="#br1" timeOffset="161">20185 17482 10950,'-10'0'-2195,"0"0"2046,7 0 0,-3 1 51,6 4 1,13 35-1,3 14 1</inkml:trace>
  <inkml:trace contextRef="#ctx0" brushRef="#br1" timeOffset="162">20285 17654 8861,'0'-9'108,"0"-1"1,2 5 49,3-4 1,-4 4 25,4-5-165,3 7 24,-6-3 0,2 6 1,-8 0-23,-6 0 0,2 6 0,-2 2 0,1 2 6,1-1 0,-3 1 0,4 4-36,-1 1 1,3-1 73,-4 1 0,6-1-136,-2 0 0,10-6 0,4-3-45,4-3 1,-3-2 0,-1 0 74,2 0 0,2 0 2,2 0 0,-6 1 0,1 4 0,-7 3 0,2 6 0,-5 1 88,-5-1 1,-1 5 0,-6 2 0,3 0 26,-2 0 0,-4 3 0,-2-3 0,-3 1-4,3 3 1,1-4 0,0 0-1,-2-3 44,-1-4 0,0 7 0,5-10-49,-1 0 1,2-4 0,2 1-216,2-2 1,7-3-152,2-8 0,2 2 0,7-6 0,2-3 12,2 0 300,2-3 0,6-17 1,4-8-1,2-3 0,0 0 1</inkml:trace>
  <inkml:trace contextRef="#ctx0" brushRef="#br1" timeOffset="163">20544 17482 10950,'-14'-8'-963,"4"1"897,1 7 0,4 2 0,-3 3 0,1 4 135,4 4 1,-3 1 0,-1 2 0,1 2-74,0 1 0,1 2 0,3-3 1,-1 2-64,-2 3 1,1-4 0,2 3 0,-1-1 41,-2-3 1,0-2 0,5-2-129,0 0 87,0-6 1,2-3 99,3-10 1,1-3 0,5-6-1,-1 0-110,1-1 0,-3 2 0,1 2 0,1 2 61,-2-2 1,5-1 0,-5 1 0,1 3 78,1 2 0,-5-4 57,4 5 0,-4 1-45,5 4 1,-7 6 0,0 4 0,-4 2-25,-4 3 1,-2-1-1,4 1 1,-2-1-43,2 0 0,-3 1 0,1-1 0,2 0-187,1 1 1,-3-1-1,1 1-749,0-1 922,3 0 1,33-31 0,8-9-1</inkml:trace>
  <inkml:trace contextRef="#ctx0" brushRef="#br1" timeOffset="164">20774 17453 10924,'-6'-8'-1446,"3"2"1537,-7 6 0,7 6 1,-3 4-1,1 2 12,0 3 1,0 1-1,5 1 1,0 2-131,0-1 1,0 3 0,0 0 0,0-1-49,0 1 0,0 3 1,0-5-1,0-1-28,0-2 1,2-2 0,1 1-1,2-1-169,-2 0 1,0-1-1,0-2-732,2-1 1088,6 0 0,-9-28 0,4-8 0</inkml:trace>
  <inkml:trace contextRef="#ctx0" brushRef="#br1" timeOffset="165">20674 17669 10924,'-8'-7'-748,"3"-2"0,5 1 749,5-2 0,3 7 1,6-2-1,2 4-32,3 1 0,-3-5 1,5 0-1,-2 2-89,0 1 0,5 2 1,-3 0 124,2 0 1,39 0 0,15 0 0</inkml:trace>
  <inkml:trace contextRef="#ctx0" brushRef="#br1" timeOffset="166">21551 17726 10924,'-6'-8'-915,"3"-3"775,-7 6 1,5-1 224,-4 1 0,-1 4-23,-4-4 1,-1-2 0,1 1-40,0-2 1,4 3 0,2-4-119,2-3 1,-4 0 0,5-3 24,2 1 1,3-2 0,3-2 0,4-1-80,1 1 1,1 2 0,6 2-1,-1 0 139,0-1 0,1 3 1,-1 0 185,1 3 1,-1 6-121,0-2 1,-6 5 0,-3 5 0,-3 4-16,-2 4 1,-7 1 0,-4 2 0,-5 2 26,-3 1 0,-5 7 1,3-4-1,-1 2 24,-4 0 0,1-5 0,-1 4 0,4-3 85,1-2 1,2-2-1,4-3 428,1-4-577,6 4 1,3-13 0,12 2-1,5-7-60,6-3 0,3 0 0,-2-3 0,5 3-162,3 1 0,0-4 0,-1 3 0,-2-1-670,1-1 865,3 7 0,9-11 0,5-4 0,5 2 1,-1 0-1</inkml:trace>
  <inkml:trace contextRef="#ctx0" brushRef="#br1" timeOffset="167">21983 17712 12471,'-10'0'-2024,"1"0"2632,6 0 16,-4 6 0,9-4-568,3 3 1,-2-4-1,6-1 1,2-1 57,2-4 0,2 2 0,-1-7 0,2-1-95,3-2 0,-3-1 0,5-2 0,-2-2-36,0-1 1,5-7-1,-3 2 1,0-3-69,0-2 1,3 1-1,-5-1 1,-2-1 7,-1-4 0,-1 4 1,-2-4-1,-4 4-19,-4 1 0,-3 5 1,-2 1-1,0 1-236,0 0 1,0 4 276,0-1 1,-7 5-1,-2 6 28,-4 8 1,3 4 0,1 9 0,-3 0 4,0 3 1,-1 3-1,2 0 1,1 5-1,-1 3 0,0 2 0,-1 0 0,3 0-61,-2 0 0,3 1 1,-2 2-1,1 3 30,1 2 1,-4-5 0,8 1 0,0-2-9,3-2 0,1-5 0,0-2 69,0-1 0,0-7 0,1-6 21,4-2 1,2-2-1,4-8 63,-2 0 1,1-7-1,4 3-27,1 0 0,-6-5 0,1 3-46,1-3 1,0 4 0,0 1 0,-3 0-2,-1 0 1,4 3 0,-3-5 43,0-1 0,5 5 151,-4 1 0,-1-1 137,2 1 1,-7 2-261,2 7 1,-3 4-1,-2 7-164,0-1 1,0 1 0,0-1-53,0 0 0,0 1 0,0-1-46,0 1 0,0-1 1,0 0-145,0 1 0,0-6 1,0 1-62,0 1 0,1-5 0,2 1-266,2-1 613,0-4 0,14-28 1,5-14-1</inkml:trace>
  <inkml:trace contextRef="#ctx0" brushRef="#br1" timeOffset="168">22501 17568 11027,'-15'0'-1375,"6"0"1477,-1 0 0,7 2 0,-2 2 0,4 6-58,1 3 1,-2-4 0,-1 1-1,-2 1-78,2 2 1,1 1 0,2 1-122,0-1 1,0 1-238,0-1 1,0 0-617,0 1 994,0-7 1,13-53 0,3-19-1</inkml:trace>
  <inkml:trace contextRef="#ctx0" brushRef="#br1" timeOffset="169">22544 17395 11244,'-2'-8'-1255,"-2"4"0,0 2 1220,-5 2 0,6 2 0,-2 2-61,3 6 0,2 3 0,0 1 1,0 1 63,0-1 0,13 58 0,-5-29 0,0 0 0</inkml:trace>
  <inkml:trace contextRef="#ctx0" brushRef="#br1" timeOffset="170">22717 17568 11244,'0'-14'-380,"0"4"1,-2 2-65,-3 2 0,4-1 115,-4 2 304,-3 4 0,5-6 1,-5 9 105,1 3 0,-2-2 0,4 7-128,2 1 1,-4-3 41,2 1 0,-4 1-38,4 4 0,0-4 0,4-2-71,-4-2 98,3-1 0,-2-5 26,8 0 1,0 0 43,5 0-45,1 0 1,2 2 12,-2 3 1,-4-2 0,-6 6 0,0 3 12,0 0 0,0 4 0,0 2 3,0 1 1,-4 0-1,-3-4 1,1 1 60,-1 3 0,-4-3 0,2 3 0,-4-3 16,-1-2 1,-1 1 0,1-2 0,-1-2-17,1-2 0,0-4 1,-1 3-123,1-1 0,4-3-564,1-4 362,5 0 0,0 0 0,8 0 0,6-1-46,3-4 0,1-3 300,1-6 1,31-46 0,-19 25 0,0 0 0</inkml:trace>
  <inkml:trace contextRef="#ctx0" brushRef="#br1" timeOffset="171">22904 17323 10913,'-7'-8'-554,"-2"4"0,2 4 1,1 4-1,1 6 644,0 3 0,-4 6 0,4 0 0,0 0 17,-1 2 1,4 0 0,-3 5 0,4-3-119,1 3 1,-5 1-1,0 2 1,2 0-90,1 0 1,1-5-1,-2-2 1,-2-1 11,2-4 0,1-1 12,2-1 56,0-7 0,2-7 0,1-7 1,3-2 48,2-3 0,-3-1 1,3 1-1,0 2-66,0-2 0,0-2 1,3 0-1,-1 2 8,1 1 0,-3 2 0,0-3 1,0 3 32,0 2 1,-3-4 0,4 5 312,2 2-184,-4 1 0,-1 4 1,-6 3-83,0 4 1,0-1-1,0 2 1,0 1-28,0 2 1,0-3 0,0-1 0,0 2-157,0 2 0,0-3 0,0-1-384,0 2 1,2 2 483,3 2 1,15-20-1,11-5 1</inkml:trace>
  <inkml:trace contextRef="#ctx0" brushRef="#br1" timeOffset="172">23119 17654 10654,'-12'-1'-985,"2"-4"1,4 2 898,6-7 1,1 7 0,2-3 227,2-1 0,6 4-82,-1-7 0,1 6 0,0-4-18,-1 1 0,-5-2-156,4 4 147,-5-6 1,-4 9 71,-10-3 1,-1 5 0,0 3 0,3 4 28,1 1 0,-2 1 1,2 6-23,-1-1 1,5-4 0,-2-1-190,4 3 0,1 0 0,0 3-199,0-1 0,1-6 0,4-1-378,5-1 1,2 0 667,3 4 1,38-29-1,9-13 1</inkml:trace>
  <inkml:trace contextRef="#ctx0" brushRef="#br1" timeOffset="173">23292 17582 9822,'0'-14'-1596,"0"4"2110,0 1-239,0 6-243,0-4 1,0 18-87,0 4 0,0 2 0,0-2 1,0-1-27,0 1 0,0-1 92,0 0 0,0 1 54,0-1-99,0-6 1,2-1 0,1-9-1,3-1-42,2-2 1,-3-6 0,5 1-1,1-3-100,2-1 1,6-2-1,2-2 1,1-1-468,4 2 652,1-6 0,12-2 0,8-4 0,3-5 0,1-1 0</inkml:trace>
  <inkml:trace contextRef="#ctx0" brushRef="#br1" timeOffset="174">23954 17510 10994,'0'-14'-645,"0"0"0,1-1-852,4 1 1612,-3 6 0,6 2 16,-3 6 1,-4 1 0,4 4-1,-3 5-63,-2 2 1,0 3 0,0-1 0,-2 0-31,-3 1 0,4-1 0,-4 1 0,3-1-33,2 0 1,0 1 0,0-1-69,0 1 1,0-1 0,0 0 86,0 1-25,0-7 0,2-2 1,3-6 15,4 0 1,-1-1-1,2-3 1,1-2-46,2-2 1,-4-2 0,1-2 0,1 0 20,2 3 0,0-1 1,-2-4-1,-1 1 38,1 3 1,-3-1 0,0 5 207,-2-2 27,5 5 1,-9-2-237,3 10 1,-4-2-1,-1 6 1,-1 1 51,-4-2 1,3 5-1,-2-4-95,2 4 0,2-3 0,2-1-96,2 3 1,0-1 0,5-2 42,2-4 0,2 2 0,1-3 0,1 0-1,-1-3 1,1-1 0,-1-1-52,0-4 0,1 2 0,-1-7 75,1-1 1,-3 3-1,0-2 111,-3-1 1,-4 0-1,3 0 1,-2 1-51,-2-1 0,-3 3 0,-1-2-9,0-1 1,0 3 203,0-2-174,0 7 3,0-3-61,0 6 0,2 0-33,3 0 0,3 0 34,6 0 1,0 0 0,1 0-12,-1 0 0,-4 0 1,-2-2 84,-2-3 0,5 4 5,-1-4 10,-4-3 1,1 5-72,-7-7 1,-2 7 0,-3-2 55,-4 4 1,1 5-1,0 3 1,0-1-42,0 1 1,3 4 0,-5-2 10,-1 4 0,5 2 0,-1-1-34,1 0 1,4 1 0,-3-1-1,4 1-103,1-1 1,0 0 52,0 1 1,1-2 0,3-2-53,0-2 0,8-5 0,-3 0 124,4-2 0,1-4 1,1-1-26,-1-2 0,1-4 0,-3 2 1,0-1-23,-3-3 0,1 0 1,3 0-1,-2 1 11,-2-1 1,-1-2-1,4 0 84,-3 4 1,-4-2 197,4 6 20,-5-6 1,2 11-78,-6 0 1,-2 1-1,-1 9-143,-2 1 0,-4 2 1,3 1-123,-2 1 1,4-1 0,-2-1 0,1-2-150,0-1 0,-1-1 0,3 6-171,-2-1 1,0-5 368,5 1 1,7-20-1,1 1 1</inkml:trace>
  <inkml:trace contextRef="#ctx0" brushRef="#br1" timeOffset="175">24616 17482 10994,'0'-23'-661,"-2"4"1,-1 3-150,-2 2 1,0-1 1029,5 1-191,0 6 0,0 3 0,0 10-66,0 5 1,0 2-1,0 3 1,0-1-211,0 1 1,0-1 231,0 0 1,13 33 0,3 7-1</inkml:trace>
  <inkml:trace contextRef="#ctx0" brushRef="#br1" timeOffset="176">24817 17539 11004,'0'-9'-599,"0"-1"-261,0-1 0,0 3 757,0-2 1,-1 7 396,-4-2 1,2 4-171,-7 1 1,7 1-1,-4 4-98,1 5 0,3 2 1,-5 3-20,1-1 0,3-4 0,2-1-93,-3 3 0,4 0 30,-4 3 1,3-6-186,2 1 7,0-7 1,2 2 209,3-10 0,1-3 66,4-6-36,2-1 1,-10 6 0,4 1 361,1 1 1,-6 4-270,4 8 1,-3 3 0,-2 6-1,0 1-35,0-1 0,-2 2 0,-1 3 0,-3 4-23,-2-1 0,3 5 0,-5-1 1,-1 4 9,-2 4 0,-1-5 1,-1-5-1,-1 1-25,-3 2 0,-2 1 0,-4-5 1,2-3 25,3-4 1,-1-2-1,3-1 1,-1-2 6,2-1 0,-4-7-88,2 2 1,6-10 0,8-5-62,3-3 0,4-1 0,1 0 1,5-1-170,5 1 0,-2-1 0,10 1 0,-2-2-501,0-3 772,7 3 1,5-24 0,5-11 0,6 0 0,1 0 0</inkml:trace>
  <inkml:trace contextRef="#ctx0" brushRef="#br1" timeOffset="177">25004 17323 10515,'0'-9'-689,"0"-1"1,-5 9-1,1 1 937,0 8 1,-2 6 0,0 5 0,-1 4-138,1-1 0,-1 5 0,4-3 0,-3 3-89,-2 2 1,5 0 0,-2 0 0,2-2-39,-2-3 0,3 1 0,-3-5 0,4-3-179,1-1 175,0-8 1,1-1-1,3-9 17,0-3 0,8-3 1,-4-6-1,1-1-9,1 1 1,-5 0 0,4 1 0,2 0-122,2-1 0,-3 6 1,-1-8-1,3 1 74,0 4 0,-2 1 1,-1-1 68,3 2 0,-4 1 125,1-2 0,-6 5 0,2 10 0,-3 5 21,-2 2 0,0 3 1,-2-1-1,-1 2-73,-2 3 0,0-3 0,4 4 0,-2-4-162,-2-2 0,0 0 1,5 1-1,0-1-191,0 1 0,0-1 0,0 0-168,0 1 0,2-7 447,2-4 0,24-34 0,10-10 0</inkml:trace>
  <inkml:trace contextRef="#ctx0" brushRef="#br1" timeOffset="178">25306 17251 9744,'-9'7'397,"1"2"0,1 4-359,4 2 0,0 4 1,0 2-1,-2-1-49,2 1 1,1 3 0,2-3 0,-1 1-90,-4 4 0,3-4 0,-3 2 0,4 0-69,1-1 0,-2-1 1,-1-4-1,-2 1-316,2-2 0,0-1 529,-2-1 1,-9-14 0,-9-2 0</inkml:trace>
  <inkml:trace contextRef="#ctx0" brushRef="#br1" timeOffset="179">25191 17496 10932,'0'-14'-1763,"5"-1"1540,0 1 0,4 4 1,-2 2-1,1 2 253,3 3 0,-3 1 0,2 2 1,1 0-74,1 0 0,3 0 0,-1 0 0,1 2-162,-1 3 1,0-2 0,1 5 158,-1-2 0,1 18 0,-1 0 1</inkml:trace>
  <inkml:trace contextRef="#ctx0" brushRef="#br1" timeOffset="180">25436 17510 8522,'0'-8'-463,"0"0"0,1 5 735,4-2 1,-3-1-73,3 1 1,-2 2 24,2-6 0,-4 4 37,4-5-76,-3 7-188,-2-3 1,0 7 0,0 4-47,0 5 1,0-2 0,0 1 72,0 2 1,0 2-64,0 1 0,0 1 0,0-1 11,0 1 0,0-6 0,-2 1 0,-3 1 0,-3 2 1,-6 1-1,-1 1-54,1-1 0,0-4 1,-1-1-1,1 1-69,-1-2 1,1 5 0,0-5 0,1 1-140,3 1 1,4-6 316,6 6 1,70-39 0,-26 13 0,0-1 0</inkml:trace>
  <inkml:trace contextRef="#ctx0" brushRef="#br1" timeOffset="181">25911 17554 10034,'0'-10'-1180,"0"0"1,4 6 1429,1-6 1,1 2 0,-2-3-156,0 1 0,3 7 0,-4-3-53,2-1 0,1 1 1,-3-5-25,2 1 1,0 5-51,-5-4 1,-2 6 0,-2-2 0,-6 3 0,-3 2 1,-1 2-1,0 3 38,-1 4 0,-4 4 1,0 1-1,1 1 41,2-1 1,2 0 0,-1 1 0,1 1-42,0 3 0,1-3 0,2 3 0,3-3-7,1-1 0,2-6 0,5 1-43,0 1 0,2-5 0,3-1 26,4-3 1,-1-2 0,2 0 0,1-2 26,2-3 0,-3 2 0,-1-5 0,2 0-61,2 0 1,-3 0 0,-2-3 0,0 3-64,0 2 0,1-6-79,6 3 0,-6-2 90,1 1 179,0-3 0,-2 13 59,-4 0 1,-2 2-1,-2 7-44,0 3 0,-5-4 1,0 1-57,2 2 0,2 2 1,1 2-25,0-1 1,0-4-1,0-1-78,0 2 1,0-3 8,0 2 1,6-7 44,3 2 1,4-5-1,2-3-4,-1-2 0,-1-6 0,-2 3 0,-1-2-79,1 1 0,-3-1 0,1-4 41,3-1 0,-1 1 0,0-1 0,-1 1 19,1 0 0,-3 4 1,1 2-1,1 0 46,-2 0 0,3 3 0,-4-3-1,0 2 0,1-1 0,4 4 74,-3-2 0,-4 1 4,5 4 1,-7 6-39,2 4 1,-4 2 0,-1 3 24,0-1 1,-5 1 0,1-1-9,0 0 1,1 1-1,0-1-55,-2 1 1,0-6 0,5 1-57,0 1 0,0-3 1,2 0 22,3-2 1,-2-1-1,7-5 1,1 0-25,2 0 0,1-1 0,0-3 1,1-2-10,-1-2 0,1 3 1,-1-4-1,0-3-65,1 0 0,-1-1 0,0 2 1,1 1 41,-1-1 0,-4-2 1,-2-1 11,-2-1 0,-1 1 76,-5-1 0,-6 6 1,-4 1 32,-3 1 1,4 3 0,-1 5-1,-1 4 220,-2 5 0,4-2 0,-1 1 5,-1 2 1,4 2 0,3 2-258,2-1 1,2-4 0,2-2 0,1 0-175,2 0 0,7-5 0,1 3 0,6-1 161,4 0 1,22-13 0,10-5 0,8-3 0,-1 0 0</inkml:trace>
  <inkml:trace contextRef="#ctx0" brushRef="#br1" timeOffset="182">26918 17597 10576,'0'-15'-1260,"1"1"940,4 0 1,-2-1 0,5 1 374,-1-1 1,2 6 0,-2 1 0,-1 0 64,0 0 1,1 5 0,-4-4-84,2 1-45,0 4 0,-7-4 1,-1 8 55,-2 2 0,-6 4 1,1 7-1,-3-1-9,-1 0 1,0 1-1,-1-1 1,2 1 11,4-1 1,-4 2 0,5 2-1,-2 1-39,1-2 0,4-1 1,-3-1-66,2-1 0,1-4 9,5-1 0,1-5 0,4 0 28,5-2 1,-2-2-1,1 0 1,3-2 4,0-2 1,-2 0 0,0-4 0,1 0-21,2 0 1,-4-1-1,1-4 1,-1 2-11,-1 1 1,5 2 0,-5-3 0,2 3 61,-1 2 1,-4-6 8,5 3 1,-7 1 1,2-2 56,-4 7 1,-1 3-74,0 10 0,0-2 0,0 1-87,0 2 0,0-3 59,0 2 1,0-5 0,2 3-93,3-2 0,-2-1 65,6-5 0,1 0 0,4-2 52,1-2 1,-6 0-1,1-4 1,1 0 1,2 0 1,1 0-1,1-3 1,-1 2-8,1-3 1,-1 1 0,0 0 0,1 1 47,-1-1 1,0 3-1,1 0 52,-1 2 1,-4 1-10,-1 5 1,-5 2-24,0 2 1,-4 0-1,-4 5-19,-6 2 0,2 2 0,-2 2-68,-1-1 0,3-1 1,0-2-1,0-1-18,0 1 0,5-3-16,-2 1 33,-3 1 1,8-2-73,0-3 0,2-4 0,8-2 48,1-4 0,1-3 1,3-5-1,-1 2 16,1 1 0,-1 1 0,2-4 1,2 2-27,1 1 1,0 2 0,-5-3 0,1 1 11,-1-1 0,1 3 0,-1-1 69,0-3 1,-4 6 0,-1 1 350,3 4-213,-6 1 0,0 6 0,-6 4-62,0 2 1,-4-2-1,-1 0 1,0 1-126,-1 2 1,4-4 0,-3 1 0,2 1-76,-2 2 1,4 1-1,-6 1-168,1-1 0,4 0 0,-2 1-366,2-1 1,2-4 620,0-1 1,45-31 0,11-4 0</inkml:trace>
  <inkml:trace contextRef="#ctx0" brushRef="#br1" timeOffset="183">27666 17525 9167,'-15'0'0,"1"0"3,0 0 0,6 1 0,1 3 0,2 2-10,1 2 0,-6-3 0,5 4-76,2 3 1,-3 0 0,1 3 77,2-1 1,1 1 0,0-1-269,-2 0 0,2 1 0,-3-1-790,4 1 1062,1-7 1,19-40-1,5-16 1</inkml:trace>
  <inkml:trace contextRef="#ctx0" brushRef="#br1" timeOffset="184">27680 17381 8410,'-2'-8'-816,"-2"3"0,2 5 763,-3 5 1,4 3 0,1 6 0,0 1-225,0-1 268,0 1 0,12 37 1,4 11-1</inkml:trace>
  <inkml:trace contextRef="#ctx0" brushRef="#br1" timeOffset="185">27896 17525 9176,'6'-15'-209,"-4"6"1,4 1-30,1 1 0,-4-4 357,6 2 0,-5 1 36,0-2 0,-2 5-63,-2-4 1,-2 6-94,-2-2 1,-4 3 0,-7 2-1,1 2 12,0 3 1,-1 3 0,1 4-1,-1 0-26,1-3 1,0 1-1,-1 2 1,1 0-14,-1-3 0,6 1 0,1 4-28,1 1 1,3-6-10,4 1 1,1-7-1,4 2-14,5-4 0,2-1 1,3 0-1,-1 0-46,1 0 1,-6-4-1,1-1 1,1 2 8,2 1 0,-4 2 152,1 0 1,-5 0-1,3 2 93,-2 2 1,-6 4-1,-6 7 1,-2 1-44,-3 3 1,-4-1 0,-2 6 0,-4 0-21,-2-2 0,1 5 0,-4-3 0,1 3-10,-6 2 0,3-5 0,-6-2 0,4-1-6,1-3 1,5-4-1,2-3 1,1-3 127,3-1-260,2-3 0,8-5-53,4-4 0,8-1 0,6-5 0,3 1-149,1-1 0,2 3 0,2-2 1,2-1-575,3-2 859,-6-1 0,16-13 1,6-5-1,0-4 1,1 1-1</inkml:trace>
  <inkml:trace contextRef="#ctx0" brushRef="#br1" timeOffset="186">28025 17525 9186,'0'-15'-1633,"-1"9"1736,-4 6 0,-1 6 0,-6 9-44,3-1 0,4 1 0,-3-1 0,2 0-20,2 1 0,-2-1-226,1 1 54,0-1 1,7-6 117,3-3 0,3-4 0,5-2 0,-2-2-15,-2-2 0,1-6 1,4 3-1,1-2-38,-1 0 1,-4 6-1,-1-6 1,3 0 13,0 2 0,3-3 0,-3 5 146,-2-2 1,3 5 235,-4-2-150,-2 3 0,-1 9 0,-6 2-114,0 4 0,0-3 1,0-1-74,0 2 0,0 2 1,0 2-326,0-1 0,7-4 30,2-1 0,4-1 0,1 2 306,1-5 1,25-29-1,6-8 1</inkml:trace>
  <inkml:trace contextRef="#ctx0" brushRef="#br1" timeOffset="187">28227 17582 9186,'-15'0'-1277,"1"0"1249,6 0 0,3 0 62,10 0 1,3 0-109,6 0 1,1-4-1,-1-1-68,1 2 0,-1-1 113,0 0 1,-1 0 0,-2-4 13,-1 2 1,-2 0 0,3 2 165,-1 0 28,-7-8 27,3 11 1,-7-6-150,-4 7 0,3 7 0,-4 1 0,1 1-42,0 1 1,-4-5 0,4 4-1,0 1-5,-1-2 1,4 5 0,-3-4-92,4 4 1,1-3 0,0-1-66,0 3 0,0-4 0,1 0 0,3 0-108,0 0 0,6-4 0,-4 4 0,2-1-454,3-4 708,-4-1 0,44-22 0,5-4 0</inkml:trace>
  <inkml:trace contextRef="#ctx0" brushRef="#br1" timeOffset="188">28558 17554 8269,'-15'-8'-180,"1"1"0,0 7 160,-1 0 1,6 0-1,1 2 1,0 1 91,0 2 1,0 6-1,-4-1-19,3 2 1,1 3 0,-2-1-41,5 1 1,4-1 272,1 0-124,0 1 1,1-7 0,4-3-220,5-4 1,3-6 0,-1-1 0,0-2-95,-3-3 0,1-2 1,4-1-1,1-1-1,-1 1 1,-4-1 0,-1 1 0,2 0 29,2-1 1,-3 1 0,-1-2 0,1-2 47,-2-1 1,3-2 0,-5 4 0,1-4 24,-1-1 1,4 2 0,-5-2 0,-1 0 68,3-1 0,-6 4 0,4-3 216,-3 1-174,-2 2 1,0 12 0,0 7 92,0 8 1,-5 7 0,-1 2 0,-1 2-85,1-1 0,1 3 0,5 0 1,-2 1-86,-2 4 0,2-1 0,-3 1 0,4-2-117,1 1 0,0 2 0,0 2 0,1 0-218,4 0 1,-2 0 0,5-1 348,-1 1 0,68-6 0,-31-13 0,0 0 0</inkml:trace>
  <inkml:trace contextRef="#ctx0" brushRef="#br1" timeOffset="189">29162 17208 8540,'-14'0'-1397,"4"0"1613,0 0 1,6 7-1,-4 2 1,1 4-83,4 1 1,-3 2 0,1 2 0,2 3-90,1 1 1,-3-3 0,0 5-1,2 2-37,2 1 1,1-3-1,0 0 1,-2 0-137,-3-2 1,4 6 0,-4-6 0,3 0-237,2-2 1,0 0 0,0 0-505,0-3 868,0-1 0,0-33 0,0-9 0</inkml:trace>
  <inkml:trace contextRef="#ctx0" brushRef="#br1" timeOffset="190">29061 17539 8540,'8'-14'0,"-3"-1"-262,-3 1 1,2 4 0,3 2-1,1 2 182,3 3 0,-3 1 0,2 1 221,1-4 0,2 3 0,1-2 0,-1 4-88,-4 4 1,3 0 0,-6 3 0,0 1 1,1 0 0,-1 0 0,-3 4 0,2-3 0,-2 2 1,-1-3 0,-2 2-10,0 1 1,0 2 40,0 1 1,6-6-38,4-3 0,-2-3 0,1-2-126,3 0 0,0-2 0,3-1 0,-1-3-128,1-2 1,-6-2 0,1-4 0,1-1 85,2 1 1,-4 4-1,-1 1 1,-1-3 50,-4 0 1,-3-3 0,-5 3 0,-6 2-26,-7 5 0,-4 4 0,-8 1 0,-2 0 23,-2 0 0,0 1 0,6 4 69,-1 5 0,7 15 0,1 5 0</inkml:trace>
  <inkml:trace contextRef="#ctx0" brushRef="#br1" timeOffset="191">29766 17510 12939,'0'-9'-3044,"-1"1"1767,-4 1 1118,3 3-113,-4-3 232,6 6 1,1-7 118,4 3 1,-2 3 117,7-2 0,-5 2-171,4 2 1,-4 0-1,3-2 548,-1-2 5,-3 2-334,3-4 0,-6 4 283,4-3-121,-3 4-443,-2-6 1,-2 7 28,-3 0 0,-3 0 0,-6 0 65,0 0 0,4 2 0,0 3-12,-1 4 0,0-1 1,0 2-1,1-1-67,-1-1 1,3 5 0,-2-3-32,-1 2 1,5 3-1,1-1-71,3 1 0,2-1-92,0 0 1,2-6 174,3-3 0,3-3 1,6-2-39,1 0 0,-6 0 0,1-2 43,1-3 0,2-3 1,1-4-1,-1 0-26,-3 3 0,1 4 0,-5-3 50,2 2 0,-3-4 163,5 5 538,-7 0-553,3 5 0,-6 7 1,-1 1-106,-4 0 1,3 5 0,-3-4-219,4 4 1,1-3 0,0-1-334,0 2 1,0 2 217,0 2 1,1-7-1,3-2 345,0 0 0,46-30 1,6-1-1</inkml:trace>
  <inkml:trace contextRef="#ctx0" brushRef="#br1" timeOffset="192">30054 17467 12183,'0'-14'-883,"0"0"0,0 4 1,-2 2 513,-2 2 1,0 2 589,-5 9 0,4 2 0,-3 4 0,0-2-139,0 3 0,3 0 0,-3 3 1,0 1-109,0 3 1,3-3 0,-3 3 0,2-3 20,3-2 1,1 1-1,2-1 1,0 1-167,0-1 1,0-4-1,0-1-166,0 2 1,7 1-1,2-3 55,4-4 0,1-3 382,1-2 0,-1 0 0,1 0 0</inkml:trace>
  <inkml:trace contextRef="#ctx0" brushRef="#br1" timeOffset="193">30270 17295 8481,'-10'-5'-12,"1"0"1,4 0 0,-3 4-1,0-3-55,0 0 1,3 0 0,-3 9 3,2 5 0,-4 3 0,5 3 0,2 1 79,1 2 1,-2 2-1,-1-2 1,2 4-21,1-1 0,2 5 1,-2-3-1,-1 2-65,-2-2 1,1 3 0,4-5 0,-2 2-8,-3 0 1,4-1 0,-4 1-1,3-5-42,2-3 0,0-2 0,0 1-164,0-1 0,0-4 28,0-1 1,2-6 253,3 2 0,3-29 0,6-8 0</inkml:trace>
  <inkml:trace contextRef="#ctx0" brushRef="#br1" timeOffset="194">30054 17597 8481,'0'-15'-226,"0"1"122,0 0 1,5 4 0,1 2 0,2 2-55,3 2 1,2-2 0,1 1 0,2 2 179,4 1 0,-3 2 1,6 0-1,-1 0-36,0 0 0,-2 0 0,2 0 0,-1 0 33,-4 0 0,-1 2 1,-1 3-14,-1 4 0,-6-1 0,-3 2-4,-4 1 1,-1 2 0,0 1 3,0 1 0,-6-1 1,-2 1-1,-2-1-18,1 0 0,4-4 0,-5 0-49,-1 1 1,0 2 0,0 1-56,1 0 1,7-4 0,-3-1-215,-1 3 330,6-6 0,-6 7 0,7-5 0</inkml:trace>
  <inkml:trace contextRef="#ctx0" brushRef="#br1" timeOffset="195">30385 17410 8552,'-8'1'-1166,"1"4"530,1 5 0,4-2 636,-2 1 0,8 52 0,4 17 0</inkml:trace>
  <inkml:trace contextRef="#ctx0" brushRef="#br1" timeOffset="196">30500 17597 6774,'0'14'105,"0"1"0,0-1 0,2 0 1,1 1-108,2-1 0,1 1 0,-1-3 0,3-1 59,0-1 1,4 0-34,-2 4 1,3-6-1,1-3-52,1-4 1,-1-1-1,0 0-27,1 0 0,-6-4 0,-1-3 0,0-1-9,0-3 0,-3 3 0,3-2 0,0-1 13,0-1 1,-3-3 0,3 1 16,-2-1 1,4 1-1,-5 0 63,-2-1 1,3 6 1,-1-1 3,0 0 0,0 4 22,-1 6 1,1 2-17,-5 7 1,2-1 0,1 3 74,2-1 1,1-7-58,-1 2 1,-2-3-1,7-2-72,1 0 1,-3 0-384,2 0 244,-1 0 1,4-2 90,-3-3 1,-4 2 96,-6-7 0,-6 7 62,-4-2 1,-3 4-1,0 2 76,4 4 0,1-3 0,5 4-82,-2 1 1,0-4 0,5 6-82,0 3 0,0-4-55,0 1 0,2-1 0,2 2 0,4-4-215,0 1 0,5-6 0,-2 6 260,7-1 0,24-4 0,10 4 0</inkml:trace>
  <inkml:trace contextRef="#ctx0" brushRef="#br1" timeOffset="197">31392 17482 8552,'0'-8'-1606,"-2"-3"1846,-2 6 1,0 2-95,-5 7 0,6 0 0,-4 5-139,1 2 0,4 2 0,-3 1 0,4 1-12,1-1 0,0-4 1,0-1-3,0 3 0,0 0-133,0 3 1,1-2 133,4-4 0,3-2-17,7-7 1,-1 0-1,0 0-54,1 0 0,-3-2 0,0-1 0,-3-4 1,2-1 1,-3 4 50,2-6 41,-7 7 63,4-4 1,-9 9-36,-3 3 1,4-2 0,-4 7 8,3 1 0,2-3-1,0 1 0,0-4-48,0 5 1,7-7 0,2 2-8,4-4 0,-3-1 0,-1 0 0,2 0-3,2 0 1,0-1 0,-2-2-1,-1-4-3,1-1 0,2 3 1,1-4-1,0-2 0,-4 3 1,-2-2-3,-2-1 0,-1 3-172,-5-2-22,0 1 0,-6 1-104,-4 3 0,2 3 309,-1 2 0,12 19 0,-2 5 0</inkml:trace>
  <inkml:trace contextRef="#ctx0" brushRef="#br1" timeOffset="198">31766 17582 8180,'-14'5'-92,"-1"0"0,6 5 0,1-4 192,1 2 0,-2 2 0,4 4-153,2 0 1,1-4-1,2 0-73,0 1 1,0 2 120,0 1 1,6-6-13,4-3 1,3-4-1,1-1-28,1 0 0,-1 0 0,-1-1-26,-4-4 1,3 2 0,-6-7 38,2-1 0,-5 3 1,2-2 10,-3-1 0,-2 3 23,0-1 0,-5-1 0,-2-3 21,-1 4 0,5 1-14,-2 3 0,4-3-6,1-7 1,0 6-22,0-1 0,6 7 1,4-2 20,3 4 0,1 1 1,0 0-1,1 0 27,-1 0 0,0 0 0,1 0 0,-2 1 88,-4 4 0,4-2 1,-3 7-75,2 1 0,-2 0 0,-2 0 0,-2-1-27,-2 1 1,2 2 0,-1 1-66,-2 1 0,-1-6 3,-2 1 134,0 0-72,0-2 0,1-8-21,4-10 1,1-3-1,6-1-36,-3-1 1,1 1-180,4 0 1,0-1 0,1 2-77,-1 4 1,-4-2-447,-1 6 741,1 0 0,-2 18 0,-2 3 0</inkml:trace>
  <inkml:trace contextRef="#ctx0" brushRef="#br1" timeOffset="199">32255 17611 8252,'-8'-6'-242,"-5"4"357,4-3 0,-2 5 0,-1 5-212,3 5 1,4-2 0,-3 1 79,2 3 0,-4 0 1,5 3 40,2-1 1,1 1 120,2-1 0,2-1-134,3-4 1,3-2-1,6-7-55,1 0 0,-6-2 1,1-1-1,-1-4-137,-1-1 0,4-1 0,-6-4 0,0 2 13,1 1 0,-1 1 0,-3-6 0,2 1 53,-2 0 1,-1-6-1,-2 1 1,0 0 21,0-2 0,0 4 1,0-7-1,0 0 68,0 1 0,-5-2 0,0 4 0,2-1 78,1-4 0,2 4 0,0-1 0,0 2 43,0 4 1,0 6 0,2 3 48,3 1 0,-2 4-53,7 8 1,-7 3-1,2 8 1,-2 1 23,2 3 1,-4 4 0,6-4 0,-3 3-35,1 2 0,0 1 0,-5 0 0,2-3-65,2 3 1,-2 0-1,3-1 1,-2-1-96,2 2 0,-4-5 0,4-1 0,-3 0-79,-2-1 1,0 0 0,0-5 0,0 1-95,0-1 1,0 0 0,0 1 250,0-1 0,19-31 0,5-9 0</inkml:trace>
  <inkml:trace contextRef="#ctx0" brushRef="#br1" timeOffset="200">32600 17539 8252,'0'-14'-499,"0"-1"1,-1 3 0,-2 0 711,-2 3 1,-6-1-74,1-4 0,-3 6-66,-1 3 1,-1 10 0,3 5-68,2 2 0,-1-2 0,6-1 0,0 3 12,-1 0 1,4 3 0,-2-1 31,2 1 1,4-1-1,1 0 1,3 1-38,2-1 0,-3-4 0,3-1 0,0 1 42,0-2 1,1 5 47,6-4 1,-2 4 69,-4 2 0,-2-6-87,-7 1 1,-12-6-1,-4 4 1,-4 0-108,-6 0 0,-3 0 20,-4 2 0,-16 2 0,-9 2 0,-8-2 0,1 0 0</inkml:trace>
  <inkml:trace contextRef="#ctx0" brushRef="#br2" timeOffset="201">12329 10733 9691,'0'-4'-66,"0"1"56,0-4 1,0 9 0,-1 3 124,-3 2-25</inkml:trace>
  <inkml:trace contextRef="#ctx0" brushRef="#br2" timeOffset="202">15235 16072 12939,'-8'-8'-3063,"2"1"2318,6 7 1720,0 0-551,0-6-251,0 4 52,0-11-170,0 5 1,0-1-204,0-1 1,-2 7 0,-2-2 273,-6 4 0,2 7 0,-1 4 0,-1 2-35,2 3 1,-5-1 0,4 2 0,-3 2-114,3 1 1,-2 7 0,4-4-1,1 2-44,-1 0 1,3-2-1,4 2 1,0-3-2,0 0 0,0-5 0,1 3 0,4-5-78,5-4 0,2 3 1,3-5-1,-1 0 58,1-3 0,-1-2 1,0 0-1,1 2-138,-1-2 1,-4 3 0,-1-1-171,2-2 0,-3-1 1,0 0 330,-1 2 0,-2 0 103,-5 5 1,-7-12 0,-1 1 0</inkml:trace>
  <inkml:trace contextRef="#ctx0" brushRef="#br2" timeOffset="203">15322 16345 11837,'0'-10'-1069,"1"2"1,3 0 809,0 0 1,1 4 0,-3-4 481,3 1 1,-2-4 9,6 1 1,-5 2-43,0-1 1,0 6 185,0-2 0,-2 5-306,3 5 1,-5 3 0,-3 8 0,-2 1-39,2 2 1,-4 1 0,2-4 0,1 1-27,-3 2 1,6 2-1,-6-3 1,2 1-125,1-1 0,-1-2 0,5-2 1,0 0-66,0 1 1,0-1 0,0 0-47,0 1 0,1-6 1,4-1 25,5-1 0,-2-2 1,1-5-1,3 0-118,0 0 0,3-2 1,-1-3 390,0-4 1,7-23-1,2-7 1</inkml:trace>
  <inkml:trace contextRef="#ctx0" brushRef="#br2" timeOffset="204">15279 16489 11809,'-13'-2'-322,"2"-1"-211,1-2 1,7-1 153,-2 1 0,5 4 477,5-4 0,1 2 1,5-1-1,-1 0-51,1 0 0,2 3 0,1 1-153,1 0 0,-1-5 0,1 0 0,-1 2 118,0 1 0,14 2 1,2 0-1</inkml:trace>
  <inkml:trace contextRef="#ctx0" brushRef="#br2" timeOffset="205">15653 16230 11809,'-5'-10'-979,"0"1"0,0 4 437,5-5 484,0 7 1,2-3 0,3 6 91,4 0 1,-1 0 18,2 0 1,-1 0-110,6 0 1,-1 0-198,1 0 0,-1 0-10,0 0 0,1 0 263,-1 0 0,-12 25 0,-4 7 0</inkml:trace>
  <inkml:trace contextRef="#ctx0" brushRef="#br2" timeOffset="206">15696 16374 11809,'-10'0'-1984,"1"0"2463,5 0-390,-2 0 0,8 0-94,2 0 1,4 0 0,7 0-16,-1 0 1,1-5-1,-1 0-136,0 2 173,1 1 0,31-10 0,8-4 0</inkml:trace>
  <inkml:trace contextRef="#ctx0" brushRef="#br2" timeOffset="207">16660 16100 9510,'57'-14'0</inkml:trace>
  <inkml:trace contextRef="#ctx0" brushRef="#br2" timeOffset="208">16789 16086 10030,'-9'8'-638,"-1"-3"1,5-4 868,-4-1-176,5 0 11,-2 0 1,6 2 46,0 3 66,0-4-66,0 6-114,0-7-68,0 0-39,0-7 0,0 4 17,0-6 0,0 4 27,0-5 1,0 1 0,0-6 25,0 1 0,0-1 0,0 1 19,0 0 1,0-1 0,2 1 0,1 0 29,2-1 1,-1 1 0,-4-1-5,0 1 1,2 1 0,1 2-21,2 1 0,0 1 40,-5-6 1,0 6-25,0-1-3,0 7 1,1-3 45,4 6 57,-3 0-28,4 0 1,-6 1 106,0 4-143,0-3 1,0 6 8,0-4 1,-5 0 35,1 5 0,-8-6 1,4 4-16,0-1 1,-4-4 0,2 4-39,-3 1 0,4-6 0,-1 6 0,-3-3-29,-4 1 0,1 5 0,-5-5 0,2-1 6,0 3 0,-7-1 0,2 4 0,-3-4 25,-2 1 1,5-6 0,0 6 0,0-3 0,2 1 0,-4 0 1,7-5-1,1 0 2,2 0 0,2 0 1,0 0 11,-1 0 0,6 0-64,-1 0 1,5 0-26,-4 0 1,6-2-49,-2-2 1,2 2-16,-2-3 0,2 4-32,-7 1 131,0 0 0,-4 0 5,0 0 0,4 1 33,0 4 0,6-2-11,-6 7 0,2-5 40,-2 4 79,4-6-48,0 4 0,4-6 29,-3 4-81,4-3 5,1 4-199,0-6 131,6 0 1,-3 0-13,7 0 1,-5 0-1,4 0 0,-6 0 1,10 0 12,-3 0 0,-2 0 2,1 0 0,-5 2 0,2 1-38,0 2 1,2 4-1,5-2 58,-3 1 0,-2-4 0,-3 6-46,4 1 0,-1 0 1,0 1-1,0-4 9,0-2 1,0 5-1,3-3 1,-3 2-29,-1-1 0,4 1 1,-2 4-12,4 1 1,0-1 0,-2-1 0,-1-2-23,1-1 0,-3-5 0,2 4 5,1 2 1,2 0 0,1 1 53,0-3 0,-4-4 1,0 3-3,1-2 1,-3-1 117,1-5 47,-6 0 81,10 0 22,-11 0 108,4 0-19,-6 0 65,0 0-227,0-6-144,0 4-129,-6-4 48,4 6 1,-6 0 70,3 0 0,2 1 0,-6 4 14,-2 5 0,-1-2 0,1 1 0,2 3-10,-3 0 1,-5 4-1,-2 2 1,-1 3-5,0 1 1,-1-3 0,-5 4-1,2-1 7,-1 0 0,4 1 1,0 2-1,2-2 27,0-2 0,0-1 0,4-2 0,2 1 3,4-1 0,-4-2 0,5-2 28,0 0 0,-3 1-56,6-1 1,0-4-52,5-1-105,0-5 0,0 2-16,0-6 123,0 0 13,7 0 1,1 0 15,6 0 1,-1-2 0,-2-1 0,-1-2 2,1 2 1,2 2 0,1 1-1,2-2-25,3-3 0,-3 4 0,5-4 0,0 3-18,3 2 0,1-5 0,1 1 0,-2-1 15,1-2 1,3 6 0,0-4-1,1 2 3,0-2 1,-5 4 0,-2-4 0,-1 3-41,-3 2 1,2-1 0,0-3-45,-3 0 0,-1-1-59,-1 5 1,-6 0-115,1 0 0,-7 1 301,2 4 1,-29 3 0,-8 6 0</inkml:trace>
  <inkml:trace contextRef="#ctx0" brushRef="#br2" timeOffset="209">15825 17309 8478,'10'-5'-819,"0"0"0,-7-1 929,1 1 1,0 4-29,0-4 1,-2 2 0,4-1 23,1 0 1,-6-3-16,4 2 1,2 2-5,-3-6 1,3 4-81,-2-5 1,-2 2 0,5-3 2,-2 2 0,1 4 1,-4-5 10,2-1 1,1 3 23,-1-2 0,-2 2-8,7-1-21,-7-4 6,3 11 0,-6-2 3,0 8 1,0 4 0,-1 5-23,-4-3 1,3 3 0,-3-4-31,4 4 1,-1 1-36,-3 1 1,4-1-178,-4 0 0,3-4-116,2 0 1,2-2-5,3 1 0,-2-2 359,7-7 0,6-32 0,6-8 0</inkml:trace>
  <inkml:trace contextRef="#ctx0" brushRef="#br2" timeOffset="210">16056 16949 8195,'-2'-12'-102,"-3"2"1,4-3 135,-4 4 3,3 2-85,2 1 0,0 7-259,0 4 0,0-2 0,0 7 307,0 1 0,7 34 0,1 9 0</inkml:trace>
  <inkml:trace contextRef="#ctx0" brushRef="#br2" timeOffset="211">16185 17108 7083,'6'-8'33,"1"0"1,4 4-70,-1 0 0,-1-6 0,6 5 0,-1 2-32,0 1 0,1 1 0,-1-2 0,0-2-164,1 2 1,-1 1 0,1 2 231,-1 0 0,0 0 0,1 0 0</inkml:trace>
  <inkml:trace contextRef="#ctx0" brushRef="#br2" timeOffset="212">16257 17266 8450,'0'-10'-698,"0"1"0,2 1 736,2-2 0,4-1 0,7 6-53,-1 2 0,-4 0 0,-1 0-69,2-2 0,2 0 1,2 5-453,-1 0 536,0-6 0,14-9 0,2-7 0</inkml:trace>
  <inkml:trace contextRef="#ctx0" brushRef="#br2" timeOffset="213">16617 16964 8450,'-13'1'16,"2"3"76,1 0 0,7 7 0,-2-1-156,3 3 0,-2 1 1,-1 2-1,2 2-81,1 1 0,2 2 1,0-2-1,0 3 145,0 1 0,-26 42 0,-5 6 0</inkml:trace>
  <inkml:trace contextRef="#ctx0" brushRef="#br2" timeOffset="214">16286 15669 8369,'1'-13'-257,"2"2"-477,2 1 1,0 5 748,-5-4 99,0 6 3,6-4-43,-4 1 1,6 4 29,-3-3 1,-4 5-24,4 5 1,-3-2 0,-2 7-64,0 1 1,0-3 0,0 2 5,0 1 0,-2-3 0,-1 2-47,-2 1 0,0-3 0,4 0 0,-2 0 0,-2 0 0,0-3 16,5 4 1,-2-6 3,-2 2-62,2-3-14,-4-2 1,6-2 0,1-3 10,4-4 1,-2 1 0,7-2 60,1-1 1,-3 0 0,0 0-1,0 1 1,0-1 0,-3 4 1,3 1-1,0 1 28,0 0 0,1-4 70,6 4 1,-6 0 35,1 5 1,-2 2 0,2 3-24,-6 4 0,3 4 0,-2 1-93,-2 1 1,-2-1 0,-1 1-1,0-1-30,0 0 1,2 6-1,1-1 1,2-2 17,-2-1 0,-8 11 0,-3 4 0</inkml:trace>
  <inkml:trace contextRef="#ctx0" brushRef="#br2" timeOffset="215">4417 11324 17178,'0'-15'-1181,"0"6"0,0-1 462,0-1 1,0 3-1,-2 0 16,-3 1 354,4 3 1,-7 4 653,3 0 0,3 1 1,-4 4-66,-1 5 1,4 2 0,-5 3-114,2-1 1,-4 1-1,4-1 1,-1 2-106,1 3 1,-4-3 0,4 3 0,-2-3 149,-3-1 0,-2 1 0,-1 1 0,-1 4 4,1 1 0,-5-2 0,-2 2 0,-1 0 92,-4 1 1,4-6 0,-1 4 0,1-3 120,-1-4 1,6 4 0,-4-9-1,2 2-251,0-1 1,4-4 0,6-6-182,-2 0 0,4-1 1,2-4-157,4-5 1,1 2 0,0-1 0,0-2 99,0-2 0,6-2 0,2 1 0,2 0 22,-1-1 1,1 1 0,4 0 56,1-1 1,-6 2 0,-1 2 0,0 3 14,0 2 0,-3 1 1,5 5-243,1 0 1,-3 0 103,1 0 0,-4 2 0,3 2-45,-1 6 0,-3 3 0,-2 1 0,1 1 155,2-1 1,1-1 0,-2-2 0,0-2-255,0 3 1,2 0 0,0 3 0,1-1-279,-1 1 1,5-1 0,-3 0 357,0 1 1,31-7-1,1-2 1</inkml:trace>
  <inkml:trace contextRef="#ctx0" brushRef="#br2" timeOffset="216">4460 11539 11806,'-8'2'158,"3"3"1,3 3 0,2 6 0,0 1-352,0-1 1,0 2-1,0 1 1,0 4-235,0 2 0,0-4 304,0 5 0,19 32 1,5 13-1</inkml:trace>
  <inkml:trace contextRef="#ctx0" brushRef="#br2" timeOffset="217">7021 11338 14347,'-2'-8'-4163,"-3"3"3858,4 4 1,-7 1 715,3 0 0,3 1-58,-3 4 0,-1-2 0,0 7-172,-2 1 1,3-3 0,-5 1-51,-1 3 0,-2 0 0,-1 3 0,-1-2-58,1-4 1,0 9 0,-2-4 0,-2 2-7,-1 0 0,-5-1 1,3-1-1,0 0 129,1 1 0,-4-1 0,4-1 0,3-3 5,1-6 0,2 3 1,-1-3-1,1 0-131,-1-3 1,7-2-348,4-4 1,2-3 0,2-6 0,2-1 154,2 1 0,3-1 1,4 1-1,-1-2 24,1-3 0,2 8 1,-1-4-1,-1 4 82,-1 3 0,0-3 0,2 4 0,0 1 52,-3 0 1,-4 1-1,5 5-104,1 0 1,-5 1 0,1 3-111,-1 0 1,-4 8-1,2-3 1,0 4 25,0 1 0,-2 1 1,4-1-1,-1 1 144,0-1 1,5 0 0,-6 1 0,1-1-209,2 1 1,-1 1 0,5 1 0,-1 1-88,1-6 0,0 3 0,0-6 0,-1 3-544,1-3 830,-5-2 1,20-27-1,-2-4 1</inkml:trace>
  <inkml:trace contextRef="#ctx0" brushRef="#br2" timeOffset="218">7006 11568 14443,'0'-14'-1889,"5"4"1586,0 1 0,6 1 427,-1-2 1,-2-1-1,1 6-40,2 2 0,-4 3 0,-1 5 1,-1 4-211,0 4 1,-1 1-1,-4 1 1,0-1 76,0 1 0,0 1 1,0 1-1,-1 2 49,-4-1 0,-1 3 0,-5-2 0,3-2-10,1-1 0,1-1 0,3-1 0,-2 1 160,2-1 1,-4-4 24,2-1-388,1-6 1,10 2 0,4-8 0,2-3 66,3-2 0,1-2 0,1-3 285,2 4 0,16-17 0,7-6 0,1 0 0,1 0 0</inkml:trace>
  <inkml:trace contextRef="#ctx0" brushRef="#br2" timeOffset="219">9509 11309 14447,'-4'-9'-1757,"-1"-1"0,-5 5 1694,6-4-443,-1 5 0,3-4 78,-3 4 462,4 2 0,-6-3 0,6 8 0,-2 4 98,-2 1 1,0-3 0,3 4 0,-1 2-84,-2 2 1,-1 2 0,3-1 0,-4 0-19,-1 1 0,-1 1 1,-4 1-1,0 2 167,-1-1 1,3 0 0,-10 1 0,2 3-79,-1 1 1,-5-1-1,1-4 1,-3 1 114,-2-2 0,2 4 1,1-2-1,4-3-33,1-5 0,-3 1 1,5-6-1,1 0 142,2 1 1,4-4-394,2-8 0,-1 2 0,6-7 1,3-1-14,6-2 1,-1-1 0,6-2 0,3-2 4,0-1 0,3 0 0,-1 5 0,0 1 72,1 3 0,-1-2 0,1 4 1,-1-2 26,0 0 1,-4 7 0,0-3-1,1 1-32,2 0 0,1 0-92,0 5 1,-1 7-1,-3 2 1,-4 4-81,1 2 0,-6-1 1,4 0-1,-3 1 116,-2-1 0,4 1 0,1-1 0,-2 0-71,-1 1 0,3-1 1,0 0-1,-1 1-692,3-1 402,-6-6 1,10 5-1,-4-5-83,1 0 0,1 3 1,6-6 499,-1-2 1,20-27 0,4-8 0</inkml:trace>
  <inkml:trace contextRef="#ctx0" brushRef="#br2" timeOffset="220">9553 11554 12731,'0'-8'-809,"0"0"487,0 3 85,0 3 95,0-4 1,1 6 170,4 0 1,-3 2-1,2 2-145,-2 6 1,-2-2 0,0 2 69,0 1 1,0 2 0,0 1 0,0 2-105,0 3 0,-2-6 1,-1 4-1,-2 1 194,2-2 0,-3-5 1,1-1 69,2 1 1,1 2-134,2 1 1,2-6 0,3-3 0,4-3 147,4-2 0,1 0 0,1 0-62,-1 0 1,1-5 0,-1 0 0,0 2 309,1 1 0,-6 2-165,1 0 1,-8 2-1,-2 3-75,-8 4 1,-12 6 0,-4 4 0,-3 3-89,-2 0 1,-4 7-1,-1-2 24,2 5 0,-17 21 0,-4 0 1</inkml:trace>
  <inkml:trace contextRef="#ctx0" brushRef="#br2" timeOffset="221">11480 11424 14576,'-14'-6'-2988,"0"4"2887,-1-3 1,6 5 0,-1 5 360,-1 5 0,3 3 0,0 1 0,0 0-137,0 1 0,0-6 0,-3 1 0,1 3-75,-1 4 0,0-1 0,0 4 0,1-4-17,-1-2 1,-2 0 0,-1 1 0,-1-1-25,1 0 1,-5 1-1,0-1 1,-1-1 17,0-3 1,4 2 0,-4-4 0,4 0 65,2-3 1,0-3 0,-1-2 0,1 0-85,-1 0 1,6 0-1,1-2 1,2-3-232,2-4 1,-2 1 0,1-2-1,2-1 35,1-2 0,2-1 0,2-1 0,1 1 110,2 0 0,1-1 0,-2 1 0,2 1 34,2 4 1,-3-4-1,4 5 51,2 0 1,2-3 0,2 6-21,-1 2 0,0 1 1,1 4-28,-1 2 1,-4 0-1,-1 5-67,3 2 1,-4 2-1,0 2 1,0-1 123,0 0 0,-4 1 0,4-1 0,0 2-94,0 3 0,0-3 0,4 3 0,-3-3-125,2-1 1,-3-1 0,2 1 0,1-1-148,2 0 0,0-4 0,-2 0-338,-2 1-11,1 2 776,4-6 1,7-19-1,2-12 1</inkml:trace>
  <inkml:trace contextRef="#ctx0" brushRef="#br2" timeOffset="222">11452 11726 13965,'-7'-9'-3898,"-2"-1"3737,2 7 1,-1-3 185,4 6 1,2 1 45,-3 4 1,4 3 0,-1 6 0,-1 1-87,-2-1 1,0-4-1,4-1 1,-3 3-5,0 0 0,-1 3 0,3-2 0,-1-2 13,-2-2 0,0 1 0,5 4-509,0 1 638,-6-7 0,6-2-220,0-6 1,6 0-1,9-2 62,-1-2 0,-4-3 1,-1-4 54,3 1 0,0 2 0,3-3 48,-1 2 0,-4 6 0,-2-4 0,0 2 119,0 1 1,-4-1 31,6 5 86,0-7-211,4 6 1,-4-6 0,-2 6 313,-2-4-348,-1 3 0,0-6-144,-1 4 137,1 2 0,-5-3-84,0 10 1,-5 3-1,1 6 1,-1 1-19,-2-1 0,6 2 1,-6 2-1,3 1-175,-1-2 0,0 4 138,5-2 1,-6 39-1,-2 4 1</inkml:trace>
  <inkml:trace contextRef="#ctx0" brushRef="#br2" timeOffset="223">13495 11367 13321,'0'-15'-1254,"-5"6"-580,0-1 1594,-6 7 1,8-3 250,-7 6 1,5 1 0,-3 4 0,0 5 80,0 2 0,-1 3 0,-6 1 0,1 1 42,0 2 0,-1 2 0,1-3 0,-1 1-97,1-1 0,-5 2 0,0 0 0,-1-1-18,0 2 1,2-5 0,-4 3 0,-1-3 129,1-2 0,-2 0 1,-3 1-1,1-2 33,2-4 1,5 2-1,-3-6 1,1-2-29,3-1 0,7-2 0,3-2-260,2-2 0,1 0 0,5-5 1,0-2 5,0-2 0,2-2 1,1 1-1,3 0 26,2-1 1,2 1 0,4 0 0,0-1 5,1 1 1,-1-1-1,1 3 1,-1 0 64,0 3 0,1 4 0,-1-3 0,2 0 23,3 0 1,-7 5 0,2-2-46,-1 3 0,0 2 1,-1 2-1,-2 3-96,-5 4 1,-4 4-1,-1 2 1,2-1 159,3 0 0,-4 1 1,4-1-1,-3 1-23,-2-1 0,0 2 0,0 1 0,0 3-112,0-3 1,0-1 0,0-1-276,0-1 111,0 0 0,0 1 1,1-1-182,4 1 1,-2-3 0,5 0-385,-1-3 947,4 1 0,10-15 0,9-5 0</inkml:trace>
  <inkml:trace contextRef="#ctx0" brushRef="#br2" timeOffset="224">13408 11726 13397,'-14'-8'-1397,"4"0"766,1 4 0,6 4 750,-2 0 0,3 1 1,4 9-254,3 1 0,-4-3 1,4 2-1,-2-1-15,2-1 1,-3 5-1,2-3 29,-2 2 0,3 3 0,0-1 48,-2 1 1,-2-1 0,-1 0-53,0 1 0,0-6 1,-1 1 173,-4 1 1,-3 0 0,-5 0 152,4-1 0,-4-7-260,3 2 1,2-3 0,0-4-115,2-3 0,1-3 0,5-6 219,0-1 0,13-56 1,-5 27-1,0 1 0</inkml:trace>
  <inkml:trace contextRef="#ctx0" brushRef="#br2" timeOffset="225">13451 11640 11593,'2'-10'-261,"3"1"1,-2 6 0,5-4 485,-2 1 0,6 4 0,-3-2-179,4 2 0,53-17 1,-27 7-1,0 0 1</inkml:trace>
  <inkml:trace contextRef="#ctx0" brushRef="#br2" timeOffset="226">15178 11467 14166,'0'-14'-3081,"0"4"2888,0 1 0,0 4 394,0-5-141,0 7 1,-2-3 191,-2 6 0,-4 6 0,-7 4 0,1 3-155,-1 1 0,1 0 1,-2 1-1,-2-1-39,-1 1 0,-6 4 0,1 0 0,-2-1-32,2-2 1,-3 3 0,1 0-1,-2-2 137,-1-1 1,-3-3 0,9-2-1,-1-3-7,1-1 1,5 2-1,-1-4 1,3-2 10,1-1 1,6-4 0,1-2-236,1-6 0,3 2 0,4-2 0,1-1-45,4-2 0,-2 1 0,7 0 0,1 3 2,2-2 0,1-2 1,-1-1-1,-2 1 64,-1 3 1,-1-1-1,6 5 1,-1-1 79,0 1 1,-1-1 0,-2 4-1,-1-2-42,1 2 0,2 2 0,0 2-102,-4 4 0,3-2 0,-8 7 0,1 1-54,2 2 0,-4 1 0,5 1 0,-2-1 195,-3 0 0,1 1 0,-1 1 1,2 1-141,-2 2 1,3 1 0,-1-6 0,0 0-153,1 1 1,-3-1-1,5 1 1,0-1-183,0 0 0,-3-4 1,5 0-26,1 1 0,2 0 0,1 0-156,0-1 718,1-7 0,18-10 0,6-8 0</inkml:trace>
  <inkml:trace contextRef="#ctx0" brushRef="#br2" timeOffset="227">15336 11712 14829,'0'-14'-1995,"0"4"0,0 0 1829,0-1 1,0 3 0,-1 0-23,-4 2-27,3-5 1,-6 9 425,3-3 0,-3 10 1,-6 5-40,0 2 1,-1 8-1,2 0 1,1 3-60,-3 2 1,4 1-1,-8 1 1,3 0-122,2 4 1,-1 2 0,1-1 0,1 2 60,3-2 0,-2-2 0,4-1 0,0 0-50,3-1 0,3-5 0,2-4 0,2-3-72,3-2 1,3-6 0,6-3 155,0-3 1,1-2-1,1-2 1,1-3-99,3-4 1,-1-4-1,-5-1 1,0-2-84,1-4 1,-1 4 0,-1-3 0,-2 3 17,-1 2 1,-7 0-1,2-1-18,-4 1 1,-7 6 0,-4 1 0,-4 3 44,-5-1 0,1 0 1,-4 7-1,-1 2 188,1 6 0,-15 22 0,-7 6 0</inkml:trace>
  <inkml:trace contextRef="#ctx0" brushRef="#br2" timeOffset="228">17278 16158 10132,'0'8'5,"-6"11"0,-2-3 0</inkml:trace>
  <inkml:trace contextRef="#ctx0" brushRef="#br2" timeOffset="229">17320 16114 10722,'-8'15'98,"-2"6"26,1-5-1,-6 5 1,1-2-20,0 0 0,-1 5 1,1-5-1,-1-1-44,1-2 1,0 0 0,-1 0 0,1 0 77,0-3 0,-1-4 1,1 1 8,-1-5 0,6-4 1,-1-1-32,-1 0 1,5-1-222,1-4 1,3 2 0,2-7 87,0-1 0,0 3 1,0-2-99,0-1 1,0 3 0,2-2 15,3-1 0,-4 3 0,6 0 47,-1 2 0,-4-1 1,4 4 64,0-2 0,-2 1-25,5 4 0,-4 0 72,5 0 0,-7 1 1,3 4-60,1 5 1,-4 2-1,5 3 1,-2-1-45,-3 1 0,4-1 0,-1 0 0,0 1-65,1-1 0,2 5 1,-2 1-1,-1-3-188,1-1 0,2-1 0,-2-1 0,-1 2-1020,0 3 1135,6-3 1,-4 18 0,6-4 0</inkml:trace>
  <inkml:trace contextRef="#ctx0" brushRef="#br2" timeOffset="230">17307 16748 10969,'-8'0'450,"2"0"-380,6 0 0,0-2-206,0-3 0,0 2 91,0-6 1,1 1 0,3-3 0,0 1 48,0-1 0,2 3 0,0-2 20,2-1 1,0-2 0,4 0 0,-4 2 45,-2 2 1,0 4-38,-1-5 1,-3 5 0,4-3 114,0 2 57,-4 1 57,4 5 0,-6 7-260,0 2 0,0-1 1,-1 2 32,-4 1 0,3 2 0,-2 1-68,2 1 1,-3-1 0,1 0-37,0 1 1,3-6 0,1 1-43,0 1 0,0 2 1,0 1-323,0 1 0,0-6-146,0 1 0,1-2 549,4 1 1,16-21 0,9-12-1</inkml:trace>
  <inkml:trace contextRef="#ctx0" brushRef="#br2" timeOffset="231">17393 16575 12642,'-4'-9'-2161,"-1"-1"676,2-1 1136,1 4 54,2-5 452,0 10 1,26-4-1,6 6 1</inkml:trace>
  <inkml:trace contextRef="#ctx0" brushRef="#br2" timeOffset="232">17322 16230 13958,'8'0'-3040,"-2"0"3129,-6-6-194,0 4 0,2-4 1,1 4 856,2-3-498,-1 4 0,-4-7-328,0 3 1,2 3 0,1-4 138,2-1 1,0 4-67,-5-6 1,1 1 0,3-4 12,0 3 1,1 4 4,-5-5 0,5 6 146,-2-2-65</inkml:trace>
  <inkml:trace contextRef="#ctx0" brushRef="#br2" timeOffset="233">17314 16114 12979,'-2'2'10,"-8"11"11,-1 2 0,-2 1 0,-1 1 0,0 4 89,-1 1 1,-1-2 0,-1 3-1,-3 1 10,3-1 1,-1 4 0,1-5-1,-4 2 24,-1 0 0,4-6 0,-1 1 1,3-3-106,1-1 0,-1-1 0,-1 0 35,-2 1 1,-1-7-60,6-4 1,0-2-39,-1-2 0,6 0 0,1-2-88,1-2 0,3 0 0,2-5-69,-3-2 0,4-2 0,-4-1 26,3-1 0,2 1 0,0-1 0,0 1 16,0 0 0,0 4 0,0 0 1,0-1 9,0-2 0,0-1 0,2 0 0,1-1 14,2 1 0,1-1 0,-3 1 0,4 0 66,1-1 1,0 6 0,3-1 0,-1 1 72,1 1 0,-3-4 0,1 6 241,2-2 1,2 5-66,2-2 1,-1 3 0,-1 4-192,-4 3 1,3 3 0,-8 6-1,1 1-29,2-1 1,-4 0 0,5 1 0,0 1-34,0 3 1,0-3 0,3 3 0,-3-1-69,-2 1 0,6-3 0,-3 3 0,4-1-170,1 1 0,1-3 0,-1 3 1,0-3-489,1-2 0,-1 1 622,1-1 0,25 7 1,6 1-1</inkml:trace>
  <inkml:trace contextRef="#ctx0" brushRef="#br2" timeOffset="234">17595 16662 10855,'0'-8'-982,"0"0"683,0 3 258,0 3 0,0-6 51,0 3 108,0 4-65,0-6 1,0 14 0,0 2-37,0 4 1,0 2-1,0-1 1,0 0-98,0 1 0,0-1 1,0 0-1,0 2 102,0 4 0,-2-4 1,-1 3-1,-2-3-13,2-2 1,0 1 0,0-1 0,-2 0 8,2 1 1,-4-1 0,1-1 57,-2-3 1,3 1-19,-4-6 0,-1-1-61,-4-4 1,4 0-166,0 0 0,7-1 0,-2-4-70,4-5 1,1-2 0,0-3 261,0 1 1,19-33-1,5-7 1</inkml:trace>
  <inkml:trace contextRef="#ctx0" brushRef="#br2" timeOffset="235">17609 16489 10770,'-1'-13'-1444,"-4"4"618,3-4 928,-4 11 0,19-11 0,3 5 1</inkml:trace>
  <inkml:trace contextRef="#ctx0" brushRef="#br2" timeOffset="236">18027 15913 17609,'0'-8'-4239,"-2"-3"4174,-3 6 0,4 7 0,-4 8 0,3 2 115,2 3 0,-5-1 0,1 2 0,0 3-16,3 5 1,-4 3 0,0 2-1,0 0-33,-1 0 0,3 0 1,-5-1-1,1 1-4,4 0 1,-3 0 0,-1-1-1,1 0-14,0-4 1,1-4 0,3-5-1,-1-1-414,-2 1 636,0-7-149,5-2 0,0-8-188,0-2 1,0-4-1,2-7 33,3 1 1,-4 4 0,6 1 0,-1-1 56,4 2 1,-4-5 0,1 5 0,-3-1 62,1-1 0,5 5 0,-4-3 131,2 2 1,-3-4 70,5 5 1,-6 1-129,6 4 0,-5 1 1,3 4-245,-2 5 1,-1-2 0,-5 1 0,1 2 101,4 2 0,-3 2 0,3-1 0,-4 0-146,-1 1 0,2-1 1,1 1-1,2-1-145,-2 0 1,3-4-1,-1 0 1,-2 1-388,-1 2 556,4-5 0,9-2 0,7-6 0</inkml:trace>
  <inkml:trace contextRef="#ctx0" brushRef="#br2" timeOffset="237">18156 16762 12637,'0'-14'-2802,"0"4"2501,0 1 1,5 4 495,0-5 0,-1 6 0,-4-6-231,0-1 0,5 3 183,0-2 0,5 1-1,-6-6 1,6 1-96,-5-1 0,1 3 0,-3 0-55,2 3 0,5-1 93,-5-4 0,4-1 11,-4 1 1,4 4-101,-4 1 1,2 1 237,-3-2-191,-2 4 58,4 6 0,-6 6-164,0 4 1,0 3 0,0 1 6,0 0 1,0-4 0,0 0-77,0 1 1,0 2-1,0 1-70,0 0 1,2-4-506,3 0 312,-4-1 0,11 1-525,-8-1 870,8-5 0,-4-43 1,6-17-1</inkml:trace>
  <inkml:trace contextRef="#ctx0" brushRef="#br2" timeOffset="238">18314 16359 11782,'-8'-1'-599,"2"-2"-148,-1-2 0,4 0 0,-5 3 878,2-2-259,1 2 1,7-4 0,1 7 175,2 4 0,25-10 1,2 4-1</inkml:trace>
  <inkml:trace contextRef="#ctx0" brushRef="#br2" timeOffset="239">28889 16259 8523,'-8'-7'-2179,"0"6"2100,3-4 1,2 3-1,-5 1 96,1-4 0,1 3 65,1-2 1,2 2-46,-7 2 0,5 0 0,-3-2-23,2-2 1,0 2-41,1-3-49,3 4 41,-4 1 12,-1 0 1,6 1 17,-4 4 32,3-3 1,2 6 97,0-4 65,0-2 103,0 4-122,0-6 1,2 0 154,3 0-64,-4 0-51,6 0-221,-7 0 1,0-1 14,0-4-11,0 3 0,-7-4 0,-2 6-12,-4 0 1,-1 0-1,-1 0 1,-1 0-5,-3 0 1,2 5 0,-7 0-1,-2-1 5,-1 3 0,0-6 0,1 6 0,2-3 11,-1 1 0,2 2 0,1-4 1,-1 2-1,1-2 1,4 3 0,-1 1 11,3 1 0,2-5-64,-1 2 10,8 3 1,0-5 29,7 6 0,0-4 6,0 5 1,0-5 16,0 4 1,0-4 119,0 5-62,0-7 1,0 5 0,-1-5 36,-4 2 1,2 0 0,-7-5 1,5 0-60,-4 0 0,5 1 1,-2 2-28,0 2-47,4 0 8,-4-5 1,4 0 20,-3 0 119,4 0-75,-6 0 0,7 2 0,-1 1 70,-4 2-104,3-1 0,-4-2-10,6 3 1,0-2-5,0 7 1,0-6-8,0 6 1,0-5 7,0 4 1,0-4 0,0 5 7,0 1 1,0 2 0,0 1-1,0 0 2,0 1 0,0-1 0,0 1 1,0-1-5,0 0 1,0 6 0,1-1-1,3 0-1,0 2 0,1-4 0,-5 6 0,0-1 2,0 0 0,5-2 0,0 4 0,-2 0-46,-1-2 0,-2 4 1,1-7-1,2 0 17,2 2 1,0-1 0,-5 4-1,0-3 3,0 0 0,2-5 0,1 3 1,2-1 2,-2 1 1,-2-3 0,-1 3 0,0-3 0,0-1 1,0-1 0,0 0 0,0 1 18,0-1 0,-1-4 0,-2-1 0,-2 2 20,2 2 0,-1-3-3,0-1-4,2 1 52,-4-2 0,6-3-57,0-10 1,1 3 0,2-4 0,4 1-27,1 0 0,0-1 0,3 3 0,-1-2-28,1 2 1,1-4 0,3 3 0,-1 0-18,1 3 0,-1-4 0,0 0 0,1 0-10,-1-1 0,5 4 0,1-4 1,-1 1 31,2 0 1,-5 1 0,3 4 0,-2-2 18,2-3 0,-1 4 0,4-6 0,-1 3 15,-3-1 1,3 0 0,-1 5 0,1 0-23,0 0 0,-2-5 0,-3 0 0,2 2 22,1 2 1,0-1-1,-5-1 1,1-2 7,-1 2 1,1 1 0,-1 2 33,0 0 1,1 0 55,-1 0-26,-6 0 54,-1 0-102,-7 0 0,1 0-20,4 0 0,-2 0 1,7 0-50,1 0 1,-3-5-1,1 1 5,3 0 0,0 1 36,3-2 0,-1 2 0,1-5 11,-1 2 0,-4-4 0,-2 4 0,0-1 9,0 1 1,-4-4-1,4 4 2,-1-2 1,-1-2-1,-3-4-9,2 0 1,0-1-1,-5 1 1,0-2-2,0-3 0,0 3 0,0-5 1,0 0-1,0-3 0,0-3 0,0-2 0,0 0-3,0 1 0,0-3 0,2-1 0,1-3-7,2-2 1,4 1 0,-4-3 0,-2 6 9,-1 2 1,3 1-1,-1 0 1,-1-1 15,-1 4 0,0 8 1,1-2-1,2 2 13,-2 0 0,-2-1 0,1 8 0,1 0 3,2 3 1,0-1 0,-4-2 7,4 2 1,-3 2-27,3 3-14,-4 4 1,-1-4-17,0 10 0,0 3 6,0 6 1,0-4 5,0-1 1,-1-6 23,-4 2 30,3 3 23,-4-6-43,-1 4 1,4-6 11,-6 0 0,-1 0 0,-4 0 14,-1 0 0,1 0 1,-2 0-1,-3 0-30,-5 0 1,-10 0-1,-4 0 1,-7 0-46,-8 0 0,-6 2 1,-13 1-1,0 3-84,0 2 1,0-3 102,1 5 0,29-6 0,-1 1 0,-1 2 0,0 1 0</inkml:trace>
  <inkml:trace contextRef="#ctx0" brushRef="#br2" timeOffset="240">17422 18287 10557,'-6'-14'-2297,"4"0"2341,-3-1 1,4 6 256,1-1-90,0 0-158,0-4 0,0 0 0,0-1 0,5 6 36,-1-1 1,0 7-209,-9-2 0,2 4 1,-7 1 156,-1 0 1,-2 1 0,-1 2-1,-1 4 5,1 1 0,0 0 0,-1 3 0,1-1-11,-1 1 0,1 1 0,1 3 0,4-1-21,4 1 0,-2-1 0,3 0 1,0 1-18,3-1 0,1 1 0,1-1-36,4 0 1,2 1 0,4-1-1,0 1-79,5-1 1,-6-1 0,4-2 0,-1-2 89,0 3 0,1-4 1,-1 1-1,-2 1-32,-1-2 1,-6 3 0,4-5-11,-1 2 1,-4-3 119,-8 5 1,-3-5-1,-6 3 8,-1-2 1,1-1-1,0-5 1,-1 0-3,1 0 1,-1 5 0,1-1 38,0 0 1,-1-3-59,1-1-715,6 0 355,1 0 0,19 0 359,2 0 0,20-13 0,7-6 1,2-1-1,0 0 0</inkml:trace>
  <inkml:trace contextRef="#ctx0" brushRef="#br2" timeOffset="241">17509 18474 10075,'-10'0'0,"0"0"-71,-1 0 0,3 2 1,0 3-106,2 4 0,-4-1 1,5 2 106,2 1 0,2-3 0,2 0 1,4-1 0,-2 2 1,7-4 35,1-2 1,2-1 0,1-2 0,1 0-20,-1 0 1,-1-2 0,-2-3 0,-1-3-60,1 0 1,-3-4-1,1 2-37,3-3 1,-6-1 110,-1-1 0,-4 1 0,-2 1-23,-4 4 1,-5 2 0,-7 7 31,-2 0 1,-1 0 0,6 0 0,1 2-52,4 3 1,-4-2 0,5 6 0,-2 1-457,1-2 510,5 5 0,24 20 0,12 14 1</inkml:trace>
  <inkml:trace contextRef="#ctx0" brushRef="#br2" timeOffset="242">17753 18561 8932,'-14'0'-178,"-1"0"0,1 0 0,1 1-152,4 4 1,-4 3 0,5 7 370,0-1 1,1-4-1,7-1 1,0 2-69,0 2 1,0 2-1,0-1 1,0 0-116,0 1 1,0-6 0,2 1 136,3 1 0,16-5 1,9 1-1</inkml:trace>
  <inkml:trace contextRef="#ctx0" brushRef="#br2" timeOffset="243">18113 18345 8888,'-13'-10'-62,"3"1"0,4 4 240,6-5-269,0 1 0,2-1 0,2 2 99,6 2 0,3-4 0,1 4-21,1-2 1,-6 0 0,-1-3-1,0 3-97,0 1 1,-5-4 0,4 3-1,-2-1 116,-1-1 1,1 5 0,-5-4 37,0-3 0,0 4 0,-1 0 2,-4 2 0,2 1 1,-7 5 10,-1 0 1,0 7 0,-1 2 0,3 4-12,-2 1 1,-1 2 0,1 2 0,3 3-32,2 1 0,-5 2 0,3 5 0,-2 0-57,0-1 0,6 1 1,-4 2-1,1 0-26,4 3 1,0 0-1,0-6 1,-2 0-85,2-4 0,1 1 0,2-6 0,0-1-248,0-2 1,0-2-567,0 1 966,0-7 0,7-28 0,1-11 0</inkml:trace>
  <inkml:trace contextRef="#ctx0" brushRef="#br2" timeOffset="244">17983 18561 8526,'0'-10'-739,"0"1"492,0 5 0,2-7 260,3 6 0,-2-4 1,7 4-15,1 2 0,2 1 0,1 2-10,0 0 1,1-1-1,-1-3 17,0 0 1,1-1 35,-1 5 1,-1 1 17,-3 4 1,-2-2-1,-5 7 4,2 1 0,-1-3-51,-4 2 0,0-5-33,0 4 1,2-6-24,3 2 0,-2-3 0,7-2-23,1 0 1,-3 0 0,1 0-1,1-2-44,-2-3 1,5 2-1,-4-6 45,4-3 1,-3 1 0,-2 0 0,0 3 31,0 2 0,-5-6 68,2 3 1,-4 1 0,-2 0 10,-4 1 0,2 3 0,-7 4 1,-1 0-7,-2 0 1,-1 0 0,-1 0 0,1 0 7,0 0 0,-1 1 0,1 2-32,-1 2 1,3 2 0,0-4-13,3 2 1,6 1 0,-4-3-34,1 2 8,4 0 0,2-5 4,10 0 1,3 0 2,1 0 0,-4 0-327,-1 0 341,1 0 0,4-7 0,1-1 0</inkml:trace>
  <inkml:trace contextRef="#ctx0" brushRef="#br2" timeOffset="245">18401 18431 8745,'0'-14'-1036,"0"0"0,0 4 1154,0 0 1,0 6 8,0-6 0,4 5 0,3-3-30,1 2 0,1 1 1,4 3-44,-3-2 0,3 2 0,-4-3-18,4 4 1,-4 5-1,-1 3 1,0-1-51,0 1 1,-4 4-1,2-2 1,-1 4-8,0 2 1,1-1-1,-3 0 1,2 1-28,-2-1 0,-1 0 0,-2 2-21,0 4 1,0-9 0,0 3 3,0-1 0,0-5 0,-2 0 81,-3-2 1,2-1-7,-6-5 0,5-1 1,0-4-1,2-5 4,2-3 0,0 4 0,0-1 1,2-1-7,2-2 1,-2-1-1,4-1 1,1 1-99,2 0 0,-1-1 0,2 1-35,1 0 1,2 4 0,1 0 0,1 1-131,-1 1 1,1 0 257,-1 3 1,19-3 0,6-6 0</inkml:trace>
  <inkml:trace contextRef="#ctx0" brushRef="#br2" timeOffset="246">18861 18431 7494,'10'0'48,"-2"-1"0,0-2-40,0-2 1,-4 0 0,4 3 0,0-1-43,0-2 0,-3-1 0,5 1 5,1-4 0,-5 1 0,1 0-161,-1 1 169,-4-4 1,2 5 69,-8-4 1,-4 4-21,-7 6 0,6 4 0,1 3 0,1 1-16,4 3 0,1-3 0,2 2-9,0 1 1,0 2 0,0 1-71,0 0 0,7 1 1,2-1-29,4 0 1,-3-4-1,-1-2 1,3 0-86,0 0 1,1-3-1,-2 3 1,-1-2 178,1-3 0,2-7 1,1-4-1</inkml:trace>
  <inkml:trace contextRef="#ctx0" brushRef="#br2" timeOffset="247">19106 18374 8628,'0'-15'-715,"6"7"0,-3 2 752,7 6 0,-7 6 1,3 2-1,-1 2-36,0 0 1,1-1 0,-3 6 6,2-1 0,0-4 0,-3-2 0,1 0 21,2-1 1,-1-2-1,-2 3-21,3-1 0,-2-3-51,7-4 1,-6 0 9,6 0 1,-2-6 0,3-4-11,-1-2 1,-5-3-1,3 1 33,-2 0 1,-1 4-1,-4 2 5,4 2 1,-3-6-1,3 3 41,3 2 9,-7 1 0,6 8 13,-7 2 1,4 0 3,1 5-10,0-6-121,1 4 1,-2-7-45,5 0 40,-6 0 63,4 0 0,-9 0 0,-3 0 49,-4 0 0,1 0-14,-2 0 0,7 6 0,-3 2-12,-1 0 0,6 0 1,-4-3-58,3 5 0,2-2-72,0 1 1,7 1-63,2 4 1,2-4-1,1-2 1,-3-2 166,2-3 12,-4-1 0,31-15 0,2-3 0</inkml:trace>
  <inkml:trace contextRef="#ctx0" brushRef="#br2" timeOffset="248">19422 18374 8505,'0'-15'-1585,"0"6"1453,0-1 0,0 5 233,0-4 1,2 6-48,2-2 0,3 5 0,4 5-57,-1 4 0,-6 4 1,4 1 0,-1 1 1,2-1-1,-4 1-20,-2-1 1,-1 0 0,-2 1 26,0-1 1,0-4 153,0-1-125,0-6-68,0 4 1,0-18 8,0-4 1,5-2 0,1 2-37,2 1 0,-3 4 0,3 1 0,0-1-184,0 2 1,-3-5-1,4 5 255,3 0 1,-5-3-7,3 6 0,0-6 0,4 3 0</inkml:trace>
  <inkml:trace contextRef="#ctx0" brushRef="#br2" timeOffset="249">19638 18316 7517,'8'0'-775,"-2"2"849,-6 3 1,2-4 14,3 4 1,-4-2-20,4 2 0,-2-3-15,2 2 0,-2-2 0,5 0-33,-1 2 1,4-2-80,-2 3 1,4-4 18,2-1 0,-6 0-6,1 0 0,-2-1 47,1-4 1,-2 2 13,-7-7 1,0 5 97,0-4-81,0 6 0,0-2 1,0 10-31,0 4 0,0 4 0,0 3 0,0 2-9,0 1 0,0 5 0,0-4 1,0 3-5,0 2 0,0 3 0,0-1 1,0-2-2,0-1 1,0-1 0,-2 1 0,-1-3 32,-2-1 1,-1-5-1,1 1 1,-5-5 59,-2 0 0,-3-3 0,1 0 1,-2-2 22,-3-2 1,3-3 0,-5-1 0,2 0-39,-1 0 1,-4 0 0,5 0 0,2 0-18,1 0 0,1-6-202,1-4 1,6 2-634,3-1 787,4-1 0,65-30 1,-25 17-1,1 0 1</inkml:trace>
  <inkml:trace contextRef="#ctx0" brushRef="#br2" timeOffset="250">20530 18215 10623,'0'-9'-2259,"0"-1"2420,0 7-12,0-10-77,0 12 4,0-6 0,0 9 180,0 3-39,0-4 0,1 7 297,4-3-178,-3-3-213,4 4 0,-7-6 158,-4 0-222,3 0 0,-11 0-80,4 0 0,-4 0 1,-1 0 32,-1 0 1,1 0 0,0 0-1,-2 2 15,-4 2 1,4 4 0,-3 7 0,3-1 37,2 1 0,-5 1 0,-1 1 1,4 2-3,5-1 1,0 3 0,5-2 0,-1 0-58,1 2 0,1-5 0,5 3 1,2-5-158,2-4 1,0 3 0,5-5 0,2 0 14,2-3 0,2 1 0,-1-1 0,0-2-46,1-1 0,-1 2 1,1 1-1,-1-2-189,0-1 1,1 0 0,-1 1-373,1 2 675,-1-1 0,0 3 0,1 1 0</inkml:trace>
  <inkml:trace contextRef="#ctx0" brushRef="#br2" timeOffset="251">20530 18690 10909,'-15'2'-324,"1"3"0,4-4 0,2 6 160,2-1 1,-4-3 1053,6 7-865,-1-7 0,6 3 1,4-6-1,5 0-20,3 0 1,-4-1-1,1-2 1,1-4 34,2-1 0,1-1 1,1-6-1,-1 3-63,0 2 1,1-3 0,-1 4 0,-1-4-65,-3-2 1,2 1 0,-2 0 0,1-1 25,-1 1 1,2-1 120,-2 1 25,-4 0-11,1 6 1,-9 6 0,-1 8 0,-2 2-30,2 4 1,-3 0 0,1 3-187,2-1 1,-4 1-94,2-1 0,1 0-284,4 1 1,0-1 517,0 1 1,19-33 0,5-8-1</inkml:trace>
  <inkml:trace contextRef="#ctx0" brushRef="#br2" timeOffset="252">20731 18417 10909,'-14'0'-406,"4"0"-743,1 0 1095,5 0 1,24 6 0,12 2 0</inkml:trace>
  <inkml:trace contextRef="#ctx0" brushRef="#br2" timeOffset="253">21235 18331 10172,'-7'-8'-1042,"6"1"1,-6 6 1106,7-4 0,-1 5 222,-4 0 1,3 1 0,-2 9 0,2 1-240,2 2 1,0 1 0,0 1 0,0-1-52,0 1 1,0-1 0,0 0-1,0 1 24,0-1 1,-5 0-1,0 1-49,2-1 1,2 1-36,1-1 0,0-4 161,0-1-133,6-6 1,0-3-1,6-8 1,-4-1-81,-2-1 1,5 1-1,-1-6 107,3 1 1,-4-1-1,1 1 64,1 0 1,-5 4-1,1 2 262,-1 2-151,-4-5 1,4 11-144,-6 0 1,0 6-1,0 8 1,0 1 1,0-1-1,0 0-39,0 1 1,0-6-122,0 1 1,2-5-59,2 4 0,4-5 53,7 0 1,-1-8 0,1-6 91,-1-3 1,-4 0 0,-1 2 0,1 2-32,-2-3 1,0 4 0,-5-1-1,3-1 131,2 2 0,-4-4-196,0 2 0,3 2 64,-2-2 62,-1 7 0,-10-3 0,-2 6 0</inkml:trace>
  <inkml:trace contextRef="#ctx0" brushRef="#br2" timeOffset="254">21494 18403 8634,'0'14'316,"0"-4"-231,0-1-91,0-6 0,1 8-6,4-6 1,-2 0 27,7-5 0,-5 0 0,3-2-32,-2-2 1,1 2 0,-4-4 0,3 1-50,2 0 0,-3-6-2,4 1 1,-4-1 0,3 0-143,-1 1 0,-3 6 184,-4-6 45,0 7 0,-1-4 0,-2 9 76,-2 3 1,-2-2 0,4 7-95,-2 1 1,1 2-153,4 1 1,1-1 110,4-4 0,-3-2 0,4-7 0</inkml:trace>
  <inkml:trace contextRef="#ctx0" brushRef="#br2" timeOffset="255">21451 18474 9606,'-8'0'-438,"3"0"513,10 0 0,3-4 0,6-3-71,0-1 1,1 3-1,-1-3-8,1 2 1,-1-3 0,0 2-1,1-1 1,-1-1-1,0-6 7,1 1 1,-6 4 0,-1 1 79,-1-3 0,-2 4-10,-5-1 1,-2 6-77,-3-2 1,2 3-1,-7 2 61,-1 0 0,0 2 0,0 1 0,1 3 14,-1 2 0,3 2 0,-2 4-76,-1 1 1,5-1 0,1 1-1,4-1-52,1 0 0,0 1 0,0-1-20,0 0 0,0 1 0,1-1 0,4-1-77,5-3 0,-1 1 1,4-6-1,3-1-153,0 3 1,6-6 0,2 4 348,3-3 1,19-23-1,7-9 1,6-2 0,-1 0-1</inkml:trace>
  <inkml:trace contextRef="#ctx0" brushRef="#br2" timeOffset="256">22141 18388 9662,'0'-9'-1102,"0"-1"1696,0 0-516,0-4 0,0 4 1,-1 2-177,-4 2 0,2 1 201,-7 5 1,5 7-1,-3 2-129,2 4 1,-1 0-1,4-2 1,-2-1-10,2 1 1,2 2 0,1 1-87,0 0 0,0 1 1,0-1-43,0 0 0,0 1 27,0-1 0,1-4 0,4-2-83,5-2 0,2 1 0,3-4 287,-1 2 1,33-33 0,7-12-1</inkml:trace>
  <inkml:trace contextRef="#ctx0" brushRef="#br2" timeOffset="257">22400 18417 10401,'-14'0'-466,"4"0"1,1 0 341,-3 0 0,4 0 0,-1 0 145,-2 0 1,3 0-1,-2 0 18,-1 0 1,3 5-1,0 1-25,1 2 1,3-3 0,2 4-85,-3 3 0,4 0 2,-4 3 1,3-1 2,2 1 38,0-7 0,2-2-117,3-6 0,3-6 209,6-4 1,0-3-196,1-1 0,-2 4 1,-2 2 185,-2 2 1,-4 1 241,5 5-247,-7 0 1,5 0 0,-5 2-101,2 2 1,0 0 0,-5 5-78,0 2 0,5-3 0,-1 2 144,0 1 0,23-4 0,5-1 0</inkml:trace>
  <inkml:trace contextRef="#ctx0" brushRef="#br2" timeOffset="258">22544 18230 10401,'0'-15'-518,"0"1"1,-5 5 183,0-1 0,1 8 431,4 2 0,0 7 0,0 7 1,0 0-121,0 1 1,0-1 0,0 1 0,0-1 5,0 0 1,0 1 0,0-1 0,0 2-1,0 3 1,4-3-1,1 4 1,-2-4-105,-1-2 1,-2 0 0,0 1 0,0-1-449,0 0 0,0 1 555,0-1 0,6 1 1,2-1-1</inkml:trace>
  <inkml:trace contextRef="#ctx0" brushRef="#br2" timeOffset="259">22745 18359 6729,'8'-1'466,"-3"-4"-35,-3 3-294,-2-4 0,0 4-36,0-2 1,-2 2-63,-3-3 1,2 8 0,-5 4-56,2 1 1,-1 0-1,4 3-6,-2-1 0,-1-1 1,3 6-26,-2-1 0,0-4 0,5-1-164,0 2 0,0 2 15,0 1 1,0-4 0,2-2-26,3-2 1,-2-1 0,6-5 220,3 0 0,26-25 0,8-7 0</inkml:trace>
  <inkml:trace contextRef="#ctx0" brushRef="#br2" timeOffset="260">22846 18446 7691,'2'9'-159,"2"1"125,-2-7 1,6 3 0,-5-4-14,2 3 0,1-4 0,-1 4-48,5-3 1,-2-7-1,1-1-47,3-2 1,-4 3-1,1-5 89,2-1 0,-3 5 0,0-1 99,-1 1 0,4 3 0,-1-7 0,-2 7-2,1-2 1,-6 5-44,2 5 1,-2-2-1,1 7-111,0 1 0,1-3-239,-5 1 349,7 1 0,1-8 0,6-4 0</inkml:trace>
  <inkml:trace contextRef="#ctx0" brushRef="#br2" timeOffset="261">23119 18158 7895,'-6'-8'-63,"4"2"1,-4 7-1,6 4 193,0 5 1,0 4 0,0 4-124,0 1 1,0 0 0,2-5 0,1 1-38,2-1 0,1 5 0,-3 0 1,4-1-71,1-2 0,-5 3 0,3 0 0,-1 1-179,0 0 0,1-4 0,-3 5 279,2 0 0,13 20 0,-2 12 0</inkml:trace>
  <inkml:trace contextRef="#ctx0" brushRef="#br2" timeOffset="262">23364 18474 8561,'0'-9'-1469,"0"-1"1840,0 1-286,-6-6 1,2 7-42,-5 4 0,1 4 1,-3 4-63,1 6 1,5-2 0,-3 1-55,2 3 1,-4 0 49,6 3 0,-1-1-3,5 1-12,0-7 0,1-2 1,4-8-71,5-2 0,-2 0 1,1-5-1,2-1 41,2 2 1,-3-5 0,-1 5 0,3-1 50,0-1 0,-2 5 0,0-3 41,1 2 0,-5 0 0,1 3 193,-1-2 1,-4 2-60,2 7 1,-2 4 0,-2 7-148,0-1 0,0 0 1,0 1-1,0-1-75,0 1 1,0-6-1,0 1-299,0 1 1,0-3-296,0 2 656,0-7 0,19-35 0,5-16 0</inkml:trace>
  <inkml:trace contextRef="#ctx0" brushRef="#br2" timeOffset="263">23537 18230 8561,'0'-15'-169,"0"1"1,0 5-1,-2 1 20,-3 1 1,4 4 247,-4 8 0,3 3 1,2 6-1,0 0-19,0 1 1,0-1 0,0 1-1,0-1-103,0 0 1,0 6 0,0-1 0,0-2-49,0-1 0,0-1 0,0-1 1,2 1-27,3-1 0,-4-4 0,6-1 1,-3 2-207,1 2 0,5-3 0,-4-1-189,2 2 492,-5-4 0,10-26 0,-5-13 0</inkml:trace>
  <inkml:trace contextRef="#ctx0" brushRef="#br2" timeOffset="264">23465 18431 8561,'-10'0'-218,"1"0"0,5-6 94,0-4 0,4 4 0,4 0 135,6-1 0,8 4 1,1-5-1,0 2-169,2 2 1,-1-2-1,6 1 158,-2 2 0,13-11 0,8-6 0,5 0 0,0 0 0</inkml:trace>
  <inkml:trace contextRef="#ctx0" brushRef="#br2" timeOffset="265">24573 18244 10904,'0'-9'-752,"0"-1"1,0 5 915,0-4 0,0 4 131,0-5-174,0 7-23,0-3 1,0 7-1,0 4-91,0 5 0,-2 2 0,-1 4 0,-4 2 0,-1 1 1,4 5-1,-6-3 1,-1 0-33,-2 0 1,-1 4 0,-1-2 0,-1-1-39,-3-3 1,3 2-1,-5-2 1,2-1 12,0-2 0,0-2 0,4-1 0,1-4 96,0-4 0,-1-3-60,1-2 0,6-2 0,3-3 0,3-4-34,2-4 0,0-1 0,0-1 0,0 1 33,0-1 1,2-1-1,1-1 1,4-2-3,1 1 1,-4 2 0,4 2-1,0-1 42,0 1 0,-3 1 0,3 2 0,0 3 22,0 2 1,-3-1 0,5 4 37,1-2 1,-3 0 0,1 7-15,2 3 0,-3-2 0,0 7 0,0 1-42,0 2 0,-3 1 0,3 0 1,0 1-58,0-1 1,-3 5 0,5 1 0,-1-3-124,-1-1 0,5 0 0,-5 2 0,2 1-599,-1-2 670,1-1 0,17 12 1,3 2-1</inkml:trace>
  <inkml:trace contextRef="#ctx0" brushRef="#br2" timeOffset="266">25004 18446 12751,'-9'0'-927,"-1"0"1426,7 0-326,-4 0 0,9 0-113,3 0 0,-2-2 1,7-1-1,1-3 8,2-2 0,1 3 0,-1-5 0,-2-1-90,-2-2 1,1 4-1,4-1 1,-1-1-8,-3-2 1,1-1 0,-5 1 28,2 3 0,-6-1-109,-2 6 1,-6 0 0,-9 5 0,1 0 164,-1 0 0,1 0 0,0 2 0,-1 3 84,1 4 1,0-1-1,1 2 1,2 1-140,1 2 0,7-3 0,-2-1 0,3 2-188,2 2 1,0 2-1,2-1-55,3 0 1,3-4 0,6-2 0,1 0-19,-1 0 1,2-5 0,1 2 0,3-2-26,-3 2 1,4-4 0,-2 4-1,-1-3 460,-2-2 1,11-32 0,3-8 0</inkml:trace>
  <inkml:trace contextRef="#ctx0" brushRef="#br2" timeOffset="267">25234 18403 13423,'-9'-7'-667,"-1"-2"0,5 2 0,-3 1-404,2-1 606,1 6 481,5-6 0,2 12 0,1 2 0,3 1-105,2 3 1,-3-3-1,3 1 1,0 1 10,0-2 1,-3 3 0,3-4 0,0-1 23,0 0 1,-3 4 0,4-4-100,2 2 1,-3-5-1,2 2 192,1-3 0,-3-2 0,2 0 0,-1-2 52,-1-3 1,5 2 0,-5-6-1,2-1-38,-1 2 1,-4-5-1,5 4 1,-1-4 7,-1-1 1,5-1 0,-5 1 97,0-1 0,0 6-42,-3-1 0,-3 5 72,2-4-8,4 6 1,-6 3-259,3 9 1,-4-1 0,1 0-190,3-1 133,-4 4 1,12-10 48,-3 4 1,-2-3 54,1-2 0,-6-2 81,2-3 1,2 2-7,-3-6 0,1 4 0,-6-3-237,-4 1 1,2 3 347,-7 4 1,5 4-1,-3 3 1,0-1 16,0 1 0,5 4 0,-3-2-54,-1 4 1,6 2 0,-4-1-141,3 0 1,2 1-57,0-1 1,2 0 0,3-1-99,4-3 1,4-4-1,1-6 98,1 0 0,-1 0 0,1 0 90,-1 0 1,0-6-1,1-4 1,-1-1-87,1 1 0,-6-2 0,1 2 0,-1-3-7,-1-1 0,4 4 0,-8 1 102,-1-2 1,4-2-1,-2-2 53,-2 1 0,-2 4-12,-1 1 1,0 4 9,0-5 0,2 7 18,3-2 0,3 4-87,6 1 0,-4 0 0,-2 1-82,-2 4 1,1 2-1,-4 4-9,2-2 0,-1-4 0,-2 3 0,1 0-43,2 0 1,0 2 38,-5 4 1,0 1 54,0-1 0,0 0-245,0 1 1,0-6-265,0 1 0,0-5 338,0 4 272,0-6 0,13-22 1,3-13-1</inkml:trace>
  <inkml:trace contextRef="#ctx0" brushRef="#br2" timeOffset="268">25882 18359 11873,'8'-6'-1459,"-2"4"1658,-6-4 0,2 6-184,3 0 19,-4 0 1,7 5-134,-3 0 1,-2 4 0,7-4 31,1-2 0,-3-1 11,1-2 0,1 0 90,4 0 1,-4 0-57,0 0 38,-1 0 18,-1 0 0,-1 6 0,-7 4-85,0 3 1,0 1-1,0 2 1,0 1 69,0 3 1,-2 4 0,-1-4 0,-4 3-36,-1 2 1,4-2-1,-6-1 0,-1-1-41,-2-3 1,-1 2 0,-1 0 0,1-3-35,0-1 0,-6-3 0,1-4 1,2-4 72,1-3 0,1-2 1,1 0-1,-1 0 52,1 0 1,4-5-1,2-1 1,0-2-64,0-4 0,5 0 0,-2-3 43,4 1 1,1 0 0,1 1 0,3 2 22,0 1 1,8 2-1,-3-3-241,4 1 1,1 7 0,1-3-262,-1-1 464,1 6 0,37-19 1,11 4-1</inkml:trace>
  <inkml:trace contextRef="#ctx0" brushRef="#br2" timeOffset="269">26227 18172 11574,'0'-9'-774,"0"-1"161,0-1 0,0-2 391,0-1 1,2 6 388,2 3 1,-2 5-1,3 5-105,-4 4 0,-1 4 0,0 3 0,0 2-6,0 1 1,0 5 0,0-3 0,0-1-26,0 1 1,0 3 0,0-3 0,0 0-60,0 0 1,0 3 0,0-5 0,0 0-23,0 2 1,0-5 0,0 3-47,0-3 0,2-3 0,1-2 0,4-3-189,1-2 1,-4-1 0,6-5 23,1 0 0,-3 0 0,2-2 156,1-2 0,-3 0 128,2-5 1,-7-26 0,3-12-1</inkml:trace>
  <inkml:trace contextRef="#ctx0" brushRef="#br2" timeOffset="270">26270 18374 11574,'-9'0'-218,"-1"0"-403,-1 0 1,4-2 384,3-3 0,2 2 230,2-6 0,2 4 0,2-3 106,6 1 1,3 1-1,1 3 1,1-2-67,-1 2 0,0 1 0,1 1 0,-1-3 28,0 0 0,1-1 0,-1 5 1,1 0-11,-1 0 1,0 0-1,1 1-79,-1 4 0,-4-2 0,-1 7-69,3 1 1,-6 2 0,-1 1 26,-4 1 1,-1-1-1,0 1-118,0-1 0,0 0 0,0 1-349,0-1 1,-1-4 509,-4-1 0,3-6 1,-4 4-1</inkml:trace>
  <inkml:trace contextRef="#ctx0" brushRef="#br2" timeOffset="271">26486 18230 11552,'-10'-5'-1298,"1"0"664,6 0 0,-4 7 546,7 3 0,0 3 1,0 6-16,0 1 1,26 31-1,6 8 1</inkml:trace>
  <inkml:trace contextRef="#ctx0" brushRef="#br2" timeOffset="272">26587 18403 9943,'0'-8'-319,"1"1"696,4 7 0,3 0-383,6 0 0,-4 5 1,-2 1-198,-2 2 0,1-3-23,-2 5 84,-4-1 0,7-1-2,-3-3-22,-3-3 0,6-2 187,-4 0 1,0-7 0,5-2-140,2-4 0,-3 3 1,0 1-1,0-1 90,0 2 0,-3 0 234,5 3 1,-2 2 6,1-6 0,3 7 36,-8 2 1,1 2-247,-5 7 0,0 1 61,0 4 1,0-4-149,0-1 1,2-5-217,3 0 137,-4-2 1,7-2 155,-3 0 1,3-5 0,5-1-24,-4-2 1,2 3 0,-4-3-21,1 2 0,1-1 215,6 2 1,-6 4-1,1-4 8,1 3 0,-3 2-113,2 0 0,-5 5 1,3 2 4,-2 1 1,4-4-98,-6 6 0,6-5 1,-4 3-1,1 0-270,-1 0 0,1-5 1,-3 3-614,6 1 901,-4-6 1,20-1 0,-2-8 0</inkml:trace>
  <inkml:trace contextRef="#ctx0" brushRef="#br2" timeOffset="273">27105 18417 11833,'-10'0'-825,"0"0"1,6 0 1193,-6 0-280,7 0-70,-4 0 1,9 0-50,3 0 1,3 0-10,6 0 0,1 0 1,-3-2-1,0-1 2,-3-2 1,-1-1-1,3 1 1,-1-3-14,1 0 0,-3 0 0,0 3 0,0-3-49,0 0 1,-5-4-1,4 4 3,-1 0 1,-4-5 35,3 3 1,-10 4 0,-5 1 123,-3 3 0,4 2 0,-1 0 0,-1 0 18,-2 0 1,-1 7-1,-1 1 1,3 1-21,2 1 0,-1 0 0,4 4 0,1 0-30,0 1 1,1-1-1,5 1-33,0-1 1,0 0-1,1 1 1,4-3-3,5-2 1,3 1-1,3-6 1,3-2-56,5-1 0,3-2 0,3 0 1,4 0 79,4 0 0,0-8 0,4-3 0,4-1 0,-1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57"/>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11955 6144 12912,'0'-24'-984,"0"-2"0,0 18 644,0-6 488,7-1-78,-6-5 68,6 4 10,-1-5-27,-4 6-17,4 1 145,-6 6-221,-6 34 1,2-4 1,-5 26 1,6-11-41,-2 1 1,3 7 31,2 8 0,-1 3 36,-4 1 1,3-1-1,-3-3-23,4-5 0,-6 6 1,-1-1-1,-1-2-22,-1 0 0,6-11 1,-4 3-1,1-1-18,4 0 0,-5 1 1,0 3-12,0 7 1,-3-10-1,4 8-6,-1-3 0,4-9 12,-6-1 1,5-1 20,-4 15 1,4-4 16,-5 5 0,2-7-1,-1 2 1,-3-8 19,8-1-38,-8-7-8,11 9-13,-12-4-49,11 0-237,-10-2-162,10-13-98,-4-1 56,6-13 74,0-1 428,0-33 0,5-12 0,2-7 0,1-16 0,0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58"/>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11898 6014 12787,'0'-43'-984,"-7"6"555,6 15 1,-18 14 631,-1 22 1,4 1-80,-3 18 1,0 7-72,-10 13 0,2 1 10,3-1 0,-3 2-65,3-8 48,10-11 116,1-9-299,13-26-16,19-21 1,-1-16-72,15-12 0,-4 5-11,-5 10 0,3 1 134,-3-7 1,-2 6 124,2-6 0,-4 8 86,4-3-33,-13 16 252,8 6-178,-18 18 0,6 20-28,-7 12 1,0 2-77,0-2 1,6 2-42,4 8 1,4 3-132,5 7 0,4 1-103,6 3 1,-4-4 0,-2 1 227,-4-5 0,-13-7 0,7 2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59"/>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11624 7755 12828,'0'-24'-984,"0"-1"60,0 17 1022,-12 0-75,-4-5 1,-18 15 32,0 2 0,6 1 5,4 14 1,3-4 22,-8 9 1,8-5 14,-7 5 1,7-3-18,-3 7 0,9-5-9,-4 10 0,11-4-23,-6 9 1,9-9-1,0 5 0,4-1-13,1 11 1,1-11 22,4 1 1,3-6-27,6 11 0,2-7-30,4 1 0,-1 3-12,10-3 1,-7-4-26,12-5 0,-10-11 20,9 1 0,2-9-50,13 0 0,-13-4-95,4-1 0,-4-8 61,8-6 1,-5-2 3,1-8 0,-12 5 60,2-5 1,-4-7 45,4-7 1,-10 0-4,0-6 0,-11 13-77,7-13 1,-10 1-37,-1-14 1,-2-4-1,-2 0 69,0 0 0,-6 13 52,-4-9 1,-9 9-1,-5-5 89,-3 13 0,1 16-60,-3 10 0,-4 9 0,-12 15-39,2 9 0,8 2 1,11 3-120,-2 1 1,-1 10-272,-2 8 1,8 1 381,7 4 0,32-4 0,14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0"/>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11466 8072 12828,'-16'-16'-984,"3"3"840,45 19 0,-13-4 149,29 3 0,-17-4 23,12-1 0,-16 0-80,12 0 1,-9-4-166,8-1 1,-14-2-376,5 3 192,-19 2 400,22-4 0,-48-7 0,4-3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1"/>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11653 7885 12828,'0'-31'-984,"7"4"604,-6 19 596,6 47 1,-9-12-157,-3 35 1,-3-3 0,-5 5-167,4-3 0,-2-5 0,6-11 1,2 1 105,1 2 0,-11 26 0,-3 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2"/>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6201 11885 12903,'-24'0'-984,"-2"0"0,18 0 1967,0 0-960,2-13-27,6 3 1,0-20-68,0-4 0,0 6-6,0-16 0,1-5 1,4-15 7,5 3 0,-2 5 0,1 11 0,2-1 19,2-2 1,-3 0-1,-1 3 1,2-1 6,2-2 0,2 0 0,-1 5 15,0 0 0,2-8 26,4-7 0,-4 5 27,3-4 1,-3 7-28,-2-3 0,2 5-34,3-4 0,-1-1 15,6-5 1,-5 2 22,5 4 1,0-3 2,5 7 0,-5-4 9,0 4 0,-2 0-10,2 5 1,-2-1-5,-2 1 0,-11 6 0,14-4 0,-14 2 3,1 17 0,-10-16-2,0 27-1,0-17 58,0 20 64,0 2-123,19 0 1,0 2 0,20-5 0,4-6 0,5-5 0,0-1-42,1 0 0,-2 0 1,5 4-1,3-4-19,1-1 1,8-1-1,1-2 1,1 1 14,-4-2 1,2 4 0,0-2 0,0 0 3,0 1 1,-2 3-1,-4 5 1,-1 1 18,1-1 0,-1 1 0,1 0 0,-2-1 15,-3 1 1,2-1 0,-2 1 0,3 1-4,2 4 0,-6-4 0,1 3 0,2-1 11,1 1 1,-2-2 0,0 2 0,2-3-1,-1-1 1,-1 0-1,2-1 1,0 2-11,1 4 1,-7-4-1,6 5 1,-3-2 11,-2 1 1,1-1 0,4-4 0,-3-1 0,-5 1 0,2 0 1,-1-1-1,2 1-1,4-1 1,-4 1 0,2-2 0,1-1-2,2-3 0,1-4 0,1 4 1,-2-1-1,-3 0 0,1 0 0,-4 4 0,1-3-1,3 3 0,-4 1 0,-2 1 0,-4 1 0,0 0 0,0-1 0,6 1 0,7 0 0,-10-1 0,2 1 0,-1-1 0,-8 1 0,8 0 0,-5-1 4,10 1 0,-10 3 74,5-4-21,-19 10 1,16-15 68,-16 5 10,-10 7-119,0-11-114,-11 11-8,0 0 0,-2 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3"/>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8531 11899 12790,'-30'6'-984,"-4"2"608,25 0 383,-4-8 0,19-20-31,4-14 0,9-12 0,3-5 33,1-1 1,-2 3 0,-7 6 0,2-2-7,3-3 1,-3 0 0,3-8-1,-1-5-5,1-3 1,-3-3-1,3-5 1,-3 0-48,-1 0 0,-1 2 1,0 1-1,-1 4 3,-3 1 1,1 1 0,-5 7-1,1 4 20,-1 4 1,1 3-1,-4-1 38,2-7 1,4 10-7,-4-10 0,6 5-2,-1-5 1,2 4-14,3 6-11,-7 12 18,5-2 3,-5 17 2,12 1 7,-4 9-8,-1 6-1,-2 6 8,-12-4 224,6 11-237,5-12 1,11-7-2,15-13 1,0-9 0,2-4-3,0-1 1,5 4-1,-6 5 1,2-3-11,2-5 0,0 2 0,1-4 0,-1 4 10,0 1 0,2 0 1,1 0-1,4 1-12,1-1 0,-5 0 0,4 0 0,-2 0-19,0 1 0,4-1 0,-4-1 0,-1-2 13,-3-2 1,1-1 0,3 3 0,3-3 9,0-2 1,4 3 0,-6-2 0,1-1 19,-1 0 1,4 10 0,-5-2 0,-3 2 5,-5 0 1,1 3 0,-2 0-3,2-2 0,7-4 0,-1-1 0,-4 6-5,-3 2 0,-10 1-4,8-2 1,2 0 11,13-9 0,-2 2 6,-3 2 0,-13 5 3,4 0 0,-15 5 30,5-5 0,-9 5 107,4-5-69,-6 13-53,3-15-59,-7 17-100,0-6-65,-6 9-44,-1 6 0,-33 32 1,-6 8-1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4"/>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10459 11813 12649,'-16'-16'-984,"-3"3"362,17 7 653,2-2-14,8 0-36,0-5 1,10-8 9,-4-13 0,-1 4 34,-3-4 0,4-1 1,5-11-25,-1-2 1,-1 3 0,1 4 0,1-4-4,-1 0 1,-2 0-1,0 2 1,1-2-25,2-3 0,1 2 0,-6-5 0,0 1-24,1 4 1,4 6 0,0 0 13,-1-5 1,2-3 0,0-6 5,-3 1 0,-1 12 55,-1-2 0,-6 7 87,1-2 1,1 9-73,8-4 0,-1 9-23,6-10 0,-10 12 2,5-7-29,-6 10 1,14-13 3,-3 3 0,-6 7 17,1 2 79,-13 14-27,14-13 10,-12 11 401,0 0-536,-21-5 0,10-3 13,-7-13 1,8-14 0,12-11-9,1-2 0,0-5 0,1 8 0,-4-3 2,-2-1 1,4-6 0,-4 0 0,0-1 46,1 0 1,-2-4-1,-5 6 1,0 0 8,0-2 0,0 5 0,0-2 1,0 5 17,0 3 1,0 7 0,0-2 166,0 3 0,0-8-68,0 1 0,-5-6-57,0 10 0,-5 5 115,6 5-87,-1 12-118,-2-1-328,6 12-525,-6 7 294,27 21 588,-16-2 0,28 36 0,-16-9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5"/>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12516 11842 12535,'-8'-24'-764,"2"-8"981,6 22-100,0-17-91,0-2 1,0-14 1,0-10 0,0 7 0,0-1-15,0 1 1,0 0 0,0 2 0,2 0-16,2-4 0,-2-3 0,3-7 1,-4 0-25,-1 1 1,2-2 0,1-2 0,2-1-74,-2 1 0,-1-3 0,-1 2 0,3 1 27,0 2 1,1 6 0,-5 0 0,0 0-90,0 2 1,0 0 147,0 3 174,0-3-30,7 0-76,-6 20-55,6 6-26,-7 17 753,0 0-722,-20 8 1,16 2 1,-28-9 29,12-12 0,-7-15-17,-6-9 1,-1-10-1,-1-3 1,6 9-13,2 5 1,5 4 0,-2-7 0,-2-2-60,-1 0 1,-2-1 0,2 4 0,1 0 24,2-4 1,0 3-1,-4-5 1,0 2 14,4 0 1,-1 0-1,4 5 1,0 0 13,1 0 0,0 5 1,4-2 10,-3-5 1,2 5-7,-7-8 0,6 6-4,-1-6 1,3 4-3,1 0 0,1 6 45,0 0-16,6 19-22,-5-13-4,5 22 2,-13-11-268,-8 13-374,5 2 636,-3 12 0,19 2 0,2 7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6"/>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11855 8331 13080,'25'-15'-492,"4"11"0,-7 7 164,12 6 0,-1 4 0,14-3 294,6 3 1,-12 1 0,10 2 43,2 3 1,-7-3 0,10 3 0,-5-1-8,-4 1 1,-2-1-1,-1 6 1,3 1-9,1 2 1,1-3 0,-2 0 0,1 2-3,-2 1 0,0 3 1,1 2-1,1 2 11,-2-2 0,-1-2 1,-2-2-1,0-3 7,0-1 1,0-2 0,-1 4 0,-2-4 0,-2-1 1,1 5 0,5-1 6,4 7 1,-5-1 0,5 6-8,2 2 0,-15-11 0,8 5-19,-9-4 1,-1 3 0,1 2 16,-2-2 1,-2 3 0,-1 0 14,0 2 1,0-9-22,-1 6 1,3-7-8,2 7 1,-5-15-26,5-5 10,-19-9 11,18 1 20,-28-6 28,8 7-45,-5 1 3,-6 6 0,12 1 0,-5 12 0,7 6 1,-1 3 0,-1 2-1,-4 2 0,4-3 0,-5 1 1,2 2-1,-1 2 0,-4 1 0,5 2 0,-1 4 0,-1 9 0,3-4 0,-4 7 1,-1 1 3,1 2 1,2 0-1,-2 5 1,1-1-4,3-4 1,-3-3 0,0-3 0,0-1-2,0 1 1,-5-5-1,3-2 1,-1 0-3,0 0 1,0-3 0,-5 3 0,0 0-2,0 0 1,0-4 0,-2 1 0,-1-3-58,-2-2 0,0-3-82,5 3 0,-4-3-116,-1 8 122,0-23 0,5-12-33,0-32 170,0 6 0,3-30 0,0-11 0,1 7 0,0-1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7"/>
    </inkml:context>
    <inkml:brush xml:id="br0">
      <inkml:brushProperty name="width" value="0.08819" units="cm"/>
      <inkml:brushProperty name="height" value="0.35278" units="cm"/>
      <inkml:brushProperty name="color" value="#FF00FF"/>
      <inkml:brushProperty name="tip" value="rectangle"/>
      <inkml:brushProperty name="rasterOp" value="maskPen"/>
    </inkml:brush>
  </inkml:definitions>
  <inkml:trace contextRef="#ctx0" brushRef="#br0">11912 8216 13014,'-8'-24'-984,"2"-2"0,12 25 642,8-6 351,15 7 1,8-5-38,6 1 74,-12-1 1,9 5 4,-7 0 0,4 0-31,6 0 0,-13 0 2,9 0 0,2 5-16,12-1 1,1 8 0,2-3-15,2 4 0,-12 3 4,12 3 1,-4 2 0,9 3-1,-11-5 0,-5-3 1,-4 0 0,0 2-1,0 1-5,0-2 0,0-1 0,2 0 1,2 2-9,1 1 0,-1 0 1,-3-4-1,-1-1 7,0 0 1,0 1 0,0-1 0,0 1 8,1-1 0,4 0 0,-1-1 0,0 0 5,-2 1 1,6-1 0,3 10-1,2-3 0,-2 4 0,-10-3 1,-1 0-4,0 0 1,-5 3-1,-1-4 1,0 1 2,0 0 0,-1 6 14,12 2 0,2 4 1,12 6 42,-7-6 0,-6-7-47,-11-2 0,12 5 6,12 4 0,1 1 4,-6-5 1,-6-2-21,-3-3 1,-3 1 9,-2-5 0,2 0-3,3 0 0,-13-3-9,4 7 0,-9-5-6,8 5 0,-6-5-7,2 5 1,-1-4 38,6 4-28,-14-7 53,22 10-41,-17-4-18,7-1-6,4-1-7,-10-7 3,10 1 62,-10-1 13,4 0-44,-6 1 5,-13-1 77,3 1-72,-18 5 1,6 9 0,-7 10 1,0-1-22,0 5 0,0-8-8,0 8 0,0 4 34,0 6 0,6 3 8,4 1 0,6 4 0,1 0-30,1-1 1,-10-10-1,6 3 1,-1-7 0,0-3 1,-4 0 0,1 1 0,1-1 13,2 0 1,1 0-1,2 2 52,4 3 1,-1 0-66,10 9 1,-7-4 0,5 6 0,-6-5 0,-7-6-17,10 5 0,-6 5-33,1 4 0,-9 0 25,-6-4 1,3 3-24,-2-4 1,-1 2 1,-4-11 1,0 0-62,0-4-84,0-8 125,0 6 32,0-5 21,0-7 42,0-9-145,0-15 1,13-63 0,3-15-1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1-08T23:45:31.968"/>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definitions>
  <inkml:trace contextRef="#ctx0" brushRef="#br0">22889 1626 19892,'-8'-10'-3367,"3"1"0,2 4 2542,-2-5 0,4 1 404,-4-6 1,3 6 375,2-1 1,2 7 0,1-3 215,2-1 1,6 4 189,-1-7 1,-2 7 29,1-2 1,-4-1-470,5 1 0,-7-1 445,2 1 1,-4 2-333,-1-7 1,-1 7 0,-4-2 0,-5 4 190,-2 1 1,-4 0-1,-2 0 1,-3 0 11,-1 0 0,-2 6 1,-3 2-1,1 2-129,2-1 1,5 1-1,-2 4 1,4 1-190,4-1 1,6 0-1,-1 2 1,2 2-212,3 1 1,3 0-1,5-4 1,4 1 36,4 3 0,6-3 0,2 3 0,0-3 91,0-2 1,-1 2 0,-2 0-1,1 0 205,-1-3 1,-2-2 0,-2 4 0,0-1-265,1 0 0,-2 1 0,-4-1-100,-4 1 1,-5-1 0,-5-1 324,-4-4 0,-4 3 0,-2-6 1,0 0 123,-5 1 1,0 2 0,-6-2 0,2-1 158,-2 1 1,4 2-1,0-2-13,1 1 0,2-5 0,6 3 163,3 1-652,4-6 0,12 6 1,4-7-1,3 0 486,1 0 5,7 0 0,40-20 0,15-4 0</inkml:trace>
  <inkml:trace contextRef="#ctx0" brushRef="#br0" timeOffset="1">23004 1957 13256,'-9'0'-167,"-1"0"0,-1-2-521,-2-3 1,-1 4 0,-1-2 960,1 6 1,0 5-1,1 6-175,3 1 0,-1-6 0,6 1-154,2 1 0,1 2 1,4 0-71,3-4 0,-2-1 0,8-5 0,4 2 102,2-2 0,2-1 1,-3-4-1,2-1-22,1-2 1,2-4-1,-3 2 1,1-1 3,-2-3 0,-1-2 0,-1-1 1,-3 0 46,-2-1 0,1 1 0,-6-1-134,-2 1 0,-8 1 0,-4 4 0,-6 4 144,-4 3 1,-3 2-1,-5 0 1,1 0-11,2 0 1,5 2 0,-3 3 0,1 4 87,3 4 1,9 1-217,4 1 0,35 31 0,10 9 0</inkml:trace>
  <inkml:trace contextRef="#ctx0" brushRef="#br0" timeOffset="2">23623 2072 15919,'-14'-6'-1087,"4"4"1,0-3-395,-1 4 1447,5 1 361,-1 0 0,9 0-275,3 0 0,3-5 0,6-2 0,1 1-60,-1 0 1,5-6-1,0 3 1,1-4-49,0-1 1,-2-2 0,4-2 0,1-1-127,-1 1 1,-3-3 0,4 1 0,-1-1 71,0 0 0,-9-4 0,2 2 1,-4-1 37,-3 0 1,3 0 0,-6-5 0,-2 1-22,-1-1 1,-2 2 0,0 1 0,-2 2-6,-3-1 0,2-1 1,-7 2-1,1 5-8,1 3 0,-5 3 1,3 2 35,-2 1 1,2 7 0,2 0 88,2 6 0,-1 5 1,4 6-1,-2 1-86,2-1 1,-3 5 0,1 2 0,0 2 4,-1 2 1,2 2 0,-4 2-1,2 0 6,3 0 0,0 4 0,-1 1 0,0-2 25,0-2 1,-2-1-1,1 0 1,2-2 40,1-3 0,2 1 0,0-5 1,0-3 72,0-1-77,0-1 1,0-9 15,0-6 0,2-5 0,1-6 0,4 1 18,1-1 1,1-3 0,6-2 0,-3 0 10,-2 3 0,3 2 0,-4-4 0,3 1 15,-3 0 0,4 4 1,-3 1 53,2-3 0,-2 6 47,0 1 1,-6 4 0,4 2-161,-1 4 1,-2-2-1,-5 7 1,0 1-20,0 2 0,0 1 0,0 0-114,0 1 1,0 4 0,0 0-103,0-1 0,0-2 0,1-2-196,4 1 0,-2-6 188,7 1 0,-1-7 0,6 2 269,-1-4 1,7-20 0,1-5-1</inkml:trace>
  <inkml:trace contextRef="#ctx0" brushRef="#br0" timeOffset="3">24098 1899 11115,'-15'-6'-1723,"6"4"1591,-1-3 1,1 4-1,-4 2 312,3 4 1,4-2 0,4 7-218,-3 1 1,4 2 0,-4 1-32,3 1 0,2-1 0,2 1-7,3-1 1,-2-4-1,7-2 1,1-2 58,2-3 0,1-1 1,0-2-1,1 0-13,-1 0 1,1 0 0,-1-2 0,0-3-17,1-4 0,-1 1 1,-1-2-1,-2 1 37,-1 1 1,-2-5-1,1 3 1,-4-3-51,-3-1 0,-2 0 0,0-1 54,0 1 1,-7 1 0,-1 2 0,-1 3 92,-1 1 1,0 1-1,-4 3-55,0-2 0,4 0 0,2 7-192,2 3 1,1-2 116,5 6 1,45 14 0,11 7 0</inkml:trace>
  <inkml:trace contextRef="#ctx0" brushRef="#br0" timeOffset="4">24386 1870 10841,'-13'-14'-1438,"2"1"983,1 4 0,7 1 1,-4 5 689,1-2 0,4 2-151,-2 7 1,2 4 0,2 7-119,0-1 0,0-4 0,0-1 0,0 2 21,0 2 1,0-3 0,0-1-4,0 3 0,2 0 1,1 3-75,2-1 0,-1-4 0,-2-2 55,3-2 1,-2 1 56,7-3 1,-6-2-1,6 3 4,1-4 0,-3-2 0,2-2-45,1-2 1,-3-6-1,1 3 1,1-2 30,-2 0 1,3 6 0,-4-6-7,1-1 0,0-2 37,1-1 188,4 6-82,-5 1 1,0 9-150,-3 3 0,-4 3 0,-1 6-43,0 0 1,0-4 0,2 0-95,3 1 0,-2 0 10,7-1 1,-1 1 103,6-6 1,-1-1 0,-1-5 63,-4-4 0,2 2 0,-4-7 29,1-1 1,-5 3 0,2-2-46,-4-1 0,-1 3 1,0-1-17,0-3 0,0 4-250,0-1-25,0 6 1,2-4-1,3 9 292,4 3 0,36 22 0,10 11 0</inkml:trace>
  <inkml:trace contextRef="#ctx0" brushRef="#br0" timeOffset="5">25292 1971 8973,'14'-8'-1035,"-4"-3"1,-1 5 1022,3-2 0,-1-2 0,0-3 0,-3 2 84,-2 1 0,4 6 1,-4-4-1,1 0 184,-1 0 1,-1-2 167,-5-4-369,0-1 1,-2 7-1,-2 4-44,-6 2 1,-3 4 0,-1 2 0,-1 6-17,1 3 1,-5 3-1,0 1 1,1 2-25,2-1 1,2 3-1,-1 0 1,3-1-4,2 1 0,-1-2 0,6-4 0,2-1 12,1 1 1,2-1-1,2-1 6,3-4 0,3-2 0,8-7 0,1 0-44,2 0 0,7-7 0,-2-4 0,1-5-88,-1-3 1,4-7-1,-4 4 1,3-2-20,2 0 0,-2-2 0,-2-6 1,-2-3 78,-3-1 0,0 2 1,-6-3-1,-1 0 89,-4 1 0,3-3 0,-8-2 0,0 2 15,-3 6 1,-1 2 0,0 4 0,0 3 70,0 5 0,-1 9 0,-4 6 23,-5 2 0,-1 4 1,0 2-1,3 6-70,1 3 0,-4 3 0,3 3 1,-1 3-35,-1 1 0,5 4 0,-3-5 0,0 2-36,0 0 1,5 2-1,-2 4 1,2 1-31,-2-4 0,4 0 1,-4 5-1,2 2-56,-2-3 0,3 3 0,-2-4 0,2-2 3,2-1 1,5-2 107,-1-1 0,8-3 0,-4-6 1</inkml:trace>
  <inkml:trace contextRef="#ctx0" brushRef="#br0" timeOffset="6">25695 1957 8438,'-10'-10'-362,"1"2"146,-3 2 1,4-4 170,-1 5 0,4 1 0,-3 5 6,2 4 1,1 3-1,5 6 50,0 1 1,0-6-1,0 1-33,0 1 1,6-4-1,2-1 1,2-1 6,-1 0 0,1-1 1,4-4-1,1 0-1,-1 0 1,0 0 0,1-1-48,-1-4 0,1 2 0,-1-7 36,0-1 0,-6-2 0,-1-1 36,-1-1 1,-6 1-1,2 0 13,-5-1 1,-9 6-1,3 1 1,-4 1-35,-1 4 1,-1 1 0,1 2-173,-1 0 0,6 2 0,1 3 184,2 4 0,33 30 0,13 7 0</inkml:trace>
  <inkml:trace contextRef="#ctx0" brushRef="#br0" timeOffset="7">26155 1885 8438,'0'-15'-190,"0"1"0,0 0-1733,0-1 2012,0 1 146,0 0 1,2 6-207,2 3 1,0 5 0,4 5 32,-2 4 1,0-1 0,-2 2 3,0 1 1,1 2-1,-5 1 1,0 0-23,0 1 1,0-1-1,0 1-29,0-1 0,0 0 1,0 1 7,0-1 1,0 1-56,0-1 0,2-1-4,3-4 0,-2-2 1,6-7-1,3 0-33,0 0 0,3-7 0,1-1 0,1-1-21,3-1 0,-1 1 1,-5-6-1,2 1 50,3-1 0,-8 1 0,4 1 1,-4 2 28,-3 1 1,3 6 0,-4-4 271,1 1-128,-5 2 0,2 5 0,-9 2-87,0 3 1,-3 1 0,4 5-17,-2-1 0,0 0-17,5 4 0,0 0 0,2-1-30,3-3 0,-2-2 1,7-5 2,1 2 0,2 0 1,1-5-1,0 0-19,1 0 0,-1 0 0,1 0 0,-1-2-14,0-3 0,1 2 0,-1-5 1,0 0 14,1 0 1,-6 3-1,-1-4 52,-1-3 0,2 0 104,-4-3 1,0 1-97,-5-1 0,0 6 0,-2 1-15,-2 1 0,2 1 0,-4 3-7,-1-2 0,6-1-41,-4 1 2,3 3 1,4-4 28,3 6 0,-2 5 30,6 0 0,1 4-1,4-4 1,-4 4 0,0-2-14,1 1 0,-3-5 0,1 3-12,3 1 1,-4-6-1,1 4-2,2-3 0,-3-2 1,2 0-1,1 0-6,2 0 0,-4 0 0,1 0 1,1 0-16,2 0 1,-3-5-1,-1-1-7,2-2 1,2-2 33,2-4 0,-7-1 10,-4 1 0,-2 4 0,-4 2 0,-2 2 11,-6 3 0,-3 1 1,-1 2-1,-1 2 30,1 3 0,-5-2 0,0 5 0,3 0-39,5 0 1,-2 1 0,5 6-16,0-1 0,1 0 0,9 1-53,3-1 1,4 1 0,11-3 0,3 0-314,5-3 365,0 1 0,12-5 0,7-2 0,3 0 0,0 0 0</inkml:trace>
  <inkml:trace contextRef="#ctx0" brushRef="#br0" timeOffset="8">27507 1885 8586,'-8'-10'-682,"2"2"-715,0 2 1467,4-5 0,-4 7 302,6-5-280,0 6 1,1-8 0,4 6-86,5 2 0,2-1 0,3 1 1,-1-2-8,1 2 1,4-3 0,0 1 0,-1 0-17,-2-1 0,-2 3 0,2-5 0,2 0-6,1 0 1,-2 3-1,-6-3 1,-1 1-2,1 4 19,-4-5 1,-3 2 0,-8-4 2,-6 5 0,-4 4 0,-4 2 1,-1 3 0,1 0 0,-2 6 0,0-4 0,3 2 0,1 4 0,1-4 0,1 1 0,0 2 0,-1 2 0,6 2 0,1-1-8,1 0 0,2 1 0,5-1 0,0 0-29,0 1 0,7-2 1,2-2-1,6-2-49,4 3 0,-3-4 1,5 0-1,-2-2-34,0-3 1,2 0 0,-3 1-1,1 0 4,-2 0 1,-1-3 0,-1-1 115,-1 0 0,0-25 0,1-7 0</inkml:trace>
  <inkml:trace contextRef="#ctx0" brushRef="#br0" timeOffset="9">27781 1899 8532,'0'-9'0,"1"1"0,3 0-618,0 0 0,1 3 0,-5-5 409,0-1 0,0 3 814,0-1-544,0-1 1,2 2-63,3 3 1,-4 5-16,4 5 1,-3-2 0,-2 7 0,1-1 9,4-1 1,-3 5-12,2-3 0,-2 2 21,-2 3 0,0-6 84,0 1-91,0-7 1,2 2-1,2-8 0,6-2 1,-4-6-1,1 3 1,-1-2-5,4 1 0,-2 1 1,0-4-1,-2 3 0,5 1 5,-1-2 0,-2 4 2,1 6 1,-4 0 0,3 2-42,-1 2 0,2 4 1,-4 7-39,-2-1 0,0 0 1,1 1-1,0-1 1,0 1 0,-1-6 1,0 1-1,2 1 78,-2 2 0,5-5 0,6-2 0,9-6 0</inkml:trace>
  <inkml:trace contextRef="#ctx0" brushRef="#br0" timeOffset="10">28126 1799 8532,'0'-15'0,"-2"2"-434,-2 4 1,2 1-1,-3 3 400,4-5 2,1 4 7,-7 0 1,6 12 0,-4 4 22,3 2 1,7 3 0,0-1 0,0-1-8,1-3 1,-3 2 0,5-2-1,-1 3 17,-4 1 1,3-4-1,1-1 1,-1 2 13,0 2 0,-1-3 0,-5-1 30,0 3 0,0-4 0,0 1-3,0 2 1,-1-3 0,-4 0-52,-5-1 0,-3-2 1,-1-4-1,0 2 1,-1 2 1,-4 0 0,0-5 0,1 0-49,2 0 1,7 0-1,-1 0-483,-1 0 141,5 0 1,2-5 390,14 0 0,24-6 0,12-2 0,8 1 0,1 0 0</inkml:trace>
  <inkml:trace contextRef="#ctx0" brushRef="#br0" timeOffset="11">28299 1885 8225,'0'-15'-1660,"0"6"1744,0-1 0,0 5 192,0-4-162,0 6 1,-5 3-112,0 9 1,0 4-1,5 1-23,0 1 0,0-6 1,0 1 45,0 1 0,0-3-30,0 2 0,2-7 0,3 2-14,4-4 1,-1-1-1,2 0-30,1 0 0,2 0 0,1-1-3,1-4 0,-1 3 0,-1-4 1,-2 0 16,-1-4 1,-2 2-1,3 0 25,-2 2 1,-5-1 0,2 4 28,0-2 6,-4 0 0,4 7 0,-6 3-21,0 4 0,0-1 0,0 2-32,0 1 1,0 2 0,0 1-89,0 1 0,0-1 0,0 1 39,0-1 1,0-4-1,0-1 76,0 2 0,13-23 0,3-6 0</inkml:trace>
  <inkml:trace contextRef="#ctx0" brushRef="#br0" timeOffset="12">28500 1928 8532,'0'-14'-535,"0"-1"0,0 1 0,0-1 351,0 1 0,5 4 326,0 1 0,6 1-55,-1-2 0,-2 4 1,1 6-46,2 0 0,-3 6 0,2 2 0,-1 2-24,-1-1 0,5 1 1,-5 4-1,2 1-49,-1-1 1,-4 1 0,3-1 0,-1 0 8,-4 1 0,0-1 1,0 1-1,2-1-48,-2 0 1,-1 1-23,-2-1 82,0 1 0,0-9 9,0-6 0,-5-2 0,0-7 1,2-2 7,1-2 1,2-2 0,0 1-2,0 0 0,0-1 0,0 1-35,0-1 1,0 1 0,2 1-56,3 4 1,-2-3 0,5 6-85,-2-2 0,6 5 168,-3-2 0,30 23 0,7 6 0</inkml:trace>
  <inkml:trace contextRef="#ctx0" brushRef="#br0" timeOffset="13">28860 1914 8532,'-15'-5'-406,"1"0"1,4 0 0,2 4 221,2-4 205,1 3 79,5-4 1,7 6-157,2 0 1,4 0-1,0-2-124,-4-3 1,4 4 62,-3-4 68,-4 3 1,-1 2 98,-10 0 1,-3 0-1,-6 0 27,-1 0 0,3 2 0,0 1 1,3 4-4,-2 1 1,3-4-1,0 6-24,1 1 1,2 2 0,5 1-72,0 1 0,7-6 0,2 1 0,6 0-58,4-2 1,-1 3 0,6-6-1,1-1-228,2 3 0,7-6 307,0 4 0,5-6 0,6-3 0,2 0 0,-1 0 0</inkml:trace>
  <inkml:trace contextRef="#ctx0" brushRef="#br0" timeOffset="14">29550 1611 8532,'0'-9'-1660,"0"-1"1751,0 7 1,0 8 0,0 9-14,0 2 1,0 0-1,0-1 1,0 1-63,0 3 1,0-2 0,0 6-1,0-1-68,0 1 0,0-4 0,0 3 0,0 0-82,0 1 0,0-6 0,0 4 1,0-2-81,0 1 0,-4-1 0,-1-5 214,2 1 0,-12-27 0,-1-5 0</inkml:trace>
  <inkml:trace contextRef="#ctx0" brushRef="#br0" timeOffset="15">29378 1799 8532,'-7'-15'-270,"6"6"-1422,-4-1 1808,3 7 0,9-4 0,2 7-5,4 0 0,2 0 0,-1 0 0,2 0-63,3 0 0,-3 0 0,5 0 0,-2 0-45,0 0 0,0 0 0,-3 0 0,2 0-48,1 0 1,0 0 0,-4 0 0,-1-1-59,0-4 1,1 2-1,-1-5 1,-1 0 15,-3 0 1,2-2-1,-4-4 59,0-1 0,-1 6 1,-7-1 27,0-1 0,0 3 0,-2 0 42,-3 2 0,2 1 0,-6 5 10,-3 0 0,4 5 1,0 1-1,0 2 5,0 3 0,4 2 0,-4 1 0,1 1-30,4-1 1,-3 1 0,1-1 0,0 0-23,-1 1 1,4-1-1,-3 1 1,4-1-30,1 0 0,-5 1 0,0-1-5,2 0 0,1 1 90,2-1 1,2-6-1,3-3-52,4-3 1,-1-4 0,2-1 0,-1-4-28,-1-1 0,5 4 0,-3-6-9,3-1 1,-4 3 0,1 0 10,1 1 0,-3-2 0,2 4 17,1 2 1,-3 1 20,1 2 1,-4 0 0,3 2-7,-1 3 0,2-2 0,-4 6-8,-2 3 1,4-4-1,-3 1-25,0 2 1,2 2 0,-1 2-47,-2-1 1,3-4 0,1-1-234,1 2 0,-4-3-5,6 2 1,0-2 300,4 2 0,0-4 0,14-19 0,2-3 0</inkml:trace>
  <inkml:trace contextRef="#ctx0" brushRef="#br0" timeOffset="16">29982 1914 8532,'-8'-2'-216,"2"-1"-179,-1-2 0,4 0 0,-5 4 383,2-4 0,-1 3 205,2-3-147,4 4 1,-4-4-86,10 0 0,-2 0-32,7 5 1,-1 0-56,6 0 1,-1 0 5,0 0 0,1-1 87,-1-4 1,-6 2-4,-3-7 100,-3 7 0,-9-3 0,-2 6 0,-4 0 87,-2 0 1,1 1 0,0 2 0,-1 4 51,1 1 1,1-3-1,2 4-160,1 2 0,7 2 0,-2 2 0,4-1-17,1 0 0,8-4 0,4 0 0,9 1-355,6 2 1,1-4 328,10 1 0,15-8 0,9-1 0,8 2 0,-1 0 0</inkml:trace>
  <inkml:trace contextRef="#ctx0" brushRef="#br0" timeOffset="17">31032 1842 16560,'15'-7'-691,"-6"6"0,1-4 554,1 3 1,-5 1-1,1-2 187,-1-2 0,-3 0-548,7 5 352,-7-6 41,4 4 0,-9-4 1,-3 6 103,-4 0 1,1 0-1,0-2-122,1-3-153,-4 4 1,3-6 34,-6 7 1,4 0 128,0 0 0,6-5-67,-6 1 1,5-3-98,-4 2 1,4 4 203,-5-4 1,5 3 25,-4 2 0,4-1-27,-5-4 1,6 3 56,-6-2 1,5 2 15,-4 2 41,6 0 519,-4 0 29,7-6-820,0 4-270,0-4 379,0 6 1,-1 0 554,-4 0-235,3 0 1,-4-2-463,6-3 1,-2 4-272,-3-4-10,4 3 793,-6 2 1,7-1-191,0-4 4,0 3 1,0-6-552,0 3 3,0 4 593,0-6 0,2 3 295,3-1 0,-4-2-165,4 3 0,-2 0 0,1-5-225,0-2 0,1 3-14,-5-2 0,-1 7 0,-4-4 0,-5 3 45,-3-1 1,-1 0 0,0 5 0,-2 0 116,-4 0 0,4 5 1,-4 1-1,0 1 51,1-1 1,0 5 0,5-1 0,-1 1-51,1-1 0,1 2 1,2-2-1,3 3-248,2 1 0,1 1 0,5-1 0,0 0-100,0 1 0,5-1 0,1 1 1,2-1 78,3 0 0,2-4 1,1-1-1,1 1 155,-1-2 0,-1 5 1,-2-5-1,-1 0-123,1-3 1,-3 1 0,0 0-286,-2 2 1,-1-3 35,-5 5 0,-2-7 0,-2 2 397,-6-4 1,-3 4 0,-1 0 0,-2-2 33,-3-1 1,3-2-1,-3 1 1,3 3 201,1 0 0,1 1 0,-1-5-215,1 0 0,4 0-76,1 0 1,7 0 0,2 0-38,8 0 1,5 0-1,3 0 1,3 0 198,5 0 1,35-6 0,10-2 0</inkml:trace>
  <inkml:trace contextRef="#ctx0" brushRef="#br0" timeOffset="18">31032 1856 12364,'0'-14'-3157,"0"-1"2784,0 1 0,2 0 475,3-1 1,-4 6 0,4-1 117,-3-1 0,2 3-68,1-2 1,2 7 0,-4-3 106,2-1-50,-1 6-282,-4-6 1,-6 7 0,-2 2 0,-2 3 133,1 4 1,-1 2 0,-4 1 0,1-3-3,3 2 0,-2 2 0,4 2 0,-2-1-33,0 0 1,3 1 0,-3-1 0,4 0-56,-1 1 1,6-6 0,-4 1-93,3 1 1,4 2-1,3 0-13,4-4 1,4 3-1,1-8 1,1 0-2,-1-3 1,2-1-1,2 0 1,1 0 79,-2 0 0,4 0 57,-2 0 1,13-6 0,-1-2 0</inkml:trace>
  <inkml:trace contextRef="#ctx0" brushRef="#br0" timeOffset="19">31219 1928 12364,'10'-13'-836,"-1"4"1,-5 1 0,2 4 1638,0 0-783,-4-8 0,4 4-45,-6-6 1,0 4-165,0 1 57,0 6 1,-1-4 0,-4 7 156,-5 0 0,-2 2 0,-3 3-14,1 4 1,4-1 0,1 0-1,-1 0 3,2 0 0,-3 2 0,5 3-143,-2-4 1,4 4-82,0-3 141,2 2 0,4-4 0,2-3 0,6-3 57,3-2 1,1 0 0,0 0-1,1-2 68,-1-3 1,1 2-1,-1-5 1,0 0-39,1 0 1,-6 3 0,1-3-13,1 2 1,-3-4 52,2 6 1,-5-1 25,4 5 0,-6 1 1,2 4-132,-3 5 1,-4 3 0,-1 1 98,-2 0 1,-4 1 0,4-1-194,2 1 1,1-6 0,2 1-602,0 1 746,0-5 0,45-31 0,11-15 0</inkml:trace>
  <inkml:trace contextRef="#ctx0" brushRef="#br0" timeOffset="20">31593 1568 12364,'0'-8'-2982,"-1"2"3173,-4 6 0,-1 6 1,-4 4-1,4 3-237,-1 1 1,4 2 0,-5 2 0,2 1-14,2-2 0,1 4 0,0 0 0,-2 0-12,2 0 1,0 3 0,0-4 0,-2 3-46,2 2 0,1 1 0,2-2 0,0-3-57,0-1 1,0-4 0,0 4 0,0-4 24,0-2 0,0-4 241,0-1 0,32-25 1,8-1-1</inkml:trace>
  <inkml:trace contextRef="#ctx0" brushRef="#br0" timeOffset="21">31723 1928 11103,'9'-13'0,"-1"2"-451,-1 1 0,2 6 1,-4-6 458,-2-1 1,-1-2-23,-2-1 1,0-1 8,0 1 1,-2 6-1,-2 3 29,-6 4 0,2 1 0,-2 0 56,-1 0 1,-2 4 0,-1 3-24,0 1 1,-1 1-1,1 6-54,-1-1 1,6-4-1,1-1-54,1 2 0,-2-3 218,4 2-95,0 0 0,7-2-92,3-4 0,3-2 0,6-4 67,0-2 0,1 0 0,-1-4-47,1 2 1,-6-4 0,-1 4 0,0 0-37,0-1 1,-3 2 100,5 5 0,-6-4 16,6-1 0,-7 2-156,2 7 1,-3 0-1,-2 5-51,0 2 0,0 2 1,0 2-3,0-1 0,0 0 0,0 1-745,0-1 756,0 1 0,6 5 1,2 3-1</inkml:trace>
  <inkml:trace contextRef="#ctx0" brushRef="#br0" timeOffset="22">31809 1899 12364,'8'-14'-385,"-1"1"-616,-1 3 1,-3-2 957,7 2 1,-6 4 0,6 1 0,0 2 193,-2-2 1,4 3 0,-4-1-158,0 6 1,4 1 0,-6 4 0,0-1-76,1 1 1,2 2 0,-4 4 0,-2 1 16,-1-1 1,3 1 0,0-1-1,-2 0-58,-2 1 0,-1 4 1,0 0 41,0-1 0,-1-4 0,-2-3 100,-2-1 47,-6-7 1,4 2 0,-2-10-1,4-4-152,3-4 1,2-2 0,0 1-1,0-2 88,0-3 0,5 3 0,1-5 0,1 2 40,-1 0 1,9-1 0,-3 6 0,3 0-157,2-1 0,1 6 1,-2 1 221,3 1 1,10-17 0,8 0-1</inkml:trace>
  <inkml:trace contextRef="#ctx0" brushRef="#br0" timeOffset="23">22573 2863 13503,'0'-9'-1376,"0"-1"1,0 5 1013,0-4 0,0 4 0,0-5 126,0 7 68,6-3 485,-4 6 1,9-2 215,-6-3-232,0 4 677,1-6-296,-4 7 5,4 0-529,-6 0 0,0 2 1,0 3-155,0 4 1,0-1-1,0 2 1,0 1-180,0 2 1,0 1-1,0 1 1,0 1 5,0 3 0,0-3 0,0 3 0,0-3 18,0-2 0,0 1 0,0-1 1,0 1-65,0-1 0,0-4 0,2-3 0,2 0 137,6-4 0,-2-1 0,1-2 0,3 0 124,0 0 1,-2-7-1,0-2 1,1-4-17,2-1 1,1-1 0,-1 1 0,-2-1 62,-1 1 0,-6 0 1,4-1-1,0 2 129,0 4 1,-4-4 62,0 3-164,-2-2 1,-2 5-86,0 7 0,0 7-132,0 7 0,0 0 0,0 1-185,0-1 1,0-4 0,0-1 44,0 3 0,6-1 0,2 0-28,0-1 1,5-7 208,-3 2 1,2-4 0,3-1 198,-1 0 0,1-1 6,-1-4 0,-1 2 0,-2-7 46,-1-1 0,-6 0 1,4-1 65,-1 3 1,-2-1-126,-5-4 0,4-1 66,1 1 0,0 0-46,-5-1-964,0 7 836,0 2 1,32 6 0,8 0-1</inkml:trace>
  <inkml:trace contextRef="#ctx0" brushRef="#br0" timeOffset="24">23105 2906 14796,'-10'0'-697,"2"-1"-1129,2-4 1364,1 3 1,12-4 0,2 6 561,4 0 1,-3 0-1,-1 0 1,2 0-78,2 0 0,2-5 0,-1 0 105,0 2 0,1-3 89,-1 1-159,-6-6 1,-3 8-227,-10-7 1,-3 7 0,-6-2 279,-1 3 1,1 7 0,0 0 0,1 0 283,3 1 1,-1-3 0,5 7-402,-2 1 0,3 2 1,-3 1-1,1 1-124,4-1 0,2 1 0,2-1-111,4 0 0,-2 1 0,7-1 1,1 1 30,2-1 0,-4-4 0,1-3 0,1 1 93,2 0 1,3-4 0,2 0 0,1-2 391,-2-2 1,1 0-344,1 0 0,-3-6 0,3-2 0,-4-2-81,-6 1 0,4-1 0,-5-4 128,0-1 0,0 2 0,-5 2 81,2 2 1,0-1 296,-5-4 1,-2 6-235,-3 3-54,4 3 0,-6 4 0,6 1 0,-2 3-139,-2 2 1,0-3-1,5 5 1,0 1-108,0 2 1,0-4 0,0 1-1,0 1-58,0 2 1,0 1 0,0 1-2,0-1 0,0-4 0,0-1 159,0 2 0,13-4 0,3-1 0</inkml:trace>
  <inkml:trace contextRef="#ctx0" brushRef="#br0" timeOffset="25">23422 2806 11461,'-15'0'-2349,"1"0"2347,-1 0 1,7 6-143,4 4 1,2 2-1,4 3 50,2-1 0,30 20 1,12 4-1</inkml:trace>
  <inkml:trace contextRef="#ctx0" brushRef="#br0" timeOffset="26">23565 2950 11461,'0'-10'-1165,"-1"2"1,-2 0 607,-2 0 0,-2 3 605,3-4 0,2 4 1,-4-3 100,-1 1-216,6 3 0,-7 4 138,3 0 1,3 1 0,-4 2 39,0 2 1,2 6-178,-5-1 1,6 3 60,-2 1 0,3-4-26,2-1 1,2-1 0,1 4-17,2-3 0,6-6 0,-3 4 0,1-2 40,1-1 0,-5 3 1,4-4 38,3 2 0,0 6 0,1-1-70,-3 2 0,1-2 0,-5-1 1,1 3-13,-1 0 1,-1 3 0,-5-1 0,0 2 78,0 3 1,0-3 0,-2 5 0,-2-2 47,-6 1 1,-3 4 0,-1-5-1,-2 0 51,-3 2 1,1-5 0,-4 3 0,-1-3 27,1-2 0,0-4 0,-4-2 0,4-2-68,1-3 1,-3-1 0,5-2 0,1 0-60,2 0 0,2 0 1,1-2-21,3-2 1,4 0-1,6-5 1,2-1-137,2 2 1,0-5 0,7 4-1,3-2-82,4 1 0,2-3 1,-2 4 220,1-4 1,25-32-1,8-14 1,-15 17-1,0 0 1,-1 0 0</inkml:trace>
  <inkml:trace contextRef="#ctx0" brushRef="#br0" timeOffset="27">23796 2820 11461,'-8'-2'-2099,"1"-1"1996,1-2 1,-1 2 0,-4 8 184,2 5 1,4 2 0,-3 3 0,2 1-41,2 3 0,-2-3 0,1 5 0,2-2-98,1 0 0,2 5 0,0-5 0,0 1-37,0 0 1,0-4-1,0 3-15,0-3 0,2-3-36,3-3 0,-2-4 0,7-7 129,1-4 0,-3 2 1,0-7-1,0-1 11,0-2 0,-4 0 1,6 2-1,0 2-33,-2-3 0,4 0 0,-4-3 0,2 1 51,0-1 0,-6 6 0,6-1 107,1-1 1,-3 5 204,2 1-257,-1 3 0,-1 9 1,-3 2-1,-3 4-26,-2 1 1,0 1 0,0-1-1,0 1-141,0-1 1,1 0 0,3 1 0,0-1-9,0 0 0,-3 1 1,-1-1-1,2 1-447,3-1 549,-4-6 1,25-8-1,-2-8 1</inkml:trace>
  <inkml:trace contextRef="#ctx0" brushRef="#br0" timeOffset="28">24112 2763 11337,'-6'-8'-700,"3"1"0,-5 9 0,1 3 643,4 4 1,1 4-1,2 1 1,0 1-13,0-1 0,0 5 1,0 2-1,0 0 4,0 0 1,2-1 0,1-2 0,4 3-42,1 1 0,-4-4 0,4 1 0,0-3-21,0-2 0,-3 1 0,5-3 0,-1 0-53,-1-3 1,3-4 169,-6 5 1,13-20 0,-2 0 0</inkml:trace>
  <inkml:trace contextRef="#ctx0" brushRef="#br0" timeOffset="29">24098 2993 10811,'-5'-15'-467,"0"1"0,-4 4 1,4 1-775,2-2 1058,1 4 1,4 1 325,2 6 0,4 0 0,7 0-174,-1 0 0,1 0 0,-1 0 0,0 0-118,1 0 1,-1 0 0,0 1 154,1 4 0,12 3 0,3 7 0</inkml:trace>
  <inkml:trace contextRef="#ctx0" brushRef="#br0" timeOffset="30">24400 2964 10515,'-8'-6'-2418,"2"-2"2261,6-7 1,0 6 625,0-1-289,-7 7-134,6-4 0,-7 7 1,4 2 12,0 3 1,-1-2 0,5 7-112,0 1 1,0-3 0,0 1-32,0 3 1,0-4-1,1 1 44,4 2 1,-3-3 0,3 2 30,-4 1 0,-1-3 0,0 2 10,0 1 1,-1-5 0,-3 1 0,-2-3-5,-2 1 1,3 5 0,-3-4 0,0 1-112,0-1 1,0 0 0,-3-2 45,1 0 1,14-18 0,-3-10 0</inkml:trace>
  <inkml:trace contextRef="#ctx0" brushRef="#br0" timeOffset="31">25148 3050 8138,'0'-14'-798,"0"4"1,0 1 754,0-2 1,0 3-1,2-2 125,2-1 0,-2-2 0,4 0 0,-1 2 114,0 1 0,1 1-60,-1-6-162,-3 1 29,4 0 1,-12 7 0,-2 7 0,-2 8-5,1 5 1,-1 1 0,-4 1-1,-1-1 0,1 1 1,1 1-1,2 1 1,1 2 1,-1-1 0,5-7 0,-1-1 1,3 1-10,-1 2 1,0-4 6,5 1 1,2-7 0,2 2 2,6-4 0,3-2 0,-1-4 1,0-3-32,-3 0 0,1-5 1,4 4-1,1-4-24,-1-1 0,0 1 0,1 2 1,-1 1 26,1-1 0,-6-2 0,1-1 23,1-1 0,-5 6 28,-1-1-7,3 7 0,-6-2 1,2 10-13,-2 4 0,-7 4 0,1 2-13,0-1 0,3 0 0,1 1 0,1-2 0,3-2-6,0-2 1,7-5 25,-1 0 1,3-2 0,1-2 0,1 0 0,-6-2 1,1-1-1,-1-3-7,-1-2 1,5 0-1,-3-3 1,1 1 0,-1-1 1,2 3 0,-2-2 0,3 1 0,1 1 1,-4-5-1,-1 5 1,3-2-1,0 1 1,-2 5 0,-1-2-14,3 0 1,0 4 31,3-3 0,-6 5-18,1 5 0,-7 3 0,2 6-15,-3 1 0,-2-6 0,0 1-1,0 1 0,0 2 1,-2 1-3,-3 1 1,2-1-1,-7-1 4,-1-3 0,3 1 0,0-5 11,2 2 1,-5-5-7,9 4 0,-3-14-34,10-2 1,3-4-1,6-1-19,1-1 0,1 6 1,1-1-1,3-1 24,-3-2 1,-1 0 0,0 2 0,2 1 25,1-1 0,0 5 0,-5-1 1,1 3 4,-1-1 0,-4 0 1,-2 3-1,0-1 91,0-2-4,-5 1 1,3 10-33,-6 4 0,0 2 0,0 3-30,0-1 0,-1-4 0,-2-1-34,-2 3 1,0 0 0,3 3-16,-2-1 0,2 1 0,-4-1-180,-1 0 0,6 1 1,-4-1 191,3 0 0,15-6 1,3-1-1</inkml:trace>
  <inkml:trace contextRef="#ctx0" brushRef="#br0" timeOffset="32">25954 2950 7935,'-10'-7'-433,"0"7"0,7 2 0,-2 7 497,4 3 1,-4 0 0,0 3-79,2-1 0,2 1 0,1-1-61,0 0 1,-5 1 0,0-1-253,2 0 327,1-6 0,9-1 0,1-7 0</inkml:trace>
  <inkml:trace contextRef="#ctx0" brushRef="#br0" timeOffset="33">25968 2906 8585,'0'-17'-667,"0"2"0,0 3 529,0-1 1,-2 5 0,-1 1 219,-2 1 0,-1 4-47,1-2 1,4 4-1,-4 4-79,3 6 1,2 3-1,0 1 1,0 1-116,0-1 0,0 0 1,0 1-1,0-1-324,0 1 483,7-1 0,33 7 0,14 1 0</inkml:trace>
  <inkml:trace contextRef="#ctx0" brushRef="#br0" timeOffset="34">26198 2978 8585,'0'-14'-885,"2"0"1,1-1 950,2 1 1,0 4 125,-5 1 0,-2 1-72,-3-2 1,-3 4-1,-6 6-75,-1 0 0,6 0 0,-1 0-71,-1 0 0,-2 6 1,-1 4-18,0 2 0,1-2 0,3 0 7,5 1 0,-1 2 12,1 1 1,0-4 0,7-2-46,3-2 1,3-1 0,6-5-20,1 0 0,-1 0 0,-1 1 0,-2 3 79,-2 0 0,-4 1 0,3-3 14,-1 3 1,-3-2-1,-4 6 39,0 3 0,0 0 0,0 3 0,-1 1 27,-4 3 0,0 3 0,-8 7 0,-2-2-26,-1-3 0,-2 8 0,0-3 0,-2 1 6,-3 1 0,4-7 0,-3-2 0,-1-1 7,1-4 1,3-1 0,-4-3 0,3-2 1,2-1 1,2-7 0,2 2-1,-1-3-31,1-2 0,6-2 1,3-3-137,3-4 0,2 1 0,0-2-128,0-1 1,8 0 0,5-1-1,5 3 14,-1-2 0,4 3 0,0-2 1,1-1 220,4-2 0,20-14 0,7-3 0</inkml:trace>
  <inkml:trace contextRef="#ctx0" brushRef="#br0" timeOffset="35">26342 2993 8585,'-6'-8'-187,"4"0"0,-4 5-165,-1-2 0,4 0 262,-6 5 1,-1 2-1,-3 2 106,4 6 0,1-2 0,4 2 0,0 1-40,0 2 1,-2-4 0,1 1-57,2 1 1,1-3 42,2 1 0,0-4 19,0 5 1,7-7-1,1 0-61,0-6 1,5 0 0,-4-5-1,4 0 38,1 0 1,-1 3-1,-2-4 1,-1-1 19,1 2 1,2-3 0,0 4 0,-2 1 23,-2 0 1,-4-1 108,5 2 1,-5 4 62,4-4 0,-6 5 1,2 5-147,-3 4 1,-7-1 0,0 2-1,2 1 0,0 2 1,0 1-110,-2 1 0,0-1-107,5 0 1,2-1-1,1-2-488,2-1 675,6-7 0,10-3 0,9-8 0</inkml:trace>
  <inkml:trace contextRef="#ctx0" brushRef="#br0" timeOffset="36">26529 3050 8520,'0'-9'-856,"0"-1"1,-1 7 815,-4-2 44,3-3 0,-3 7-38,10-4 0,3 3 0,7 2 25,-1 0 1,-4-1 0,-1-3-12,2 0 1,-3-1-1,2 5 11,1 0 1,-3-5 75,2 0 1,-6-4 46,6 4 1,-8 0-2,-2 5 1,-2 0 0,-8 0-10,-1 0 1,-2 5 0,1 1-68,2 2 0,-1-3 0,5 5-116,-2 1 1,4 2-47,0 1 1,2 0-1,2 1-46,0-1 1,2-1 0,1-2 0,3-1 170,2 1 0,53-5 0,17 1 0</inkml:trace>
  <inkml:trace contextRef="#ctx0" brushRef="#br0" timeOffset="37">26817 3036 8520,'-15'0'-116,"6"0"0,-1 0 1,-1 0-52,-2 0 0,4 0 1,-1 0-1,1 2 182,1 2 1,-5-2 0,5 4 0,-2 1 103,1 2 1,4-1-1,-3 2-127,1 1 0,3-3-76,4 2 1,1-7 93,4 2 1,-2-4 0,7-1-73,1 0 1,2-1 0,1-4-1,1-5-51,-1-3 1,-3 1 0,0 0 0,2 1-4,-2-5 0,0 2 1,4-5-1,-1 3 33,1 1 0,-1-4 0,0-2 0,-1 1 63,-3-1 1,3-3-1,-4 3 1,2-1-21,-1-4 1,1 5 0,-4 1-1,-1 0 88,0 1 1,1 0-19,-2 5 1,-5 6 0,1 4 58,-4 8 0,-8 4 1,3 6-1,-2 2 29,1 3 1,1-1-1,-4 4 1,4 1-75,2-1 0,-4-3 0,6 3 1,-1 1-60,-2-1 0,6 2 1,-4 5-1,3 0-25,2 0 0,0-1 0,0 1 0,0 0-153,0 0 1,0-4-1,2 1 193,3-1 0,35 6 0,14-9 0</inkml:trace>
  <inkml:trace contextRef="#ctx0" brushRef="#br0" timeOffset="38">27565 2834 8520,'8'-14'0,"-3"0"-786,-4-1 1,1 1 604,3 0 313,-4 6 1,6 3-82,-7 10 1,-7 3 0,-1 6 0,-1 0-24,-1 1 1,1 1-1,-6 1 1,2 4-19,4 1 0,-4-2 0,3 4 0,-1 0-30,2-2 0,-4 5 0,3-3 1,-1 2-103,2-2 1,-4 4 0,5-2 0,-2 3-40,1-2 1,5-6 0,0 1-1,2-1 161,2-3 0,19-22 0,5-5 0</inkml:trace>
  <inkml:trace contextRef="#ctx0" brushRef="#br0" timeOffset="39">27392 3108 8520,'0'-10'0,"0"1"-737,0-3 1,0 0 623,0-3 1,2 7 0,1 2 0,4 1 150,1 0 1,1 1 0,6 4 0,-1-2-25,0-3 1,-4 4 0,-1-4 0,3 3 15,0 2 1,3 0 0,-1 0 7,1 0 0,-7 2 0,-2 3 37,0 4 0,-4-1 0,3 2-5,-4 1 1,-5 2-24,-1 1 1,0 0-40,5 1-3,0-1 1,2-6 0,2-3-80,6-3 0,3-2 0,1 0 16,1 0 0,-1-5 1,-1-2-1,-4-1 5,-4-3 1,2 3 0,-3-1-14,-1-3 1,-3 0 0,-4-1 36,-6 3 1,-3 4-1,-1 4 1,0-1-20,-1-2 0,1 1 1,-1 4-1,1 0-371,0 0 419,-1 6 0,7 2 0,2 6 0</inkml:trace>
  <inkml:trace contextRef="#ctx0" brushRef="#br0" timeOffset="40">28040 3022 8409,'-5'-10'-446,"0"0"-6,0 7 0,7-8 431,3 6 1,3 0-1,6 5 1,1 0 122,-1 0 0,0 0 0,1-1 0,-1-2-148,0-2 0,2 0 0,2 5 0,1-2 54,-1-2 1,-2 2 0,-2-4-1,1 1-40,-1 0 0,-4-5 1,-2 4 46,-2-2 1,-3 5-17,-8-2 0,-3 3 0,-6 2 1,-2 0 21,-3 0 1,1 2 0,-4 3 0,-1 3 18,1 0 0,4 5 1,-1-4-1,3 2-8,2-1 1,4 3 0,2-4 0,0 3-20,0-3 1,5 4-1,-2-3-39,4 2 1,7-2 0,4-1 0,3 1-88,1-2 1,2 0 0,1-5 0,3 2-19,-3-2 0,6 0 1,-1 1-1,0 0-19,-2 0 0,0-3 0,1-1 1,0 0 149,0 0 0,17-19 0,0-5 0</inkml:trace>
  <inkml:trace contextRef="#ctx0" brushRef="#br0" timeOffset="41">28443 3007 8409,'-15'-8'-464,"6"0"0,-1 5 417,-1-2 0,-2 0 0,-1 5 120,-1 0 0,1 2 0,-1 1 0,3 4-12,2 1 0,-1-4 0,5 4 0,-1 0-102,1 0 0,1 2-75,5 4 1,0-4 56,0-1 0,2-5 0,2 0-10,6-2 0,-2-2 1,2 0-1,1 0-11,1 0 1,-2-2-1,0-1 1,1-2-36,2 2 1,-1 0-1,0 0 108,-3-2 0,-1-1 1,3 3 160,-1-2 380,-7 0-396,4 5 1,-9 2-89,-3 2 1,-1 4-218,-4 7 0,4-1-29,6 0 1,1-1 0,4-2-461,5-1 656,3-7 0,33-3 0,8-8 0</inkml:trace>
  <inkml:trace contextRef="#ctx0" brushRef="#br0" timeOffset="42">28658 3036 8409,'0'-14'-342,"0"-1"1,0 6 0,0-1 76,0-1 0,-1 4 396,-4 3 0,2-3-74,-7 2 1,5 5-1,-4 7-2,-2 1 0,3 1 0,0 6 0,0-2-16,0-4 0,4 4 1,-2-3-1,1 2-40,0 3 1,1-1 0,4 0-63,0 1 0,0-1 27,0 1 1,6-3-1,4 0 1,2-4-131,3-2 0,-1-1 0,1-5 0,-1 0-80,0 0 0,2 0 246,4 0 0,34-26 0,15-6 0</inkml:trace>
  <inkml:trace contextRef="#ctx0" brushRef="#br0" timeOffset="43">29004 2806 8409,'-15'0'-125,"1"0"0,1 1 0,2 4 0,1 5 53,-1 2 0,0 3 0,0-1 0,3 2 85,1 3 1,-4-1-1,3 4 1,-1 1 1,-1-1 0,7-3 0,-4 4 1,3-2-56,-1-4 1,-5 4-1,5-2-83,2-1 120,2-9 1,2-2 0,4-9-17,5-3 1,2-1 0,3-5 0,-1 3-61,1 1 0,-3-4 0,0 3 0,-3 0 63,2 3 1,-3 2 0,2 0-1,1-2 0,2 0 23,1 5 0,-1 2 0,-2 1 0,-3 3-40,-1 2 1,-1 2 0,-3 6 32,2 3 0,13 29 0,-2 13 0</inkml:trace>
  <inkml:trace contextRef="#ctx0" brushRef="#br0" timeOffset="44">29867 2878 10383,'9'0'30,"-1"-2"1,0-1-744,0-2 1,-3-1-1,5 2 485,1 0 1,2-3 379,1 2 1,1 2 4,-1-6 1,-1 4-1,-2-3-42,-1 1 1,-7-4 0,3 3 61,1 0 1,-6 0-119,4 4 0,-10 2 1,-4-3 14,-4 4 1,-6 1 0,-2 1 0,0 4-9,0 5 0,-4 2 0,-1 3 0,-4-1-43,-4 0 1,5 2-1,5 2 1,-3 1-61,-5-1 0,2 3 1,-4-2-1,6 0-13,4 2 0,-4-5 0,4 3 0,-1-5-45,1-4 0,5-2 1,7-5 53,3 2 0,1-2 7,-2-8 1,4-3 0,6-6 0,0 0-67,0-1 1,5 6 0,1-1 0,0-1 54,1-2 0,4-1 1,-3-1-1,2 1 12,-1-1 1,-1 1-1,3 0 1,-1 1 27,1 3 1,0 2-1,1 5 1,-3-2 56,2 2 0,2 1-28,2 2 0,-1 0 0,0 2 46,1 3 1,-7 3 0,-2 8 0,-1 1-22,0 3 1,6 0 0,-3-2 0,1 1-62,1-1 0,-2 3 0,3-1 1,-1 3-192,1 2 0,2-2 0,1-1 0,1 0 184,-1 1 0,20 14 0,4 7 1</inkml:trace>
  <inkml:trace contextRef="#ctx0" brushRef="#br0" timeOffset="45">30399 3165 8568,'8'-14'-199,"0"4"0,-5 1 1,2-2-52,-2-2 0,4 3 0,-2 1 1,-1-1 304,3 2 0,-4-3 0,5 4 397,-2 0-412,-1 3 1,-5 0-19,0 8 1,-6 4 0,-4 7-39,-3-1 1,4 0-1,1 1 1,0-1-34,0 1 0,0-1 0,-3 0-106,1 1 1,5-2 0,-3-2-213,2-2 1,-4 1 366,5 4 0,7-38 0,6-9 0</inkml:trace>
  <inkml:trace contextRef="#ctx0" brushRef="#br0" timeOffset="46">30457 2906 8568,'0'-14'-129,"-5"0"0,-1 1-374,-2 3 164,4 4 1,-2 7-1,6 4 230,0 5 0,0 3 0,0 1 0,0 0-69,0 1 0,0-1 178,0 1 0,19 25 0,5 6 0</inkml:trace>
  <inkml:trace contextRef="#ctx0" brushRef="#br0" timeOffset="47">30629 3093 8568,'0'-14'-799,"5"4"0,2 2 764,1 2 0,-5-5 187,2 1 0,1 2 0,-1-1 17,-2-2 0,-1 3-31,-2-2-159,0 7-10,0-4 0,0 9 0,0 3-15,0 4 1,0 4 0,0 2 33,0-1 0,0 0 0,0 1 5,0-1 0,0 0 0,0 1 3,0-1 1,0 1 0,-2-3-36,-3-2 1,2 1-1,-7-4 1,-1-1-57,-2 0 0,-1 4 1,0-5-1,-1 0-62,1 1 1,-1-4 0,1 4 4,0 0 0,4-4 152,1 3 0,69-16 0,14-5 0</inkml:trace>
  <inkml:trace contextRef="#ctx0" brushRef="#br0" timeOffset="48">30975 3122 8568,'1'-13'-938,"2"2"119,2 2 320,0-1 849,-5-4 1,0 7-202,0 7 0,-5 2 0,0 7-122,2 3 1,-3 0 0,1 3 22,2-1 0,1-4 0,2-1 0,0 3 0,0-4-45,0 1 1,2-6 0,3 2-62,4-3 1,-1-2 0,2 0-69,1 0 0,-3-2 0,2-1 0,-1-3-7,-1-2 0,3-2 1,-4-3-1,-1 2 66,1 1 0,-3 1 0,-2-6 0,1 1 62,2 0 0,0-1 1,-7 3-1,-1 0 45,-2 3 1,-4-1 0,2-4 52,-1-1 1,-1 3 0,-4 0 120,3 3-10,-3 6-70,5-4-98,0 7 0,4 0 0,8 0-46,6 0 0,3 0 1,1 0-25,1 0 1,-6 0 0,1 0-1,1 0-2,2 0 0,-4 0 0,1 0 0,0-1-5,-2-4 1,3 2 0,-5-5 0,1 0 37,-1 0 1,5-2 6,-1-4 1,-4-1-1,0 2 11,1 4 1,-6 1-10,4 3 0,-3 5-2,-2 0 1,0 6 0,0 9 0,0 1 10,0 3 0,0-1 0,0 6 1,0 1 2,0 2 1,0 4 0,0 1 0,0 3-17,0 2 1,-2 1 0,-1 7-1,-3 1 8,-2 2 0,0 0 1,-3-6-1,1-4-67,-1-4 1,3 1 0,-2-2 0,1-2 23,1-6 1,-4-4-1,6-7 1,-2-1 20,-3-3 1,3-4 1,-2-6 0,2-1 0,-3-4 0,3-5-18,2-3 1,1 4-1,3-1 1,-1-1-9,-2-2 1,0-1 0,5 0 0,0-1-4,0 1 0,0-5 0,0-1 1,0 3 20,0 1 0,2-3 0,1-2 0,4-2-12,1-2 0,1 2 0,6-1 0,-1-1 8,0-2 1,1 3-1,1 0 1,1 0 9,3 1 0,4-2 1,-5 7-1,0 4 5,2 3 0,-5 3 1,3-2-1,-3 5 21,-2 4 1,1 2 0,-1 4 37,0 5 1,-6-2 0,-3 1 30,-3 2 1,-2 2 0,-2 2-46,-3-1 0,-3 0 1,-4 1-1,0-2-15,3-4 0,-1 4 1,-4-3-91,-1 2 1,6-2 0,-1-2 0,1 0-442,1 0 506,-5-5 0,5 10 0,-7-5 0</inkml:trace>
  <inkml:trace contextRef="#ctx0" brushRef="#br0" timeOffset="49">31536 2834 8200,'0'15'-304,"0"-1"0,-5 1 0,0-1 0,2 0 284,1 1 1,-2-4 0,-1 2-1,0 3 104,-1 0 0,2 5 0,-4-1 0,2 1-61,3 0 0,-4 4 0,3-2 0,0 1-61,3 0 0,1-5 0,0 3 1,0 1-2,0-1 1,0-4-1,0 1-237,0-3 1,1-2 72,4 1 0,-2-3 203,7-2 0,0-23 0,4-11 0</inkml:trace>
  <inkml:trace contextRef="#ctx0" brushRef="#br0" timeOffset="50">31464 3165 8549,'0'-9'0,"0"-1"-551,0-1 1,1 5 0,3-1 330,0 1 0,8-1 0,-4-4 235,0 2 1,4 4-1,-2-3 30,3 1 0,1 1 0,1 3 0,-1-2 31,0 2 1,-4 1 0,-1 2 0,3 0-42,0 0 0,1 2 1,-2 1-1,-3 3 31,-1 2 1,2 2-1,-4 4-25,-2 1 0,-1-6 0,-2 1-79,0 1 0,0 2 0,0 1 1,0 1-38,0-1 0,0-4 0,0-1 0,-2 1-429,-2-2 504,2 5 0,-30-12 0,0 6 0</inkml:trace>
  <inkml:trace contextRef="#ctx0" brushRef="#br0" timeOffset="51">31737 2935 8199,'-5'10'-532,"1"-1"1,-1 20 0,5 10-1</inkml:trace>
  <inkml:trace contextRef="#ctx0" brushRef="#br0" timeOffset="52">31809 3151 8549,'5'-10'-228,"0"1"0,0 4 0,-4-3-101,4 2-13,-3-6 260,4 11 1,-8-6 88,-2 7 0,0 7-56,-5 2 0,1 4 0,-3 2 8,1-1 1,7-4-20,-2-1-48,3-6 0,4 4 49,3-7 1,-2 0-1,7 0 42,1 0 1,-3-2 0,1-1 0,2-3-3,2-2 1,-3 3-1,-1-3 1,1 0 18,-2 0 0,5 3 25,-4-5 0,-1 6 163,2-6-96,-7 7 0,2 3-38,-10 9 1,4-1-4,-4 2 1,2-7 0,-1 4 196,0-1-217,-1-4-40,5 4 1,1-6-55,4 0 1,2-2 0,4-1 0,-3-3 21,-2-2 0,5 5 1,-3-4-1,2 2-25,0 1 0,-2-3 0,3 4 0,-2-2 52,3 2 0,-4 1 0,1 1 41,2-4 0,-3 3 74,2-2 1,-2 4-68,1 4 0,-2 4 1,-7 7-22,0-1 0,0-4 0,0-1-50,0 3 1,0 0 0,0 3-113,0-1 1,0 1 0,0-1 148,0 0 0,-13 14 0,-3 2 0</inkml:trace>
  <inkml:trace contextRef="#ctx0" brushRef="#br0" timeOffset="53">32212 3180 8549,'10'-10'-196,"-1"1"1,-4 1-1,3-4-92,-2 3 1,-1 4 0,-3-3 0,1 0 325,2 0 1,-1 3-1,-2-3-4,3 2 1,3-5-18,6 1 1,-4 4-1,-1 1-12,3 3 1,-4 2-6,1 0 1,-6 2 45,2 3 0,-3-2 1,-2 6-14,0 3 1,-5 0 0,-1 1 0,-1-2-42,1-1 1,-5-2 0,1 3 7,-3-1 0,-1-2 1,1 3-13,4-1 0,-4-7 27,3 2 5,4-4-30,-1-1 1,9 0 0,3 0-26,4 0 0,-1-5 0,2 1 35,1 0 1,2 3 23,1 1 0,-6 6 0,-1 2 0,-3 2 23,1-1 1,0 3 0,-5 5-1,0 2-16,0-1 1,0 3 0,-2-1 0,-2 3-18,-6 2 0,-3 3 0,-3 0 0,-1 1-62,-2 0 1,-12 0-1,2-2 1,-1-2-35,0-1 1,-1-6 0,-1 1 0,-1-3 49,1-1 0,1-6 0,4-1 0,3-1 32,5-4 1,3-3 0,2-3 48,-1-2 0,7-6 0,3 1-30,4-3 1,1 4 0,1-1 0,4-1-25,5-2 1,3 3 0,1 1 0,2-2-42,3-2 0,-1-1 0,4-1 1,1 1-15,-1-1 0,0-1 0,4-1 0,-2-2 9,1 1 1,3 2-1,-1 2 1,-2-1 29,-1 1 0,0-1 0,5 1 0,-2 0 23,-3-1 0,2 3 0,-7 0 0,-1 4 9,-2 2 1,-2 0 0,0 2 30,1 0 1,-1-1 0,-1 3 61,-3-3 1,2 2-40,-2-6 0,-2 5 1,0-2-45,-2 0 1,4 2 0,-4-4-24,2 2 1,-5 0-75,2 1 2,-3-3 1,-4 0 0,-3 3 49,-4 3 1,-9 2 0,-1 0 0,2 2 11,1 3 0,1-2 0,1 7 0,-1-1 44,1-1 1,0 5 0,-1-5-1,1 2 30,-1-1 1,6 1-37,-1 4 1,7 1-90,-2-1 1,10-1-1,5-2-71,2-2 1,3-5 0,1 2 0,1-1 133,3 0 0,24-1 0,3-4 0</inkml:trace>
  <inkml:trace contextRef="#ctx0" brushRef="#br0" timeOffset="54">32672 3252 7681,'-14'0'-662,"4"0"1,1 0 1029,-2 0 1,3 0-1,-2 0-409,-1 0 1,3 5-1,0 1 1,0 0 157,0 1 1,3 2-1,-3-2-42,2 1 0,1-4 74,5 6 0,0-5-124,0 4 0,1-5 1,4 0-65,5-2 0,-2-7 1,0-1-1,0-1-8,0 1 1,-3-5-1,3 1 1,0-2-74,0-3 1,-4 1-1,4-1 1,-1 1 26,-4 0 0,3-6 0,-1 0 0,0-3 42,1-2 1,-4-3 0,4-2 0,-1-2 33,0-1 1,1-3-1,-2 4 1,0-3 14,0-2 0,-1 7 1,0 0-1,2 6 39,-2 3 0,-2 7 2,-1 4 0,0 13 0,0 4 0,-1 9 75,-4 8 0,2 3 0,-5 1 0,2 3-29,2 2 0,3-1 0,1 7 1,0-1-77,0-1 1,6 4 0,5-2 0,8 2-58,10 3 1,6-1-1,10 2 48,3 2 0,0-15 0,6 0 0,7 5 0,0 0 0</inkml:trace>
  <inkml:trace contextRef="#ctx0" brushRef="#br0" timeOffset="55">22616 4748 10033,'0'-9'-1036,"0"-1"0,-5 5 923,0-4 60,1 5 1,2-4-58,-3 4 35,4 2 60,-6-4 199,7 6 830,0 0-769,-6 0-167,4 0 0,-4 1 55,6 4 1,1-3-119,4 2 0,3 0 0,7-1 1,1 2-20,3-2 1,-2-2 0,6-1 0,-1 0-54,0 0 0,1 0 0,2 0 0,-1 0-9,2 0 1,-4 0-1,1 0 1,-1 0-109,0 0 1,-4 0-1,1 0-65,-3 0 1,-1 0 238,-1 0 0,-19 0 0,-4 0 0</inkml:trace>
  <inkml:trace contextRef="#ctx0" brushRef="#br0" timeOffset="56">23609 4446 9280,'0'-14'-219,"0"4"0,0 0-76,0-1 1,0 3 259,0-1 0,0 7 1,0 2 154,0 8 1,-5 5 0,-2 3 0,-1 1-40,-3 3 1,3 5 0,-1-1 0,-1 3-94,2 2 0,-3 1 1,4 2-1,1 2-94,0-2 1,-4-2 0,4-1 0,-2 1-37,-3 4 1,4-4 0,1 4 0,1-5-7,0-5 0,-4 1 1,4-5-1,2-3-129,1-1 0,2-6-264,0-1 532,0-6 1,-6-47 0,-2-20 0</inkml:trace>
  <inkml:trace contextRef="#ctx0" brushRef="#br0" timeOffset="57">23350 4388 8571,'-15'-14'0,"2"4"0,2 2 0,2 0-744,-2 0 524,4 5 1,1-2 329,6 10 1,6 3 0,2 7 0,2-3-78,-1-2 0,1 3 0,6-4 0,1 3-48,3-3 0,0 4 1,-2-5-1,1 2 0,-1-1 1,3-4 0,-1 3 0,1-2-46,0-2 0,0-1 0,-4 0 1,2 2-11,-1-2 0,3-1 1,-2-4-1,-1-1 35,-2-2 0,-4-6 0,0 3 1,-4-2 34,-2 1 1,4-1 0,-4-3 0,0 2 3,1 1 1,-3 1-1,-4-6 242,0 1-138,0 6 0,0 3-54,0 10 0,-4 3 0,-3 8 0,1 3-24,0 5 1,-4-1 0,4 1 0,-1 3-19,1 5 1,-5-2 0,3 5 0,-2-1-37,0-1 0,6 6 0,-6-6 1,0-1-12,2-1 1,0-4 0,5-3 0,-2-3-88,2-1 115,2-10 1,1 1-34,0-16 0,6-4 0,4-9 0,2-1-9,3 1 1,-1 1 0,1-1 0,-1-1-40,0 1 0,1 3 0,-1 0 0,0 1 65,1-1 1,-1 6 0,1-1 43,-1-1 0,-4 5 48,-1 1 1,-6 10 0,2 4-13,-3 4 0,-2 1 0,0 1 0,0-1-36,0 1 1,0-1 0,0 0 0,0 1-36,0-1 1,0-3 0,0 2-81,0 3 0,0 2 0,1-6-44,4-2 1,-2-2-1,7-5-12,1 2 1,-3 0 0,2-5-68,1 0 1,2-2 216,1-3 0,-6 4 0,-1-6 0</inkml:trace>
  <inkml:trace contextRef="#ctx0" brushRef="#br0" timeOffset="58">23997 4820 8406,'-10'0'0,"1"0"-741,-2 0 1,3 0 858,-2 0 106,7 0 0,-3-2-266,6-2 49,0 2 0,4-6 1,3 5-39,1-2 1,0-1 0,3 2 0,-3-2-11,-2-2 1,4 3 0,-4-3 19,2 2 1,-3-4 350,5 6-239,-7-8 1,2 11-1,-9-2 42,0 6 0,-6 0 0,4 7 0,-1 1-80,1 2 0,1 1 0,5 0 0,0 1-87,0-1 1,0 0 0,2-1 0,2 0-372,6 1 0,9-2 405,5 7 0,-9-10 0,-3-2 0</inkml:trace>
  <inkml:trace contextRef="#ctx0" brushRef="#br0" timeOffset="59">24558 4662 8565,'0'-10'-675,"0"1"1,0 4 0,2-3 770,3 1 1,-2 1 0,6 3-20,3-2 0,-4 0 0,1 5-47,2 0 0,2 0 0,1 0-1,1 0 0,-1 0 0,1 2-32,-1 3 0,-4-2 0,-2 6 0,0 3 10,0 0 0,-5-2 1,3 0-1,-1 1-15,0 2 0,0 1 0,-5 0-11,0 1 0,0-1 1,0 1 7,0-1 0,0 0 49,0 1 0,-5-6 0,-2-1 28,-1-1 1,4-3 0,-4-5-29,1-4 1,2 2 0,5-7 0,0-1 11,0-2 1,0-3-50,0-3 1,0-2-1,2-3 1,3 5-24,4 3 1,-1 2-1,2-1 1,1 1-68,2 0 1,1 1 0,2 2 0,2 3-12,1 1 0,0 1 0,-4 3 0,-1-2-95,0 2 1,1 1 0,-1 2-1,1 0 195,-1 0 0,0 0 0,7 13 0,2 3 0</inkml:trace>
  <inkml:trace contextRef="#ctx0" brushRef="#br0" timeOffset="60">24990 4662 8552,'-15'0'-1901,"1"0"2405,6 0-370,-5 0 1,12 1-62,-4 4 0,10-3-84,4 3 1,-1-4-1,2-1-58,1 0 1,-3 0-176,2 0 157,-1 0 0,1-5 1,-1 1 122,-5-1 1,-4 5 46,-10 0 0,-3 1 0,0 4-50,4 5 1,-2-2-1,6 1 1,0 1-23,-1-2 0,4 5 1,-3-4-1,4 4-43,1 2 0,0-6 0,0 1-101,0 1 0,4 2 1,3-1-1,1 0-154,3-3 0,3-1 287,6 2 0,21-10 0,12-8 0</inkml:trace>
  <inkml:trace contextRef="#ctx0" brushRef="#br0" timeOffset="61">25234 4691 8552,'0'-15'-416,"0"1"1,0-1 173,0 1 1,-4 4 188,-1 1 257,0 6-223,5-4 0,-5 9 1,0 3 15,2 4 1,2-1 0,1 2-13,0 1 0,4 2 0,3 0 9,1-4 0,-3 2 1,3-4-1,-2 1 17,-3 3 1,4-3 0,-1 2 3,2 1 0,-5-3 1,2 1 46,-4 2 0,-1-3 1,0 2 3,0 1 1,0-3 0,-1 0 0,-4 0-39,-4 0 1,-4-3-1,-2 3 1,1-2 6,0-2 0,-1-3 0,1 1 1,-1 1-36,1 2 0,0 0-163,-1-5 1,9-2-184,6-3 0,6 4 0,9-6 1,-1 2 345,0 1 0,33-20 0,7 0 0</inkml:trace>
  <inkml:trace contextRef="#ctx0" brushRef="#br0" timeOffset="62">25436 4748 8552,'-15'0'-1939,"1"0"2190,6-6 1,3 4-226,10-3 1,3 4-1,5-1 1,-2-1-23,-1-2 1,-2-1 0,3 3 0,-2-2-32,3 2 1,-5-1-1,3 0 40,1-6 1,-3 4 0,0-1 20,-1 1 0,-3 3 16,-4-7 1,-1 7 0,-4-2-1,-5 3 66,-2 2 1,-3 5 0,1 2 0,0-1-57,-1 0 1,2 6-1,2-3 1,2 2-73,-3-1 0,4 3 0,0-4-26,2 4 1,1 2 0,5-1-76,0 0 0,2-1 0,3-2 15,4-1 0,4-2 0,3 1 1,2-4-31,1-3 1,0 3-1,-5-1 1,1 0-38,-1-3 0,5-1 1,0 0-1,-1 0 165,-2 0 0,-2-5 0,1-1 0,-1 0 0,1-1 0,18-23 0,5-2 0</inkml:trace>
  <inkml:trace contextRef="#ctx0" brushRef="#br0" timeOffset="63">25738 4763 8306,'5'-10'-694,"-1"0"0,1 6 752,-5-6 0,0 5 128,0-4 1,-1 5-62,-4 0 0,-3 2-94,-7 2 1,1 5 0,0 1 0,1 2-47,3 3 1,-1-3 0,5 2-1,-1 1-34,1 2 1,-4-4-1,4 1 18,-2 1 0,5 2 15,-2 1-20,3-6 0,9-1 0,2-7-43,4 0 1,2-2-1,-1-1 1,-1-3-3,-4-2 1,4 3 0,-3-5 71,2-1 1,-2 5-1,-2-1 34,-2 1 89,6 4 1,-9-9-30,6 6 1,-5 2-75,0 8 0,0 3-157,0 6 0,-2 1-114,3-1 1,1 0-122,-1 1 381,6-1 0,-9 1 0,4-1 0</inkml:trace>
  <inkml:trace contextRef="#ctx0" brushRef="#br0" timeOffset="64">25824 4791 8373,'0'-14'-759,"0"0"1,0-1 447,0 1 0,0-1 582,0 1 1,2 6-119,3 3 1,3 4 0,6 2-113,0 4 1,-4-2-1,0 7 1,1-1-24,2-1 0,-4 5 0,-1-3 1,0 3-39,0 1 1,-5 2-1,2 1 1,-2 3-48,2-3 0,-3-1 1,2-1-1,-2-1 26,-2 0 1,0 1-1,-2-2 1,-1-2 36,-2-2 0,-1-5 10,1 0 0,4-4 0,-4-4 0,3-4 0,2-7 1,0 1-9,0-1 1,2 1 0,1 0 0,2-1-56,-2 1 1,3-1 0,1 1-48,1 0 0,0-1 0,3 2-88,-1 4 1,-6 1-8,6 3 199,0 4 0,10 7 0,3 10 0</inkml:trace>
  <inkml:trace contextRef="#ctx0" brushRef="#br0" timeOffset="65">26198 4763 8373,'-9'-5'-657,"1"-2"437,1-1 1,-2 4 0,2-4 258,-1 1 0,3 2 6,-4 5 1,1 7-1,-2 2-3,6 4 0,2 2 0,2-1-71,0 0 1,0 1 0,0-1 0,0 0 9,0 1 1,5-1 0,1-1 0,2-2-17,3-1 1,2-5 0,1 3 0,1-2-50,-1-3 0,1-1 0,-1-2 0,0 0-33,1 0 1,4 0 0,0-2 0,-1-1 116,-2-2 0,11-64 0,-12 29 0,0 1 0</inkml:trace>
  <inkml:trace contextRef="#ctx0" brushRef="#br0" timeOffset="66">26428 4504 8373,'0'-15'-761,"0"1"1,-1 6 801,-4 3 1,3 10-1,-2 6 45,2 7 0,2-2 0,0 4 0,0 1-62,0 3 1,0-2 0,-2 2 0,-1 2-53,-2 1 0,1 2 0,4 0 0,0 0 9,0-1 0,-5-4 1,0 0-1,0 0-1,-1-1 1,4-3 0,-3-5 12,4-1 16,1-6 0,0-3 0,0-10-47,0-4 1,1-4-1,3-2 1,2 1-51,2 0 0,2-1 0,2 1 2,-2-1 0,3 1 49,-4 0 0,3 4 236,-3 0-63,4 7 1,-11-2 0,2 10-76,-2 5 1,-2-2 0,0 1 0,0 3-39,0 0 1,2 1-1,1-2 1,2-1-76,-2 1 1,-2-3 0,-1 2 0,2-1-241,3-1 0,-2 5 25,7-3 0,-2-2 267,1 1 0,-2-5 0,-7 2 0</inkml:trace>
  <inkml:trace contextRef="#ctx0" brushRef="#br0" timeOffset="67">26601 4849 8349,'-8'-7'-364,"0"6"-128,3-4 652,-3-3-54,0 6-94,2-4 1,8 6 0,2 0-71,6 0 1,3-2 0,1-1 34,0-2 0,-4 1 0,0 4 1,-1-2-2,-1-3 0,5 4 0,-5-6 0,2 2-54,-1 1 1,-4-6-1,3 4 40,-2-2 1,4 3 75,-5-5 0,-2 7 38,-8-2 1,2 4 0,-7 1 17,-1 0 1,0 1 0,0 3-1,3 2-52,1 2 0,3 2 1,2 2-1,-1-1-37,-2-1 0,0 0 0,5 4-111,0 0 1,5 1 0,1-1-124,2 1 0,2-6 0,4 1 6,1 1 1,-1 0 0,1-1 0,-1-5 222,0-4 0,33-26 0,7-7 0</inkml:trace>
  <inkml:trace contextRef="#ctx0" brushRef="#br0" timeOffset="68">26846 4763 8349,'0'-15'-1269,"0"1"1410,0 6 1,1 1 0,4 7-88,5 0 1,-2 0 0,1 2-69,2 3 1,1 3 0,-1 6 0,-3 1-11,-2-1 1,4-5 0,-5 1 0,-2 1-74,-2 2 1,-1-3 0,0-1-35,0 2 0,0 2 18,0 2 111,0-7 0,0-4 0,0-8 11,0-6 0,0-3 1,0-1-1,2-1-28,3 1 0,-4 0 1,6-1-13,-1 1 1,1 0-1,4-1 1,-3 1-22,-2-1 1,1 7 0,-4 2 0,3 1-150,2 0 1,-3 1-43,4 4 243,-5 0 0,8 12 0,-4 4 0</inkml:trace>
  <inkml:trace contextRef="#ctx0" brushRef="#br0" timeOffset="69">27277 4705 7672,'8'0'-685,"0"0"0,-5-2 814,2-2 0,0 0 307,-5-5-220,6 6-157,-4-4 1,3 7-10,-10 0 1,2 0-3,-7 0 1,1 7-23,-6 2 1,2 4-1,4 1-22,4 1 1,2-6 0,0 1-21,-2 1 0,0 2 0,5 1 53,0 1 1,2-6 0,1 1 46,2 1 1,-1-3-9,-4 2 0,0-1-162,0 6 0,-6-1 0,-3 0 86,-4 1 0,-21-26 0,-4-7 0</inkml:trace>
  <inkml:trace contextRef="#ctx0" brushRef="#br0" timeOffset="70">27939 4748 15322,'8'0'-2635,"0"-5"2687,-3 1 1,-4-3-754,4 2 765,-3 4-97,4-12 0,-4 10 21,3-7 1,-2 7 0,0-3-104,2-1-6,0 6 0,-5-7-372,0 3-44,0 3 454,0-11 0,-7 12 0,-2-4 1,1 3-1,-2 2 128,-1 0 1,-2 2 0,-1 1 0,-1 4 38,1 1 1,0 1 0,-1 6-1,1-1-36,-1 0 0,1 1 0,0-1 0,1 2-89,3 3 1,-3-3 0,5 5 0,0-2 3,4 0 1,2 2 0,2-3 0,0 1-74,0-1 1,2-2-1,1-2 1,3-1-18,2-4 0,2 3 1,6-8-1,1 0-10,3-3 0,-1-1 1,-3 0 161,3 0 0,42-32 1,-23 12-1,0 0 0</inkml:trace>
  <inkml:trace contextRef="#ctx0" brushRef="#br0" timeOffset="71">28212 4806 13246,'0'-15'-1937,"0"1"0,0 4 1774,0 1 0,0 4 112,0-5 0,-1 7 0,-4-2 182,-5 4 0,2 2 0,-1 3 1,-2 2-11,-2 2 1,3 0-1,1 3 1,-3-1-61,0 1 0,-3 2 0,3 1 0,0 0-74,3 1 0,4-2 0,-3-2 1,2-2-129,2 3 0,3-4 149,1 1-65,0 1 0,6-2 0,4-5 0,3-5 127,1-2 0,-4-6 0,-1 4 0,2-1-121,2 1 0,1-5 0,1 1 7,-1-3 0,-4 4 0,-1 1 97,3 1 1,-6 1 146,-1 1-95,-4 3 0,-1 2-174,0 10 1,0 3 0,0 1-67,0 1 0,0-6 0,0 1-624,0 1 670,0-5 0,26 14 1,6-4-1</inkml:trace>
  <inkml:trace contextRef="#ctx0" brushRef="#br0" timeOffset="72">28385 4806 8929,'-10'0'-133,"1"0"1,4 0-1,-3 1 233,2 4 0,1-2-229,5 7 0,0-5 14,0 4 0,0-4 32,0 5 1,1-7 1,4 2 0,3-4 96,7-1 1,-1-1-1,0-3 1,-1-2-51,-3-2 0,3 5 0,-4-4 40,4 1 1,1 0-1,1-4-9,-1 5 1,-4 4 144,-1 1-51,-5 0 1,2 1 0,-8 4-20,-2 5 1,-4 2-1,-5 3 3,3-1 0,-1-4 1,5-1-84,-2 3 1,3-1-1,-3 0-95,1-1-24,3-7 74,4 3 1,6-6 0,2-1 0,2-3 39,-1 0 0,-1-8 1,3 4-1,-1-1-6,1-1 1,2 5-1,0-4 1,-2-1 25,-2 2 1,-4 0 0,5 5 81,1-2 1,-3-4 169,2 4-144,-7 0 1,3 11 0,-6 4-106,0 3 1,-1-4 0,-3 1 0,0 1-11,0 2 1,3-3 0,1-1 0,0 2-157,0 2 1,0 2 0,0-1-141,0 0 0,0 1 0,1-1 279,4 0 1,22-12-1,12-4 1</inkml:trace>
  <inkml:trace contextRef="#ctx0" brushRef="#br0" timeOffset="73">28745 4906 10518,'-10'-4'-1073,"1"-1"0,4-2 575,-5 3 644,7 2-95,-3-4 1,7 6-14,4 0 0,-2 0 1,7 0-60,1 0 1,-3 0-1,2 0 1,-1-2 9,-1-3 1,5 4-1,-5-6-90,0 1 0,3 3 106,-6-7 1,4 5 163,-4-4-132,0 5 1,-11-2-1,-2 8 76,0 2 1,-4 0 0,6 5 0,-2 2-85,-3 2 1,3 2 0,0-1-53,2 0 0,1 1 0,5-1-83,0 1 1,0-1 0,1 0-1,4 1-68,5-1 0,2-1 1,3-2-1,-1-3 166,1-2 0,31-1 0,8-5 0</inkml:trace>
  <inkml:trace contextRef="#ctx0" brushRef="#br0" timeOffset="74">29234 4964 8567,'-15'0'-1152,"1"0"0,5 0 1887,-1 0-161,7 0-531,-4 0 1,14-5-1,2-1 9,4-2 0,-3 3 0,-1-3 1,2 0-82,2 0 0,2 3 1,-1-4-1,0-3-9,1 0 0,-1 2 1,1 0-1,-1-1-30,0-2 0,1 4 1,-1 1-1,1 0-22,-1 0 0,-5 3 0,1-3-139,1 2 214,-4 1 1,-1 6 0,-8 3-1,-1 2 23,-2 2 1,-4 2-1,2 4 1,1 0 32,0 1 0,-4-6 0,5 1 1,1 1-16,-3 2 0,6 1 0,-6-1 11,1-3 1,4 3-11,-3-4 1,4-1 0,1 2 0,6-7-34,4 2 1,3-5 0,1-3 0,0-4-39,1-1 0,-1 3 0,0-4-12,1-2 0,-1-2 1,1 0-1,-1 2 11,0 1 1,-1 5 0,-2-3 37,-1 2 1,-2 0 27,2 1 0,1 5 31,-6 0 1,-1 1-30,-4 9 1,0 0-1,0 4-58,0 0 1,0-4 0,2-2 0,1 0-59,2 0 0,0-3 0,-4 3 1,3 0-326,0 0 418,7-5 0,17-9 0,10-10 0</inkml:trace>
  <inkml:trace contextRef="#ctx0" brushRef="#br0" timeOffset="75">29910 4633 8567,'-10'0'-438,"1"0"0,6 6 1,-4 4-1,2 3 563,1 1 1,-8 7 0,5 3-1,-3 3-44,0 2 1,1 1 0,-4 4 0,2 3-91,1-1 0,1 6 0,-6-4 0,1 4 5,-1 1 1,6-6 0,-1-2 0,-1-1-94,-2-1 0,4-2 1,-1-6-1,0 1-117,2-6 0,-3-2-137,7-4 219,-1-6 1,5-8 0,1-9 67,4-4 0,-2-6 0,5 0 0,0-1 64,0 0 0,0 4 0,3-5 0,-1 0 0,1-3 0,12-17 0,5-9 0,4-4 0,-1-1 0</inkml:trace>
  <inkml:trace contextRef="#ctx0" brushRef="#br0" timeOffset="76">29853 4935 8567,'14'-14'0,"-1"-1"-93,-4 1 1,4 1 0,-3 2-440,2 1 0,3 7 0,-1-2 579,1 4 0,-6 1 0,1 1 106,1 4 0,-3-2-128,2 7 1,-7-5 0,3 3 13,1-2 1,-6 5-68,4-1 1,-8-2-1,-4 0 1,1 0-69,0 0 0,-6-3 1,3 4-139,-4 3 0,-1-4 234,-1 1 0,-12 14 0,-3 7 0</inkml:trace>
  <inkml:trace contextRef="#ctx0" brushRef="#br0" timeOffset="77">30442 4863 8567,'15'-1'-872,"-1"-4"0,-4 3 1,-2-4 918,-2-1 1,5 4 117,-1-6 0,-2 4-36,1-5 0,-4 5-4,5-4 1,-5 4 31,4-5 28,-6 7-114,4-3 1,-12 12 0,-1 2 0,-1 2-44,1-1 0,-5 1 1,3 4-1,-2 1-49,1-1 0,4 1 0,-3-1 0,0 0 14,0 1 1,5-6-1,-4 1 2,1 1 0,4 2 0,-4 0-43,-1-4 0,7-2-33,0-7 1,2 0 0,8 0-8,1 0 0,2 0 0,-1-2 1,0-3 24,-3-4 1,1 1 0,4 0-1,0 0-39,1 0 0,-1 3 0,1-5 98,-1-1 0,-4 3 0,-1 0 70,2 2 1,-4-1 46,-2 3-19,-4 2 1,-1-3 0,-1 10 0,-4 5 0,2-2-25,-7 1 1,7 1-22,-2 4 1,3-4 7,2-1-66,0-5 0,7 2 0,2-6 0,4 0 1,-3 0 0,-1-2 7,3-2 0,0-3 0,1-4 0,-2 1 2,-1-1 1,-5 3 0,3-1 1,-2-3 1,5 0-80,-1-3 0,-4 6-485,-1-1-80,-3 7 641,-2-4 0,6 7 0,2 0 0</inkml:trace>
  <inkml:trace contextRef="#ctx0" brushRef="#br0" timeOffset="78">30874 4863 7125,'0'10'-6,"0"-1"1,-5-4 0,-1 5-10,-2 1 1,5-3-1,-4 2-14,1 1 1,3 2-1,-5 1 1,0 0-115,0 1 0,4-1 0,-2-1 0,1-2-299,0-1 442,1-1 0,10-1 0,2-1 0</inkml:trace>
  <inkml:trace contextRef="#ctx0" brushRef="#br0" timeOffset="79">30845 4921 8447,'8'-15'-474,"0"-1"0,-5-1 0,4-2 96,1 1 0,-5 2 0,2 2 584,-4-1 0,-1 6-30,0-1-223,0 7 0,0-2 47,0 10 0,13 16 0,3 9 0</inkml:trace>
  <inkml:trace contextRef="#ctx0" brushRef="#br0" timeOffset="80">31162 4647 8447,'-2'8'-148,"-1"-1"1,-3-2-254,-2-1 0,4 8 0,-2-3 0,0 4 443,-4 1 0,2 1 0,0-1 0,0 1-22,0-1 1,3 5-1,-3 2 1,0 1-60,0 4 1,-1-4 0,-4 2 0,2 2-4,1 1 0,2-3 0,-3-2 0,1 1-141,-1-1 0,3-3 1,-2 4 182,-1-3 0,-1-7 0,16-32 0,6-13 0</inkml:trace>
  <inkml:trace contextRef="#ctx0" brushRef="#br0" timeOffset="81">30960 4950 8447,'8'-15'-584,"-1"1"1,-6 1-168,4 3 975,-3-2 1,6 5-45,-4-2 0,4 2-158,7 7 1,-1 0-1,1 0 1,-1 0-20,0 0 0,1 0 0,-1 0 0,-1-1-32,-3-4 0,2 3 0,-2-4 0,3 1 5,1 0 1,0-1-1,1 1 9,-1-5 1,-1 2 0,-2 0-3,-1 2 0,-5-4 1,3 4 3,-2-2 13,-1 5 0,-7-3 1,-1 7-1,-3 2 0,-2 2 0,3 6 1,-5-1-1,-1 3 0,-2 1 0,0 0 1,2 1-1,2-1-2,-2 1 1,-1-1-1,1 0 1,3 1-7,2-1 1,-4-4 0,4-1 51,-2 3 0,5-4 9,-2 1 0,5-6-46,5 2 0,1-10 1,5-3-1,-1-1-3,1-1 0,2 5 1,1-4-1,0-1-15,1 2 1,-1-5 0,1 5 18,-1 0 0,-4 2 0,-1 6 62,2 0 1,-3 0-50,2 0 1,-7 2-1,4 2-35,-1 6 0,-4-2 0,2 2 0,-2 1-56,-2 2 0,2-1 0,1 0 0,2-3-102,-2 2 0,3 2 0,1 1 0,-1 1-33,0-1 0,6 1 0,-3-3 205,4-2 0,20-4 0,6-6 0</inkml:trace>
  <inkml:trace contextRef="#ctx0" brushRef="#br0" timeOffset="82">31852 4935 8447,'15'-6'-474,"-1"3"0,0-5 0,-1 0 214,-3 0 0,3 3 0,-5-5 1,1 1 322,1 1 0,-5-5 1,3 3 143,-2-3 1,-1 4-65,-5-1 1,-2 7 0,-3-2-62,-4 4 1,-6 1 0,-2 1-1,-2 4 7,1 5 1,-3 2-1,2 1 1,0-2-34,-2-1 0,5 0 0,-3 4 0,3-1-51,2-4 0,4 4 0,0-5-43,-1 0 0,0 5-64,1-3 95,4-4 1,12 0-1,4-7-35,3-4 1,1 2 0,1-5 0,-3 0-33,-2 0 0,3 3 0,-4-5 1,4 1 14,2 1 1,-6-3-1,1 6 1,-1 0 21,-1-1 0,5 4 60,-3-3 0,-2 4 21,1 1 0,-6 1 1,2 4-45,-3 5 1,-1 1-1,3 0 1,2-1-201,2 1 0,-3 2 1,3 1-1,0-1 200,0-4 0,33 11 0,14-5 0</inkml:trace>
  <inkml:trace contextRef="#ctx0" brushRef="#br0" timeOffset="83">23824 5712 12533,'0'-9'-1141,"0"-1"241,0-1 1,0 3-1,0-2 747,0-1 0,0 3 1,2 0-1,1 0 294,2 0 0,5-2 1,-4-2-1,0 0 13,1 3 0,4-1 0,-1-6 0,1-1-21,-2-3 0,4 1 1,-3 5-1,3-2-3,1-3 1,0 3 0,-1-3 0,-2 3-36,-1 1 0,-5 2 1,3 2 282,-2 2-313,-1 5 1,-5 0 0,0 8 0,0 6-38,0 3 1,-7 8 0,-2 3-1,-4 3-47,-1 2 0,4 4 0,0 1 0,-1-1-44,-1 2 1,-1-3 0,2 5 0,3-2-30,1-3 0,-2-1 0,2-3 0,1 0-70,-1-4 0,3-4 0,4-5-230,0-1 310,0-6 0,0-3 1,0-10-1,1-4 68,4-4 1,3-2 0,5 1 0,-2 0 57,-1-1 1,4-1-1,5-1 1,-1-3-25,-2 3 0,3 1 0,0 0 0,0-2 36,2-1 1,-5 5 0,3 4 0,-3 1 116,-1 1 1,-1 1-91,0 7 0,-1 2 0,-3 3-93,-6 4 1,-4 4 0,-4 1-1,-6 1 130,-3-1 0,-1 1 0,0-1 0,-1 0-39,1 1 1,-2-1 0,-2 2 0,-1 2-60,1 1 0,-2-2 0,0-5 0,3-3-43,1 2 0,2 1 0,1-1 0,2-3-142,1-2 0,7 1 1,-4-4-67,1 2 1,6-1 0,0-4 12,8 0 0,0-1 346,2-4 1,-1 3 0,6-4 0</inkml:trace>
  <inkml:trace contextRef="#ctx0" brushRef="#br0" timeOffset="84">24328 5755 8530,'0'-14'-930,"0"0"1,0-1 968,0 1 0,2 1 0,1 2 0,3 1 90,2-1 0,2 3 0,4 0 0,1 0-87,-1 0 1,0 5 0,1-2 0,-1 3-55,0 2 1,-4 0-1,0 0 1,-1 2-17,-1 3-1,0 4 1,-5 9 0,2 1-55,-2-1 0,-1 3 0,-4-1 1,-1 1-6,-2 0 0,-6 0 0,3-4 0,-1 2 56,-1-1 0,2-2 1,-3-3-1,1-2 38,-1-1 0,3-6 51,-2 6 0,2-8 0,-1-2-39,4-8 1,5-5-1,3-2 1,4 1-18,1 0 1,1-2 0,7-2 0,2-1-25,1 1 0,2-3 1,-4 1-1,4-1-31,2 0 0,-6 2 0,4 5 0,-2-1-171,0 1 1,0 6 224,-4 3 0,-26 35 0,-7 10 0</inkml:trace>
  <inkml:trace contextRef="#ctx0" brushRef="#br0" timeOffset="85">24673 5669 8530,'0'-14'-913,"0"4"438,0 0 0,5 9 474,0 1 1,0 1 0,-5 9 0,0 1 68,0 2 1,0 1 0,0 1-1,0-1-85,0 1 0,0-1 0,0 2 0,0 1-100,0 3 1,0-1-1,-2-5 1,-1 1-58,-2-1 0,0 0 174,5 1 0,-19-14 0,-5-2 0</inkml:trace>
  <inkml:trace contextRef="#ctx0" brushRef="#br0" timeOffset="86">24831 5482 7763,'-6'-8'-544,"5"2"0,-11 7 0,8 4 514,0 5 0,3 2 0,1 3 30,0-1 0,13 13 0,2 4 0</inkml:trace>
  <inkml:trace contextRef="#ctx0" brushRef="#br0" timeOffset="87">24990 5424 7930,'-7'-8'-570,"6"4"548,-4 8 1,3 0-1,2 5 1,-1 4 21,-4 5 1,3-1-1,-2 7 1,2 2-3,2 1 1,-5-2 0,0 3 0,1 2-124,-3 0 0,4 1 0,-5-1 0,0 2 14,0 2 1,3-1-1,-3-6 1,0-3 7,0-4 103,5-4 0,9-34 0,10-8 0</inkml:trace>
  <inkml:trace contextRef="#ctx0" brushRef="#br0" timeOffset="88">25162 5439 8530,'0'9'-719,"0"1"1,-4-5 0,-1 4 720,2 3 0,1 0 0,2 3 0,0-1 85,0 0 1,0 6 0,0-1-1,0 0-55,0 2 1,0 0 0,0 4 0,0-1-44,0 2 0,-5-4 0,0 2 0,1 2-22,-3 1 1,4-3-1,-5 0 1,0 1-63,0 3 0,3-4 0,-3-2 0,2-1-125,3-4 0,-4-6 220,2-1 0,1 0 0,4 4 0</inkml:trace>
  <inkml:trace contextRef="#ctx0" brushRef="#br0" timeOffset="89">25263 5770 9564,'-9'0'-944,"-1"0"544,-1 0 1,4 1 0,1 2 0,1 4 555,0 1 0,-1 1-113,1 6 0,4-1 0,-4 1-92,3-1 0,2 0 1,0 1-294,0-1-66,0-6 400,0-1 1,7-33-1,1-6 1</inkml:trace>
  <inkml:trace contextRef="#ctx0" brushRef="#br0" timeOffset="90">25277 5669 9564,'8'-2'-129,"-3"-2"0,3 2 0,0-4 0</inkml:trace>
  <inkml:trace contextRef="#ctx0" brushRef="#br0" timeOffset="91">25407 5856 8498,'0'-14'-930,"0"-1"689,0 1 0,2 4 0,1 1 254,2-3 1,1 6 31,-1 1-75,-4 4 1,-1 7 0,-9 5 45,-4 7 0,-3-2 1,-2 5-1,-1-2-2,2 0 0,1 2 0,1-4 1,2 3-7,4-3 1,-4-1-1,5-2 1,0 1-10,3-1 1,4-4-22,1-1 1,1-5 0,4-1-17,5-6 1,2-1 0,3-5 0,-1-2-29,1-2 0,-1-2 1,0 3-1,1 1 15,-1 1 0,1 0 1,-1-4 21,0 0 0,1-1 58,-1 1 0,-6 6 0,-3 1 0,-8 9-12,-2 3 0,-6 3 0,1 6-23,-3 1 0,5-6 0,4 1 0,0-1-147,0-1 0,2 5 153,-3-3 0,23-17 0,6-2 0</inkml:trace>
  <inkml:trace contextRef="#ctx0" brushRef="#br0" timeOffset="92">25580 5827 8498,'-15'0'0,"1"0"-399,-1 0 1,6 2 0,-1 1 0,1 3 293,1 2 0,-4-3 1,8 5 166,1 1 0,1-3 1,2 2 15,0 1-80,0-5 0,6 1-16,4-7 0,3 0 1,1-2-1,0-3-51,1-4 0,-4 1 0,0-2 0,4-1 14,1-2 1,-7 3 0,7 1 0,-1-2 38,-4-2 1,0 3-1,3 2 1,1 0 28,-1 0 1,-4 5-1,-2-3 12,-2-1 0,-1 7 18,-5 0 0,-2 7 0,-1 7 0,-3 0-5,-2 1 0,-2-1 1,-3 1-1,2-1-20,2 0 0,4 6 0,-3 0-29,1 3 1,3-10-1,4 1-163,0-1 1,1-2-389,4-2 562,3-2 0,45-58 0,-22 19 0,0 0 0</inkml:trace>
  <inkml:trace contextRef="#ctx0" brushRef="#br0" timeOffset="93">25954 5597 8498,'-15'6'-429,"1"4"0,0 3 0,-1 1 0,1 2 383,-1 3 0,6-1 0,1 6 0,1 0 90,4-2 1,2-1 0,1-7 0,0 2 9,0 4 1,0-4 0,0 3-92,0-3 1,0-2-1,1-1-123,4-3 0,-2 1-268,7-6 428,-7-1 0,3-29 0,-6-7 0</inkml:trace>
  <inkml:trace contextRef="#ctx0" brushRef="#br0" timeOffset="94">25781 5798 8574,'2'-12'-957,"1"0"631,2 3 0,6 4 0,-2-3 0,4 2 228,2 2 0,1-2 1,3 1-1,5 2-74,3 2 172,2-6 0,51-1 0,-34 1 0,0 0 0</inkml:trace>
  <inkml:trace contextRef="#ctx0" brushRef="#br0" timeOffset="95">26414 5741 6958,'-2'-8'-414,"-1"5"541,-2 6 0,1 0 1,2 7-1,-1 1-25,-2 2 1,-1 1 0,2 0 0,0 1-91,0-1 1,-2 2 0,1 2 0,1 1-33,-3-1 1,6-2 0,-4-2 0,2 0-309,-2 1 1,3-1-438,-3 0 765,4 1 0,7-39 0,2-10 0</inkml:trace>
  <inkml:trace contextRef="#ctx0" brushRef="#br0" timeOffset="96">26414 5655 6844,'-8'1'-234,"3"4"0,10 29 0,3 12 0</inkml:trace>
  <inkml:trace contextRef="#ctx0" brushRef="#br0" timeOffset="97">26659 5770 8574,'-15'0'-86,"1"0"0,-1 0 0,1 1-290,0 4 1,1-2 0,2 5 0,1 0 411,-1 0 0,3 2 0,-2 4 62,-1 1 0,5-1 1,1 0-18,3 1 0,2-1-33,0 1 1,7-7 31,2-4 0,-1-2 0,2-2-88,1 0 1,0-2-1,1-1 1,-3-3-77,2-2 1,-3-2-1,2-4 1,1-1-16,2 1 0,0 0 0,-2-1 0,-2 1-7,3-1 0,-4-1 0,1-1 0,1-2 60,-2 1 0,5-4 1,-5-2-1,1-3-9,1-2 79,-7 0 1,3 2 0,-6 1-2,0 2 0,0 2 1,0-2 42,0 5 1,-6 9 4,-4 5 0,-2 12 0,-1 6-24,3 4 0,2 4 1,5-4-1,-2 4-29,2 2 0,1-4 1,2 5-1,0 1-53,0 3 1,0-4 0,0 0 0,2 0-18,3-2 0,-2 5 0,5-5 0,0 2-32,0 0 0,-3-6 0,4 1 0,4-4-193,5-6 277,-2-2 0,36-33 0,3-6 0</inkml:trace>
  <inkml:trace contextRef="#ctx0" brushRef="#br0" timeOffset="98">26860 5842 8574,'-14'0'-364,"-1"0"0,1 0-374,-1 0 1,6 0 941,-1 0-158,7 0 1,3-5-1,10 0-6,2 2 1,-2 1-1,0 2 1,1-1-75,2-4 0,-1 2 0,0-5 1,-3 1 24,2 4 0,-3-3 0,0-1-7,-1-1 0,2 3 20,-4-4 0,-2 6 84,-7-2 0,-4 3 0,-7 4-8,1 3 0,-1-2 1,1 6-1,0 1-35,-1-2 1,6 5 0,1-4 0,1 4-21,4 2 1,1-6 0,2 1-53,0 1 1,0 2 0,2 1-101,3 1 1,3-7 0,6-2 0,1-1-40,-1 0 0,0-1 0,1-2 1,-1 1 165,1 2 0,-1 0 0,26-31 0,6-6 0</inkml:trace>
  <inkml:trace contextRef="#ctx0" brushRef="#br0" timeOffset="99">27133 5827 8574,'-9'-13'-571,"-1"4"0,5-2 111,-4 6 482,6 0 0,-9 7 0,8 2-23,0 6 0,-2-2 0,0 0 10,-2-2 1,3 6 17,-5-3 1,5-1-49,-4 2 1,4-5-98,-5 4-221,7-6 196,-3 4 0,12-14 2,4-2 0,3-4 152,1-1 0,-1 4 62,-4 0 1,3 6 202,-8-6-88,1 7 0,-5-2-107,0 10 1,0-2 0,0 7-81,0 1 1,0-3 0,0 1-44,0 3 1,0-4 0,0 1-200,0 2 0,0 2 241,0 2 0,26-1 0,6 0 0</inkml:trace>
  <inkml:trace contextRef="#ctx0" brushRef="#br0" timeOffset="100">27349 5942 8322,'0'-14'67,"0"6"1,0 0 193,0 3 1,0 2 29,0-7-539,0 7 0,0-2 248,0 10 0,0-3 0,0 4 0</inkml:trace>
  <inkml:trace contextRef="#ctx0" brushRef="#br0" timeOffset="101">27997 5683 13626,'4'-14'-1485,"1"0"867,-2-1 1,1 1-1,-1-1 627,2 1 0,1 4 1,-3 1 136,2-2 0,1-1 0,-2 1-62,0 2 1,1-1-161,-5-4 1,-1 6 26,-4 3 0,2 5 1,-7 5-1,0 4-45,2 4 0,-4 1 0,4 1 1,-2-1 44,0 1 1,7-1 0,-2 2 0,4 2-6,1 1 1,0 5 0,0-5 0,0 0-3,0 2 0,0-4 0,0 6 0,1-2-15,4-4 1,-3 4 0,3-2 0,-2-1 9,2-2 0,-4-2 0,4 1 0,-3-1 63,-2 0 1,-7-4-1,-2 0 1,-6 1 58,-4 1 1,1-2 0,-4-2 0,0-2-44,-1-2 1,4 2 0,-3-1 0,1-2-1,3-1-146,2-2 1,10 0 0,6-2-17,8-3 1,6 2 0,4-7-1,3 1 206,1 1 0,21-17 0,8-8 0,8 1 0,-1 0 0</inkml:trace>
  <inkml:trace contextRef="#ctx0" brushRef="#br0" timeOffset="102">28184 5842 11335,'-15'0'0,"1"0"0,-1 0 0,3 1-224,2 4 1,-3-3-1,5 4 1,-1-1 283,-1 0 0,7 1 1,-2-1-2,4 4 0,1-1-164,0 2 1,1-2 0,4 2 78,5-6 0,2-2 1,3-2-1,1 0 10,3 0 0,-3 0 1,3-2-1,-3-1-17,-2-2 0,1-4 0,-2 2 0,-2 1 51,-2 0 0,-1-6-60,2 3 1,-4-4-86,-6-1 1,-8 6-1,-4 3 1,-8 3 83,-2 2 0,4 2 1,-1 1-1,2 3 2,-3 2 1,6-3-1,-2 5 1,6 1-84,4 2 1,-3 1 0,4 1 41,2-1 0,26 13 0,9 3 0</inkml:trace>
  <inkml:trace contextRef="#ctx0" brushRef="#br0" timeOffset="103">28414 5971 11335,'-2'8'-157,"-3"-3"1,-1-2 0,-5 2 39,1 4 1,5-1 0,-4 2-14,-2 1 0,3 2 1,0 1-78,1 1 0,2-1 0,5 1 151,0-1 1,52-12 0,12-4 0</inkml:trace>
  <inkml:trace contextRef="#ctx0" brushRef="#br0" timeOffset="104">28975 5770 9769,'-14'0'0,"-1"0"-635,1 0 1,-1 0-259,1 0 1294,6 0-308,2 0 0,17 0-87,3 0 1,-1 0 0,-3 0 0,1 0 4,2 0 0,-4 0 0,1 0-26,1 0 1,0-2 0,0-1 74,-1-2 1,-1-5 13,6 6 0,-6-6-53,1 5 0,0-4 5,4 4 6,-6 0 1,-2 7-49,-6 3 0,0 3 1,0 6 59,0 0 0,-1 1 0,-2 1 0,-4 1-10,-1 2 1,-1 1-1,-6-6 1,1 2-25,-1 3 1,1-3 0,-2 3 0,-1-3-22,-3-1 1,-4-1 0,5 0 0,2 1-6,1-1 1,1-6-1,1-1 1,-1-3-8,1 1-53,6 0 1,2-7-1,7-1-63,4-2 1,3-4 0,6 4-1,1 0-260,-1-1 0,5 3 418,1-7 0,24-12 1,3-9-1</inkml:trace>
  <inkml:trace contextRef="#ctx0" brushRef="#br0" timeOffset="105">28961 5856 9785,'8'-10'0,"-2"2"1,-1 0-671,0 0 0,-1 4 0,-2-4 622,3 1 0,-4-4 305,4 1 1,1 2 321,-1-1-374,0 6 1,-5-2-108,0 10 0,-2 3 0,-1 6 1,-3 0-89,-2 1 1,0-1 0,-3 1 0,1-1-34,-1 0 0,0 1 0,0-1 0,1 1-47,-1-1 1,-2 0 0,-1 1-73,-1-1 1,1 0-1,-1-1 11,1-3 1,4 1 0,2-5 0,0 1-609,0-1 301,5-1 0,-2-5 456,10 0 1,3-5-14,7 0 1,31-44-1,8-7 1</inkml:trace>
  <inkml:trace contextRef="#ctx0" brushRef="#br0" timeOffset="106">29162 5698 9306,'0'-15'-382,"-2"6"-664,-2-1 928,2 1 104,-4 1 1,6 8 0,0 9-95,0 4 0,0 1 1,0 1-1,0-1-114,0 1 0,0-1 0,0 0 0,0 1 227,0-1 0,-13 32 0,-3 9 1</inkml:trace>
  <inkml:trace contextRef="#ctx0" brushRef="#br0" timeOffset="107">29148 5914 8719,'-10'0'-780,"0"0"865,1 0 1,1 1 0,1 2-104,1 2 1,4 6 56,-2-1-92,2-4 0,8 1 22,4-7 0,3-2 1,1-1-4,1-2 1,-1-6 0,0 3-27,1 0 1,-1-5 0,0 5-1,1-1-9,-1-1 1,1 5 157,-1-4 115,0 5-139,1-2 1,-7 12-74,-3 4 1,-5 3 0,-4 1-93,0 1 0,-1-6 0,5 1-230,0 1 1,0 2-304,0 1 627,6-6 0,34-14 0,15-10 0</inkml:trace>
  <inkml:trace contextRef="#ctx0" brushRef="#br0" timeOffset="108">29536 5784 8825,'0'-14'-1114,"0"4"794,0 0 468,0 7 1,0 8-81,0 9 0,0 4 1,0-4-30,0 1 1,0-1 0,0 1-8,0-1 0,0 0 0,0 1 1,0-1-13,0 1 0,0-6 0,0 1 0,-2-1-38,-2-1 0,-4 5 0,-7-3 2,1 2 0,-1-2 0,1-2 1,0-2-105,-1-2 0,1 2 0,0-1-568,-1-2 111,7-1 588,2-2 0,29-21 0,18-9 0,-1-2 0,0 0 0</inkml:trace>
  <inkml:trace contextRef="#ctx0" brushRef="#br0" timeOffset="109">29824 5597 7754,'-15'0'-5,"3"6"0,0 4 0,4 3 80,2 1 0,-4 1 1,6 1-1,-1 1 59,-2 2 1,6 2 0,-4-2 0,3 4-141,2-1 1,-4 0 0,-1-4 0,2 3-38,1 1 1,2-4 0,0 3 0,0-2-147,0 0 0,-5 0 1,0-3-1,2 2-65,2 1 0,1-5 0,0-4 240,0 1 1,0-24-1,0-4 1</inkml:trace>
  <inkml:trace contextRef="#ctx0" brushRef="#br0" timeOffset="110">29709 5914 9316,'0'-15'-257,"0"6"0,-2 1 1,-1 0-352,-2 0 605,0 4 1,5-4-1,2 5 36,3-2 1,-2 1 0,6 4-30,3 0 1,0 0 0,3 1 0,-1 2-167,1 2 1,-6 0 0,1-5-1,1 0-240,2 0 1,1 5 397,1 0 1,12-1 0,3-4 0</inkml:trace>
  <inkml:trace contextRef="#ctx0" brushRef="#br0" timeOffset="111">29939 5885 9316,'-15'0'-646,"1"0"0,4 0 1202,1 0-440,6 0 104,-4 0-291,7 0 1,7 0-57,2 0 0,4-2 33,1-3 1,-1 2 77,-3-6 0,-2 5 0,-5-2-6,2 0 1,-2 4 66,-8-3 1,-1 5 0,-5 3 0,1 4 44,-1 1 0,-2 1 0,0 6-82,4-1 0,-3-4 0,6-1 1,0 3-126,-1 0 0,3 3 0,4-1-104,0 0 1,1-1 0,4-2 28,4-1 1,4-2 0,3 2 0,2-6 142,1-2 58,0-2 0,40-26 0,12-6 0</inkml:trace>
  <inkml:trace contextRef="#ctx0" brushRef="#br0" timeOffset="112">30183 5914 9007,'0'-15'-1484,"0"1"1695,0 6 0,-1 1-132,-4 7 1,2 0 0,-5 2 0,0 1-44,0 2 1,3 5 0,-3-4 0,0 0-87,0 1 1,3 2 0,-3-2 5,2 1 1,-1 0 0,4 3-45,-2-1 29,1-7 1,5 3-17,4-6 0,-2 0 0,7 0 0,-1-1 16,-1-4 1,5 2-1,-3-5 36,3 1 0,-4 1 0,1 3 78,1-2 0,-5-2 1,1 4 148,-1-2-94,-4 1 0,4 5-111,-6 4 1,0-2 0,2 5-285,3-1 1,-4 4-127,4-2 0,1-1 397,-1 2 0,19-7 0,0 3 0</inkml:trace>
  <inkml:trace contextRef="#ctx0" brushRef="#br0" timeOffset="113">30370 5914 7292,'-14'0'235,"4"1"1,1 4-111,-2 5 0,3-2 0,-2 1-72,-1 2 1,5 2 0,-1 0 40,1-4 1,4 4-43,-3-3-98,4-4 1,7 1-1,4-9-96,3-3 1,-1 2 0,-1-7 0,-1-1 14,1-2 1,2-1 0,1 0 0,-1-2 84,-3-3 0,3 3 1,-4-5-1,2 2 32,-1-1 0,3-4 0,-5 4 0,1-1 5,1 0 1,-2-3 0,2 3 0,-6 1 74,-2-1 0,3 2 47,0 4 1,-1 9-35,-4 6 1,-6 6 0,-2 9 0,-2 1-33,1 3 0,6-2 0,-4 6 0,2-1-45,1 0 0,-6 1 0,5 2 0,2-1-142,1 2 0,2 1 0,-1 2 0,-2 0-151,-2-1 1,0 1 0,7 0 276,2 0 1,30 6 0,12 2-1</inkml:trace>
  <inkml:trace contextRef="#ctx0" brushRef="#br0" timeOffset="114">30903 5914 8470,'-7'8'93,"6"0"0,-6-4-26,1 6 1,3 3-83,-7 1 1,7 0 17,-2 1 1,2-7-1,0-2 23,-2 1 0,2-6-108,8 4 1,-2-3 0,5-4-46,-2-3 0,5 2 0,-3-7 38,0-1 1,4 3 0,-6-1 0,2-2 30,3-2 0,-3 0 0,0 2 0,0 1 42,0-1 1,-3-2 0,3-1 0,0-1 28,0 1 1,-3 0 0,4-1 27,2 1 1,-3 4 36,2 1-34,0 5 0,-2 4 1,-4 10-1,-2 3 31,-2 1 1,0 2 0,0 2 0,-2 3-8,-2 1 0,0 2 1,-4 5-1,0 1-59,0 4 0,5-2 0,-3 6 1,1 2-98,0 2 0,-4 1 0,2 0 0,1 0 13,-1 0 0,3-4 1,4-4-1,0-5-17,0-7 0,1-8 0,4-5 149,5-5 0,1-5 0,0-5 1,-1-5 39,1-2 0,2-3 0,1-1 0,0-1-56,1-2 0,-6-5 0,-1 4 0,0 1-16,0-2 0,-4 5 0,0-3 0,-2 3-35,-2 2 0,0-1 0,-2 1-108,-2 0 0,-4 6 0,-8 3 119,-4 3 0,-13-16 0,-7-8 1,-7-2-1,1 0 0</inkml:trace>
  <inkml:trace contextRef="#ctx0" brushRef="#br0" timeOffset="115">31521 5985 13882,'10'0'-3196,"0"0"2934,-7 0 0,5 0 230,-3 0 0,-4-1 0,4-4-48,-3-4 0,-1 2 1,2 1 48,2-1 1,0 4 105,-5-6-140,0-1 0,0-4-462,0-1 328,0 7 0,0 0 82,0 3 0,-2 4-102,-2-4 173,2 3 0,-6 2-6,3 0-150,4 0 50,-12 0 41,11 7 57,-4-6 1,6 7-14,0-3-22,0-3 67,0 4-78,0 1 12,0-6 78,0 6 109,0-7 445,0 0-318,0-7-231,0 6-18,0-6 32,0 7 0,-2 0 34,-3 0 1,2 5 0,-5 1 0,0 1-10,0-1 1,3 5 0,-4-1 0,-1 3-19,2 1 1,-3 0 0,5 1 0,-1-1-50,1 1 0,-1-1 0,4 0-9,-2 1 0,1-1 0,5-1 18,4-3 1,-2-4 0,7-6 14,1 0 1,2-2-1,1-1 1,1-3-20,-1-2 0,0-2 0,-1-4 0,-2-1-24,-1 1 0,0-5 0,2 0 0,0-1 36,-3 0 1,-1 2-1,3-4 1,-3-1 6,-1 1 0,2 0 0,-4-4 0,0 2 17,1-2 1,-4-1 0,3-1 0,-4-1-6,-1 0 1,5 0 0,0 0 0,-2 1 16,-1-1 1,-2 5-1,0 1 1,0 3-4,0 2 0,-5 7 15,0 1 1,-6 15 0,3 3-19,0 8 0,-3 10 1,6-2-1,0 3-12,-1 2 0,4-1 0,-3 3 1,2 1-27,-2 1 0,4 2 0,-4-3 0,3 2-6,2-2 1,0 3 0,0-1 0,0-2-77,0-2 1,0-3-1,0-1 1,2-4-55,3-1 0,-4 3 0,6-5 0,-3-1 175,1-2 0,26-21 0,1-5 1</inkml:trace>
  <inkml:trace contextRef="#ctx0" brushRef="#br0" timeOffset="116">31795 6043 7955,'14'-2'46,"1"-2"1,-6 0-44,1-5 1,-6 1 0,4-3-34,-1 1 1,-2 5 67,-5-4 1,-2 6-3,-3-2 0,2 3 1,-5 4 16,2 3 0,-4-2 1,5 6-1,2 2-52,2 2 0,1 2 0,0-1-53,0 0 1,0 1 0,0-1 0,0 1-111,0-1 1,6 0-1,3 1 1,4-2-119,2-4 0,-6 2 283,1-6 1,31-6 0,14-7 0</inkml:trace>
  <inkml:trace contextRef="#ctx0" brushRef="#br0" timeOffset="117">32082 5755 9688,'0'-14'-359,"0"0"92,0-1 0,0 6-101,0-1 0,0 8 0,0 2 380,0 8 1,0 10 0,-1 3-1,-2 1-7,-2 4 0,0-4 0,5 2 0,-2 2-10,-2 1 1,2 2 0,-3-1-1,2 1-36,-2 0 0,4 0 0,-4-2 0,2-2-78,-2-1 0,3-4 0,-4 2 0,1-1 19,0-4 0,-1-1 0,3-1 0,-2-1-271,2 0 375,1-6 0,-4-20 1,-2-12-1</inkml:trace>
  <inkml:trace contextRef="#ctx0" brushRef="#br0" timeOffset="118">31910 6115 8575,'-5'-14'-82,"0"-1"0,0 1 1,5-1-630,0 1 0,2 0 664,3-1 1,3 6 0,6 1 40,1 1 1,-1 2 0,0 5-180,1 0 0,1 0 185,3 0 0,10 13 0,7 3 0</inkml:trace>
  <inkml:trace contextRef="#ctx0" brushRef="#br0" timeOffset="119">32140 6086 6880,'14'8'-572,"1"-1"675,-1-7 1,-4 0-1,-2-2 1,0-1-75,0-2 1,-5-1-1,3 2 1,-1-2 51,0-2 0,5 3-22,-6-4 1,3 1-1,-4-4-15,2 3 0,-1 4 0,-5-3 13,-4 2 1,-3 1 0,-6 5 31,-1 0 1,6 0-1,-1 0-59,-1 0 1,0 6 0,0 4-41,1 3 1,7-4-1,-2 1-16,3 1 1,2 2 0,0 1-7,0 1 0,0-1 0,2-1 0,1-2-170,2-1 0,5-6 0,-4 4 0,2-1-105,3-4 1,0 0 306,-1 2 0,3-3 0,-5 4 0</inkml:trace>
  <inkml:trace contextRef="#ctx0" brushRef="#br0" timeOffset="120">32313 6000 8177,'8'-15'-829,"-2"1"0,-4 1 837,2 4 1,0 1 203,5 3 1,-4 3 0,5-2-117,1 2 0,-3 7 0,0 1 0,0 2-97,0 3 1,-3 1-1,3 0 1,0-1-17,0 1 1,-5 4-1,2-7 1,-4 4-23,-1 1 0,0 1 0,0-1-50,0 1 0,0-6 141,0 1 0,-1-7 1,-4 2 1,3-5 0,-3-5-20,4-5 0,1 2 0,0-1-23,0-2 0,0-2 0,0-2 0,1 1-22,4 0 1,-3 4 0,4 0-134,1-1 1,1-2-1,6-1-109,0 0 1,1 6 0,-3 1 252,-2 1 0,3 17 0,-5-1 0</inkml:trace>
  <inkml:trace contextRef="#ctx0" brushRef="#br0" timeOffset="121">32600 5985 6201,'-8'2'178,"4"3"-138,2 4 0,2-1 0,-2 0 1,-1 0-39,-2 0 0,1 2 8,4 4 0,0 1 58,0-1-3,0-6-65,0-1 1,0-9 0,1-1 0,2-4-3,2-1 1,5 4-1,-4-6 1,2 0-13,3 2 1,-3-4-1,0 2 1,0-1-31,0 1 1,2-3 41,4 4 1,-4-2 21,0 1 9,-7 4 1,3 7 0,-6 4-18,0 5 1,0 2-1,0 3 1,-1-2 2,-4-4 1,3 4 0,-3-3-6,4 2 1,-4-2 88,0 0-98,0-1 1,7-1 9,3-3 1,-2-5-66,7-5 0,-1-1 0,4-5 0,-2 3 14,-1 1 0,-2-4 0,3 3 0,-2-2 23,3 1 1,-1 4 0,0-3 0,-3 0 24,-2 0 1,6 5 40,-3-2 1,-1-1 27,2 1 0,-7 2-17,2 8 0,-4 2-61,-1 8 1,-4-1-1,-1 1-85,2-1 0,-4 0 1,2 1-266,2-1 351,-5 1 0,0 12 0,-6 3 0</inkml:trace>
  <inkml:trace contextRef="#ctx0" brushRef="#br0" timeOffset="122">32960 6000 8551,'0'8'-2351,"0"0"2675,0-3 0,0-2-224,0 6 1,-2 1-110,-2 4 1,2 1 0,-4-1-154,-1 1 1,6-1-1,-4 0 162,3 1 0,-10 6 0,-4 1 0</inkml:trace>
  <inkml:trace contextRef="#ctx0" brushRef="#br0" timeOffset="123">33003 5942 8551,'7'-8'-368,"-6"-4"0,4 2-139,-3-3 1,-1-1-1,2-1 517,2 1 0,0 4-12,-5 1 0,0 7-265,0 2 267,0 7 0,-13 33 0,-3 6 0</inkml:trace>
  <inkml:trace contextRef="#ctx0" brushRef="#br0" timeOffset="124">33090 6057 8551,'-7'8'-381,"6"0"0,-6-4 244,1 0 0,4 8 0,-4-4 276,-1 0 1,6 4-213,-4-2 1,-1 3 0,1 1 95,2 1 1,1-6 189,2 1-123,0-7 0,2 3-102,2-6 1,4-4 0,5-3 0,-2-1-72,-1-3 0,0-2 0,4-1 25,0-1 1,1 1 0,-1 0-1,0-1-24,1 1 0,-6 1 0,1 2 50,1 1 0,2 2 0,0-3-43,-4 1 74,4 7 1,-11-2 0,3 10-2,-4 5 1,-1 3 0,0 1-1,0 0-29,0 1 0,0-1 1,0 1-45,0-1 1,-1 0 0,-3 1 0,0-1-99,0 1 0,3-1 0,1 0 173,0 1 0,6 5 0,2 3 0</inkml:trace>
  <inkml:trace contextRef="#ctx0" brushRef="#br0" timeOffset="125">33435 5985 8551,'8'-15'0,"-3"-3"-576,-4-1 1,-1 0 0,0 4 620,0 1 0,0 4 0,-1 2 92,-4 2 0,2 1 0,-5 7 0,0 1-60,0 2 0,3 6 1,-3-2-1,0 4-61,0 2 1,3-1 0,-3 0 0,2 1-27,3-1 0,-1-4 0,1-1-45,-2 2 0,1 2-3,4 2 1,1-7 40,4-4 1,-2-2 11,7-2 0,-6 0 4,6 0 1,-5 0 34,4 0 0,-5 2 1,0 2 51,-2 6 1,-2 3 0,0 3-1,-2 3-77,-2 5 0,0 3 0,-5 4 0,-2 1-32,-2 1 0,-1 5 1,-2-2-1,-2 0-78,-1 4 0,-7-4 0,4-3 0,-2-4 49,0-5 1,5-3-1,-4-9 1,3-2 161,2-5 0,2-5 1,3-5-1,2-6 105,1-7 0,7 2 1,-2-5-1,4 2-148,1 0 0,0-5 0,0 5 0,0 0-62,0-2 1,5 5 0,1-3 0,2 3-219,3 1 0,-3 3 0,2 0 0,1 4 213,2 2 0,33 8 0,8 6 0</inkml:trace>
  <inkml:trace contextRef="#ctx0" brushRef="#br0" timeOffset="126">23666 6676 8936,'0'-19'0,"0"0"-244,0 1 1,0 2-108,0 2 0,-1 6 611,-4 3 0,3 5 1,-4 5-164,-1 4 0,6 4 0,-4 3 1,3 2-93,2 1 1,-1 7 0,-2-4 0,-2 2 15,2 0 1,1 0-1,2 5 1,-2-1-93,-2 1 1,2 0 0,-3 0-1,2 0-118,-2-1 0,4 3 0,-4-1 0,2 0-106,-2-2 0,3-9 1,-3 0-1,2-3 0,-2-2 1,4-4 294,-4 0 0,-9-46 0,-2-5 1</inkml:trace>
  <inkml:trace contextRef="#ctx0" brushRef="#br0" timeOffset="127">23494 6906 8582,'0'-20'-551,"0"2"0,0-4 1,0 1 442,0 3 1,0 2 0,0 2 342,0-1 1,6 7-39,4 4 0,2 4 0,3 3 0,-1 3-132,0 2 1,1-3 0,-1 3 0,1 0-71,-1 0 0,5 0 1,2 3-1,0-3-16,0-1 1,-2-3 0,-5-4 0,0 2-39,1 3 1,-1-4-1,1 4 1,-1-3-55,0-2 1,-4-2 0,-2-3 36,-2-4 0,4 1 1,-5-2 35,-2-1 1,-1 3 0,-4 0 45,-3 2 0,2-4 1,-7 5 1,-1 2 1,3 1 0,-1 4 9,-3 3 0,4-2 1,0 8-1,2 4-9,3 2 1,-4 2 0,1-3 0,0 2-39,-1 1 1,1 5 0,3-3 0,-2 1-6,2 4 1,1-5 0,2-2 0,0-3 14,0-2 1,0 1 82,0-1 0,6-6 0,4-3-41,3-4 1,-4-7 0,1-4 0,1-2-22,2-3 1,-3 1 0,-1-1 0,2 1 64,2 0 1,-3-1 14,-1 1 0,-4 4-30,5 1 0,-5 7-20,4 2 1,-6 2-1,2 7-72,-3 2 0,-2 2 1,0 2-126,0-1 0,1 0 0,3 1-226,0-1 1,8 1-74,-3-1 464,4 0 0,8-25 0,1-6 0</inkml:trace>
  <inkml:trace contextRef="#ctx0" brushRef="#br0" timeOffset="128">24011 6993 6751,'0'-8'49,"0"1"0,0 6-32,0-4 0,0 2 0,2-5 1,3 1 0,-2-2 0,5 2 147,-2-1 27,-1 5 1,-5-5-74,0 3 1,0 5 0,-1-1-47,-4 4 0,3 8 0,-4-3 0,1 2-82,0-1 1,0 1 0,5 4-1,0 1-93,0-1 0,0 0 0,0 1-160,0-1 1,2 1-1,3-1 1,3 0-609,0 1 870,11-7 0,48-15 0,-20-1 0,-1 0 0</inkml:trace>
  <inkml:trace contextRef="#ctx0" brushRef="#br0" timeOffset="129">24673 6906 8513,'0'-9'-333,"0"-1"0,0 5 349,0-4 1,2 6-1,1-4 1,3 2-26,2 1 0,-3-3 0,5 4 0,-1-3-39,-1-2 1,5-2 0,-3-4 18,3-1 1,-1 1 0,0-1 0,-4 1 1,-2 0 0,4-1 0,-6 1 0,0 0 42,-3-1 1,-1 6-1,0-1 13,0-1 1,0 3-21,0-2 1,-1 7 0,-3 0-1,-2 6-3,-2 7 0,3 2 0,-3 4 0,0 4 11,0 4 0,3 3 1,-4 1-1,-1 1-16,2 0 1,-5 5-1,5 1 1,-1 3-66,-1 7 1,1-2 0,-4 5 0,2-2-43,1 2 0,0-1 0,-4 4 0,0-3 3,-1-7 0,3-4 0,0-8 0,4 0-278,2-1 382,-5-5 0,3-22 0,-7-10 0</inkml:trace>
  <inkml:trace contextRef="#ctx0" brushRef="#br0" timeOffset="130">24558 7108 7631,'10'-8'-610,"-2"1"0,0 3 557,0-1 1,-3 0 0,4 5-1,1-2 96,-2-2 1,4 2-1,-2-3 133,3 4 1,1 1 0,1-2-109,-1-3 0,0 4 0,1-4-18,-1 3 0,-4 2 0,-2-1 0,0-3 42,0 0 0,-3-1 72,4 5-144,-6 0 0,4 1-2,-7 4 1,0-2 0,-2 5 0,-1 0-23,-2 0 1,0 2-8,5 4 0,0 1-6,0-1 1,0 1 1,0-1 0,2-6 0,3-3-50,4-4 1,-1-1 0,2 0-38,1 0 0,2-1 1,1-4 1,1-5 1,-6 2 0,1 0 0,-1 0 37,-1 0 0,4 4 0,-6-4 7,2 1 0,-3-2 65,4 4-28,-5 0 0,0 7-59,-8 2 0,2 0 0,-3 5 77,4 2 0,-6 9 0,-1 2 0</inkml:trace>
  <inkml:trace contextRef="#ctx0" brushRef="#br0" timeOffset="131">25019 7065 8444,'0'-15'-584,"0"7"0,0 0 604,0 3 0,-5 5 78,0 0 1,0 7-159,5 7 1,0 1-13,0-1 1,0 0 65,0 1-12,0-7 1,2-2 3,3-6 1,-2 0 0,5-1-1,0-3-38,0 0 0,-4-6 0,6 4-7,1-2 1,2 0 0,0-4 70,-4 3 1,-1 6 58,-3-2 1,-2 3-46,7 2 0,-7 2-38,2 3 1,1-2 0,-1 6-133,-2 3 0,-1-4 1,-2 1-83,0 2 1,2-3 225,2 2 0,4-13 0,7 1 0</inkml:trace>
  <inkml:trace contextRef="#ctx0" brushRef="#br0" timeOffset="132">25321 6878 8412,'8'-15'-426,"-2"6"-233,-6-1 748,0 0 0,0 4 0,-2 6 29,-2 8 1,2 6-1,-4 4 1,1 3-80,0 1 0,-5-3 0,6 4 0,0-1-35,3 0 0,-1-4 0,-1 3 0,-2-2-37,2 0 0,1 0 0,2-4 0,0-1-62,0 1 1,2-3 0,3 0-69,4-3 1,4-6 0,2 2-1,-1-3-98,0-2 0,1-5 0,-1-1 0,1-2 261,-1-4 0,0 0 0,-1-3 0,-2 1 0,-1-1 0,-5 1 0,3-2 0,0-2 0,0-1 0,-4-2 0,4 4 0,-1-4 0,-4-1 0,0-1 0,0-2 0,2 1-97,-2-2 0,4-1 1,-2-2-1,-1 0 147,3 1 0,-6 1 0,4 3 0,-3 4 62,-2 4 1,1 2 98,4 0 0,-3 7 1,3 7-1,-4 8-41,-1 5 1,-5 3 0,1 3 0,-1 5-80,-2 3 0,6 2 0,-4 0 0,2 0-61,-2-1 0,3 1 0,-2 0 0,0 0-55,0 0 1,2-1-1,-4 1 1,1 0-59,0 0 0,-1 4 0,2 1 0,0-4-87,1-4 0,-1-1 1,1-4-1,-2 0-241,2 0 0,2-2 411,1-5 0,12-51 0,4-12 0</inkml:trace>
  <inkml:trace contextRef="#ctx0" brushRef="#br0" timeOffset="133">25508 7050 8412,'0'-14'-1874,"4"4"1865,1 1 1,6 5 334,-1 0 1,3 2-273,1 2 0,-4 5 0,-2 1 0,0 2-47,0 3 1,-5-3-1,2 2 1,-2 1-1,2 2 0,-4 1 0,4 1 0,-3-1-77,-2 1 0,0-1 0,0 0 0,0 1-150,0-1 1,0 0-1,-2 1 220,-3-1 0,-3-12 0,-6-4 0</inkml:trace>
  <inkml:trace contextRef="#ctx0" brushRef="#br0" timeOffset="134">25695 6950 8412,'0'-15'-339,"0"1"1,0-1-1007,0 1 1346,0 6 0,0 3 0,0 10-33,0 5 0,0 2 1,-2 3-1,-1 1-269,-2 3 301,0-3 0,12 37 0,1 1 0</inkml:trace>
  <inkml:trace contextRef="#ctx0" brushRef="#br0" timeOffset="135">25781 7122 8412,'-14'0'-123,"4"5"0,0 1 14,-1 2 0,5-3 1,1 5 124,3 1 1,-2 2 0,-1 1-8,2 0 1,3-4 0,4 0-22,6 1 1,3-3-1,1 0-22,1-2 1,-1-1-1,0-5 1,1 0-33,-1 0 0,1-6 1,-1-2 31,0 0 0,-4-5 0,-2 3 33,-2-3 0,-1-1 0,-5 0 28,0-1 1,-1 3-1,-4 0 1,-5 4 7,-3 2 1,-1-4 0,0 6-128,-1 0 1,-4 3-1,0 1-117,1 0 1,7 0 0,3 1 208,2 4 0,14 10 0,8 7 0</inkml:trace>
  <inkml:trace contextRef="#ctx0" brushRef="#br0" timeOffset="136">26026 7108 8225,'-10'0'-267,"0"0"0,6 0 0,-4 1 268,1 4 0,-2-2 0,4 7-88,2 1 0,-4 2 68,2 1 1,1-4 27,4 0-36,0-7 1,0 2 0,1-9-1,4 0 1,-2-6 0,5 4 0,0-2-46,0-4 0,2 1 1,4 0-1,1 1 32,-1-1 1,-4 0-1,-1 0 1,2 3 49,2 1 1,-3 1 0,-1 3 149,3-2 0,-4 0 0,0 7-5,-2 3 1,-1-2 0,-5 6 0,1 3-101,4 0 1,-3 3 0,2-1-144,-2 1 1,-2-1 0,2 0 0,1 1-79,2-1 1,1 0 0,-1-1 165,4-3 0,36-17 0,10-9 0</inkml:trace>
  <inkml:trace contextRef="#ctx0" brushRef="#br0" timeOffset="137">26731 6647 8412,'0'-8'-1250,"0"4"1401,0 8 0,0 4 0,0 7-179,0-1 1,1 1 0,2-1-1,2 2-21,-2 3 0,1-3 1,-1 3-1,2-3-239,-2-1 0,-2-1 288,-1 0 0,7 26 0,1 7 0</inkml:trace>
  <inkml:trace contextRef="#ctx0" brushRef="#br0" timeOffset="138">27119 6892 7676,'0'-14'-436,"2"6"0,1 1 838,2 1 0,4 3 1,-2-5-342,1 1 0,1-2 1,6 2-83,-1-1 1,-4 3-1,-2-4-70,-2-2 0,4-2-5,-6-2 0,1 6 6,-5-1 1,-2 7 72,-2-2 1,-4 4 0,-5 2 0,2 4 70,1 5 0,1-1 0,-4 4 0,2 3 30,1 0 1,5 2-1,-4 1 1,-1 5-28,2 3 0,-3 2 0,4 0 0,1-1-48,0 1 0,-1 5 0,4-1 0,-3-1-51,-2-1 0,3-3 1,-3 1-1,1 0-78,4 0 1,-3-5 0,-1-2 0,1-1-61,0-4 1,-4-1 0,4-3-1,-1-2-83,1-1 0,0-7 263,1 2 0,3-29 0,-4-8 0</inkml:trace>
  <inkml:trace contextRef="#ctx0" brushRef="#br0" timeOffset="139">26975 7108 8138,'10'-7'-479,"-1"-2"1,-4 2-1,5 1 615,1 0 0,-3 4 1,1-3-1,1 2-29,-2-2 0,5 4 0,-4-4 0,4 3-133,2 2 0,-1 0 0,0 0 0,1 0-279,-1 0 1,1 0 0,-1 0 304,0 0 0,7-13 0,1-3 0</inkml:trace>
  <inkml:trace contextRef="#ctx0" brushRef="#br0" timeOffset="140">27436 6834 8412,'0'-9'-488,"0"-1"57,0-1 0,1 3 592,4-2 0,-3 9 34,2 1 0,-2 1 0,-2 9 0,0 3-255,0 4 1,-5 1-1,-1 6 60,-2 2 0,-26 8 0,-12 3 0,-5 6 0,-1-1 0</inkml:trace>
  <inkml:trace contextRef="#ctx0" brushRef="#br0" timeOffset="141">27853 7122 9589,'-10'0'-1891,"1"0"1797,5 0 57,-2 0-32,6 0 69,0 0 51,0-6 0,0 3 0,2-5-13,2 1 0,0-2 0,4 2 0,0-1-37,0-3 0,0 3 1,3-3-1,-2-4 43,2-2 1,2-2 0,0 4 0,-2-1-21,-1-3 1,-1 2 0,4-6 0,-2 2-3,-1 4 0,-5-1 1,3 1 59,-2-3 0,-1 1-43,-5 5 0,-2 6-12,-2 3 0,-3 10 0,-4 6 0,1 5 9,-1 3 0,-2 7 0,-1-2 1,0 3-43,-1 2 1,1 4-1,0 2 1,-1 1-59,1-1 1,1 5 0,2-2-1,1 4-45,-1 1 1,0 0-1,0 0 1,3 0-139,1 1 0,-2-3 1,2-3-1,1-4 37,-1-4 1,1-2 0,3-3 0,-2-2 209,2-3 0,1-7 0,-4-26 0,-2-11 0</inkml:trace>
  <inkml:trace contextRef="#ctx0" brushRef="#br0" timeOffset="142">27666 7338 8483,'0'-14'-130,"0"-1"0,0 1 1,0-1-3,0 1 0,1 1 0,4 4 93,5 4 1,-2-2 0,1 3 0,2 0 37,2 3 0,2 1 1,-1 0-1,0 0 37,1 0 1,4 0 0,0 0-66,-1 0 1,-2 0 0,-2 0 0,1 1 38,-1 4 0,-5-2 26,1 7 0,-7 0 51,2 4 0,-3 0-57,-2 1 0,0-1 0,0 1-44,0-1 1,0-4-52,0-1-18,0 1 0,1-2 0,4-3 5,5-4 1,-2-1 0,1-1 27,2-4 0,-3 2 0,0-7 0,0 0 22,0 2 0,-4-4 0,0 2 36,-2-3 0,-2 4 0,0-1 34,0-1 1,0-2-1,0-1 19,0-1 1,-5 6 0,0-1-43,2-1 0,2 3 0,2 0 0,2 0-11,2 0 1,6 5 0,-1-2 0,3 3-19,1 2 0,1 0 0,-1 0 0,0 0 1,1 0 0,-1 2 0,-1 3-18,-4 4 1,3-1 0,-6 2-21,2 1 1,0 2-1,2 1-12,-6 1 0,-2-1 1,-2 0-1,-2-1-36,-2-3 1,0 1 116,-5-6 1,4 0 68,-5-5 1,7-2-1,-2-3-44,4-4 0,1 1 0,0-2 0,0-1-41,0-2 1,5 3 0,1 1 0,2-2-55,3-2 0,2 3 1,1 2-1,1 0-158,-1 0 1,1 0-1,-1-3 1,0 3 205,1 2 0,12 1 0,3 5 0</inkml:trace>
  <inkml:trace contextRef="#ctx0" brushRef="#br0" timeOffset="143">28673 7137 7476,'-13'1'-280,"3"4"1,-1 3 0,6 6 309,2 1 0,2-1 1,1 0-1,1-1-22,4-3 0,-2 3 0,7-4 0,1 4 1,2-3 0,1-2-1,1-2-4,-1-3 0,0-1 1,1-2-18,-1 0 1,-4 0 0,-2-2-1,0-3 10,0-4 0,-5 1 0,3-2 0,1-1 0,-6-2 0,4-1 0,-3-1 22,-2 1 1,0 0 0,0-1 26,0 1 1,-2 1 0,-1 2 0,-2 1 37,2-1 1,-4-2 0,1 1 7,-2 2 1,5-3-1,-4 5 217,1 0-313,4 2 1,-2 1-40,9 0 1,-2 0-1,6 5-16,2 0 1,-3 0-1,2 0 8,1 0 1,2 0 0,1 0-1,1 0 4,-1 0 1,-4-4 0,-1-1 0,3 0-7,0-1 0,3 2 0,-1-4 0,-1 0 45,-3 0 1,2 0 0,-4-3 37,0 2 0,0 1 0,-5-3 171,2 1 1,0 5-109,-5-4 1,-6 7-1,-2 2-10,0 8 1,-3 2 0,4 2 0,-1 4-44,-3 0 0,3 5 0,0 0 0,0 1-44,0 4 1,3 3-1,-3 3 1,0 3-75,0 2 0,3 1 1,-3 5-1,0 0-27,0 0 1,5 1-1,-3-1 1,1 0-22,0 0 0,-1-1 0,3-4 1,-2-6 78,2-6 1,-4-6 0,2-5 75,2-1 0,2-8-7,1-6 1,0-6 0,0-8 0,0-1-6,0 1 0,0 0 0,0-1 0,0-1-21,0-3 1,0 1-1,0-4 1,0 1 0,0 4 0,0-6 0,0 1 0,0-2-1,0 0 0,1 2 0,2-4 1,4 0-16,1-4 1,1 1 0,6-4 0,-1 4-10,1 5 0,1-3 0,1 4 0,2 1 20,-1 3 0,-2 4 0,-2 6 0,1 4 12,-1 3 1,0 2 7,1 0 0,-2 7 0,-4 2 12,-4 4 1,-3-3 0,-2-1 2,0 3 1,-5 0-1,-2 1 1,1-2-8,0-1 1,-6-1 0,3 6-106,-4-1 0,-1 1 0,1-1-103,3 0 188,-2-6 0,16-14 0,-2-10 0</inkml:trace>
  <inkml:trace contextRef="#ctx0" brushRef="#br0" timeOffset="144">29162 6921 8483,'0'-15'0,"5"1"0,0 0-693,-2-1 1,0 7 654,2 3 0,-4 5 1,4 5-1,-3 5 150,-2 3 0,-2 3 1,-1 1-1,-2 4-68,2 1 0,0 2 1,0 3-1,-2-1-33,2-2 1,-1 0 0,1 5 0,-2-2-43,2-3 0,2 3 0,1-5 0,0 2-37,0 0 0,0-1 1,0 2-1,0-2-137,0-2 1,0-1 0,0-2-374,0 1 578,0 0 0,6-49 0,2-12 0</inkml:trace>
  <inkml:trace contextRef="#ctx0" brushRef="#br0" timeOffset="145">29162 7165 8483,'2'-12'0,"1"0"-267,2 3 1,4 4 0,-2-3 0,1 2 53,3 2 0,-3-2 1,1 1 370,2 2 1,2 1-1,2 2-56,-1 0 0,-4 7 1,-2 2-97,-2 4 1,4-3-1,-6-1 1,0 3-11,-3 0 0,1 1 0,1-2 0,2-1-69,-2 1 0,-1 2 0,-2 1 1,0 1-133,0-1 0,-5 0 0,0 1-163,2-1 0,-4-4 368,3-1 0,-1-31 0,5-4 0</inkml:trace>
  <inkml:trace contextRef="#ctx0" brushRef="#br0" timeOffset="146">29378 6993 8462,'0'-15'-129,"0"1"0,0 0-1434,0-1 1501,0 7 1,0 3-1,0 10-6,0 5 0,-5-1 68,0 6 0,-6 47 0,7-20 0,0 1 0</inkml:trace>
  <inkml:trace contextRef="#ctx0" brushRef="#br0" timeOffset="147">29493 7165 8462,'-15'0'-920,"3"2"653,2 3 0,4 3 271,6 6 1,0-4-115,0-1 86,0-6 1,1 4 20,4-7 1,3 0-1,5-2 2,-4-3 0,3 2 0,-6-5 0,2 0-30,3 0 0,-3 4 0,2-4 0,-1 0-5,-1 0 0,5 3 0,-3-3 25,3 1 0,-4-2 59,1 4-14,-7 0 1,3 7-1,-6 3-17,0 4 0,0-1 0,0 2 37,0 1 0,0-3 13,0 2 0,0-6 49,0 6-76,0-7-40,7 3 0,-4-6 0,7-1-13,1-4 1,-3 2 6,1-7 1,1 1 59,4-6 0,-4 7 43,-1 4 0,-4 2-50,5 2 1,-5 0-1,3 2-57,-2 2 0,-1 0 0,-5 5-52,0 2 0,0-3 0,0 2 1,0 1-177,0 2 1,0-4-1,0 1 238,0 1 0,6 2 0,2 1 0</inkml:trace>
  <inkml:trace contextRef="#ctx0" brushRef="#br0" timeOffset="148">29881 7151 7489,'-5'10'426,"1"-1"-443,0 2 1,-2 2-1,1 1 22,2 1 0,-3-1 0,-1 2-302,-1 3 1,5-7 0,-2 2 296,4-1 0,1-20 0,0-2 0</inkml:trace>
  <inkml:trace contextRef="#ctx0" brushRef="#br0" timeOffset="149">29924 6993 8462,'-6'-8'-1169,"4"3"0,-4 8 1095,0 2 1,4 6 73,-3-1 0,-9 41 0,-2 11 0</inkml:trace>
  <inkml:trace contextRef="#ctx0" brushRef="#br0" timeOffset="150">29982 7237 7105,'0'-14'304,"0"-1"1,2 1-219,2 0 0,0 6 0,5 1-43,2 1 0,-3 4 0,2-2-53,1 2 1,2 2 0,1 0-40,1 0 0,-6 0 1,1 0 22,1 0 0,-5 2 0,-1 2-4,-3 6 0,-2 3 0,0 1-73,0 0 1,-5 1-1,-1-1 27,-2 1 1,0-1 0,-4-1-13,3-4 0,4 3 51,-4-8 1,5 3 20,0-2 0,4-4 19,4 4 1,4-3 0,5-1 142,-3 4 1,-2-2 0,-4 7-52,6 1 1,-2 2-1,0 3 1,-2 1-47,-2 3 1,-3 4 0,-1-4 0,0 3-34,0 2 0,-1 2 1,-4 4-1,-5 1-109,-3 1 1,-7 1-1,-3-5 1,-1-1-79,0 1 1,0-5-1,-3-3 1,2-3 88,1-6 0,4-7 0,-2 0 98,1-3 0,7-4 1,6-3-1,2-4 6,2-4 1,4-3 0,4-2 0,2-1 2,2 1 1,2-2-1,4-1 1,0 0-29,1 0 1,-1-3-1,0 4 1,2-1-76,4 0 0,-4-5 1,4 4-1,0-2 10,-1 0 0,2 0 0,-2-3 0,3 1 41,0 2 0,6 5 0,-6-3 1,2 1 5,0 3 1,-6 2-1,1 2 1,-2 0 21,3-1 1,-9 2 0,3 2-1,-1 3 65,0 2 0,-4 1 0,-1 4 1,0-3 350,0 0-200,-5-1 1,4 6 0,-7 4-46,0 5 0,0 2 0,-2 3-93,-3-1 1,4 1-1,-4-1 1,2 0-55,-2 1 1,3-1 0,-2 1-1,0-1-137,0 0 1,0 1-1,-4-1-102,2 1 1,1-1 0,4-1 0,-3-2-578,0-1 791,-1-1 0,-2-20 0,-1-7 0</inkml:trace>
  <inkml:trace contextRef="#ctx0" brushRef="#br0" timeOffset="151">30385 7065 7898,'-8'9'-1202,"1"-1"977,1-1 1,4 4 0,-2-2 224,2 4 0,-24 53 0,10-27 0,0 0 0</inkml:trace>
  <inkml:trace contextRef="#ctx0" brushRef="#br0" timeOffset="152">30457 7266 8072,'-8'2'52,"3"2"0,3 0 0,1 4 0,-2 0-126,-2 0 1,0-4-154,5 6 332,0 0-157,0-2 0,2-2 27,2-6 1,3-2-1,4-1 1,-3-3 9,-2-2 0,6 3 1,-3-3-1,2 0-118,-1 0 0,3 0 0,-4-3 101,4 1 0,1 5 107,1-4-25,-1 6 0,-1-2 66,-3 10 0,-4 3-43,-6 6 0,2 0-11,2 1 0,-2-1-35,3 1 1,3-7-32,1-4 1,-1-2-1,2-2-3,1 0 0,-3 0 0,0-2 1,0-1-19,0-2 0,2-6 0,4 2 3,0-4 0,1-2 0,-2 1 0,-2 0 12,-2-1 0,-1 1 1,4 1-1,-4 2-7,-2 1 0,4 1 0,-4-4 31,2 3 16,-5-2 0,2 10 1,-10-1 29,-4 6 1,1 5 0,0 6 0,0 1 11,0-1 0,4 0 0,-2 1 0,1-1-37,0 1 1,-4 5-1,4 3 1,0 1-27,-1 0 0,4 0 0,-3 5 0,2-1-100,-2 1 1,4 0-1,-6 0 1,3-2 15,-1-3 1,-5 1 0,4-4-1,-2 0-1,-3 0 1,-2-4 0,-1-5 0,-1-4 7,1-2 1,-1 3 0,1-4 0,0-2 44,-1-1 1,6-4 0,-1-1-1,0-3 22,2-2 1,-3-2 0,5-4 28,-2 0 0,5-1 0,-2 1 1,3-1-18,2 1 1,2 1 0,1 2 0,3 1-47,2-1 0,-3 3 0,3-1 1,0-1-77,0 2 0,-3 0 0,5 5 1,1-2 110,2 2 0,39-12 0,11-1 0</inkml:trace>
  <inkml:trace contextRef="#ctx0" brushRef="#br0" timeOffset="153">31723 7079 8447,'9'-13'-249,"-1"2"177,-1 1 0,-1 1 0,-3-6 91,2 1 0,0 4 582,-5 1-550,0 6 0,-6 3 0,-4 9 1,-3 4-29,-1 1 1,-1 1-1,-1-1 1,-1 2-51,-2 3 1,-5-3 0,3 4-1,0-3-14,0 2 0,-3-3 0,4 4 0,-1-5-7,0 0 1,-3-6 0,3-1 0,0-1 9,1-4 1,1 3 0,4-1 0,1-2 65,-1-1 1,1-7 0,1-1 0,2-2 29,1-3 1,7-2 0,-2-2-43,4 1 1,2 0 0,3-1 0,2 1-4,2 0 0,2-1 1,4 1-1,0-1-77,1 1 1,1 1 0,1 2 0,2 3 56,-1 2 0,-2-4 1,-2 5 42,1 2 1,-6 1-1,-1 4 1,0 1 89,0 2 0,-3 6 1,3-1-1,0 4-86,0 5 0,-3-1 0,5 4 0,-1 1 5,-1-1 0,5-3 1,-3 4-1,2-1-156,3 0 1,-1-2 0,0 2 110,1-1 0,22-10 0,11-3 0,3-1 0,0 0 0</inkml:trace>
  <inkml:trace contextRef="#ctx0" brushRef="#br0" timeOffset="154">32442 6978 7608,'0'-14'-430,"0"0"1,5-1-1,0 1 1073,-2-1 1,0 1-383,2 0 0,-2 6-158,7 3 1,-7 5-1,2 5 1,-4 4-3,-1 4 0,0 6 1,0 2-1,0 1-66,0 4 0,0 1 1,-1 0-1,-2-1-60,-2-2 0,-5 0 0,4 5 0,-1-1-31,1 1 1,-4 0 0,4-2 0,-2-1-141,-3-2 0,-2 0 1,-1 4-1,1 0-85,3-4 0,-3 1 1,4-6-1,-4-1-4,-1-2 1,4-8 0,0-3 284,-1-4 0,3-2 0,0-4 0,2-5 0,3-3 0,0-3 0,-1-1 0,0-4 0,0-1 0,3 3 0,1-4 0,0 2-16,0 4 0,0-6 0,0 1 0,0 0-19,0 2 1,5 3 0,-1-1 0,1-1 168,2 2 1,-6 1-1,6 1 1,-1 2-8,3 4 1,-1-2 0,2 6 2,1 2 0,2 1 1,1 2-1,1 0 116,-1 0 0,1 0 1,1 0-165,3 0 1,-3 5-1,3 0 1,-3-2-89,-2-2 0,1 1 1,-1 1-1,0 2-36,1-2 1,-1-1-1,1-2 10,-1 0 0,0 0 1,-1-2-1,-2-1-7,-1-2 0,-7-1 0,4 3 0,-3-4-44,1-1 1,2 3-1,-4-4 31,2-2 0,-1 3-24,-4-2 54,0 7 1,-6-2 81,-4 10 0,-1 3 1,0 6-1,3 1-22,2-1 0,-4 5 0,4 0 0,-1 1-35,1 0 0,-4-4 1,4 4-1,-1-5-26,1 0 1,1-1 0,4 1 0,-3-1 32,0 0 1,-1-4 124,5 0 1,6-7-1,2 0-117,0-6 1,5 0 0,-3-7-1,2-1-23,3-2 0,-2 3 1,-2 1-1,-2-2-45,3-2 0,0 3 20,3 1 1,-6 6 196,1-2 1,-5 3-42,4 2 0,-6 2 0,2 3-116,-3 4 0,-2 4 1,0 1-1,0 1-29,0-1 1,0-4 0,0-1 0,0 2-149,0 2 0,5-3 0,-1-1-133,0 3 0,-1-4-60,2 1 0,1-4 0,5 3 360,-1-2 0,-7-1 0,3-37 0,-6-8 0</inkml:trace>
  <inkml:trace contextRef="#ctx0" brushRef="#br0" timeOffset="155">32773 7208 8447,'0'-9'-1041,"0"-1"1370,0 7-68,0-3 1,0 7-202,0 4 1,0 3 0,0 6-50,0 1 1,0-6 0,0 1-66,0 1 0,0 2 1,0 1 20,0 1 1,0-6 0,2-1 0,1 0-328,2 0 0,1-3-17,-1 5 0,1-5 0,5 3 377,-1-2 0,0-1 0,4-5 0,7-19 0,1-5 0</inkml:trace>
  <inkml:trace contextRef="#ctx0" brushRef="#br0" timeOffset="156">32917 7280 8447,'10'-4'0,"-3"-3"-284,0-1 0,-1 0 1,-3-3-71,2 1 0,2 6 659,-3-6 419,-2 7-498,4-4 0,-6 9-49,0 3 0,0 3-81,0 6 0,7-6-122,2-3 0,-1-3 0,2-2-53,1 0 1,-3 0 0,2 0 4,1 0 0,2-2 1,1-1 20,1-2 1,-6-1 208,1 1 0,-5 3-63,4-3 0,-6 5 0,2 5-39,-3 5 1,-2 4 0,0 4 0,-2 1-31,-3-1 0,2 4 0,-5 2 0,0 3-37,0 2 1,3 1-1,-4 2 1,-2 2-60,-2-2 0,-2-2 0,3-1 0,0-2-56,3-3 1,-1 2 0,-4-9 0,-1-4 132,1-7 0,0-4 0,-1-2 0,3-2 41,2-2 1,-1-4 0,4-7 0,1-1 0,0-3 1,1 3-1,5-3 1,0 3-5,0 2 1,0-1 0,0 1 0,0-1-137,0 1 1,1 0-177,4-1 0,5 6 1,7 1 268,3 1 0,17-9 0,9-4 0,1 0 0,0 0 0</inkml:trace>
  <inkml:trace contextRef="#ctx0" brushRef="#br0" timeOffset="157">23551 8446 8453,'8'-2'0,"-3"-3"-194,-4-4 0,4 1 0,0-2 0,0 1-6,1 1 0,-4-5 0,4 3 189,1-2 1,-6-3 0,4 1 45,-3-1 1,-2 6 0,0-1-19,0-1 1,-2 5 0,-3 1-1,-4 3 8,-4 2 1,-2 0 0,1 0 0,0 2 33,-1 3 1,1-2-1,0 6 1,-1 1-12,1-2 1,1 5 0,2-4 0,3 4-49,1 2 1,-2-1-1,4 0 9,2 1 1,1-1-1,2 0-45,0 1 1,2-7 0,1-2-1,3-1-21,2 0 0,2 0 0,4-5 0,1 0-19,-1 0 0,1-2 0,-1-3 23,0-4 0,1-3 1,-3 1-1,0 2 25,-3-2 0,-1 3 1,2-2-1,-4 0 66,1 2 1,-6-4 200,4 2-185,-3 4 1,-4-1-57,-3 7 0,4 7-28,-4 2 0,3 4 0,2 1-192,0 1 0,0-1 0,0 0-23,0 1 1,2-6 244,3 1 0,35-20 0,14 1 0</inkml:trace>
  <inkml:trace contextRef="#ctx0" brushRef="#br0" timeOffset="158">23752 8374 8453,'0'-14'-590,"0"4"337,0 0 0,-1 7 346,-4-2 1,2 4 0,-5 2-23,2 4 0,-1-2 1,4 7-1,-2 1-80,2 2 0,-3 1 0,1 1 44,2-1 1,1 0 226,2 1-274,0-7 0,6-2 0,2-7-14,0-4 1,4 2-1,-6-7 1,2-1-124,3-2 1,-3-3 0,2-1 0,-1-4 8,-1-2 1,3 4 0,-4-5 0,1-1 84,3-3 0,-3 0 1,0-3-1,-2-1 45,-2-1 1,2-1-1,-1 5 1,-2 1 20,-1-1 0,-2 6 0,0 4 0,-2 3 48,-3 2 1,2 6-30,-7 3 1,7 10 0,-3 6 0,1 5-7,0 3 1,0 7 0,5-4 0,-1 2-35,-4 0 0,3 0 1,-2 5-1,2 0-50,2 0 0,0-1 1,0 3-1,0 1-82,0 1 1,0-4 0,0-5 0,0 2 141,0 1 0,13-11 0,3-4 0</inkml:trace>
  <inkml:trace contextRef="#ctx0" brushRef="#br0" timeOffset="159">23997 8316 8453,'-14'8'-469,"4"0"0,0-4 1,1 2 493,1 2 0,-3-3 0,6 4 0,2 3 87,1 0 1,2-2 0,0 0 182,0 1-236,0 1 1,7-4 0,2-3-73,4-3 1,-4-4 0,1-3-1,0-4-38,-2-4 0,4-1 0,-4-1 0,2 1-46,0 0 1,-6-1 0,4-1 0,0-1-2,0-3 1,-3 0 0,3 0 0,0-2 58,0 0 1,-3-5-1,3 3 1,-2-4 19,-2 0 0,-1-1 0,0 2 0,2 3 23,-2 4 0,-1 4 1,-2 2 18,0 0 1,-2 6 0,-1 4 28,-2 8 0,-1 5 0,2 9 1,0 3 0,0 1 1,3 0 0,1 6 0,0-3-66,0 1 0,0 4 0,-2-6 0,-1 3-119,-2 2 1,0 5-1,5-1 1,0-1 1,0-1 1,0-4 0,0-2 0,0-1 128,0 2 0,0-5 0,0-2 0,0-22 0,0-7 0</inkml:trace>
  <inkml:trace contextRef="#ctx0" brushRef="#br0" timeOffset="160">24198 8374 8453,'10'0'-261,"-2"-2"-541,-2-2 1,6 2 620,-3-3 0,-1-1 188,2 1 0,-1-5 83,6 6 0,-7-3 165,-3 2-50,-4 4 1,-2-6-1,-3 9-21,0 3 1,-6-2 0,4 7-1,-2-1-114,-4-1 0,4 5 1,0-3-1,2 2-102,3 3 0,0-6 0,-1 1-151,0 1 0,-1 2 0,6 0-32,4-4 1,-2 4 0,7-5-598,1 0 812,2-2 0,40-25 0,9-5 0</inkml:trace>
  <inkml:trace contextRef="#ctx0" brushRef="#br0" timeOffset="161">24486 8360 8453,'-9'0'-226,"-1"1"-63,-1 4 0,3-3 0,0 4 0,0-1 395,0 0 0,3 6 1,-3-2-15,2 4 0,1 1 1,5 1-94,0-1 0,0-4 164,0-1 0,1-5-176,4 0 0,3-2 0,7-4-21,-1-2 1,-4-4 0,-1-7-132,2 1 0,-3-2 0,0-2 1,0-1-66,0 2 0,0-1 0,2 0 0,-4-2 147,1-3 0,-6-1 0,6-5 0,-2 1 64,-1-1 1,1-1 0,-3-2 0,1-2 20,2 2 1,0-3-1,-5 1 1,0 4 170,0 4 0,-2 1 84,-3 6 1,2 7-1,-5 12-104,2 8 1,-1 12 0,4 4 0,-2 4-103,2 6 1,1-2 0,2 6 0,0 1-95,0-3 1,0 4 0,2-5 0,1 1-91,2-1 0,6 3 0,-1-3 0,3 1 133,1-1 0,19 5 0,6-4 0</inkml:trace>
  <inkml:trace contextRef="#ctx0" brushRef="#br0" timeOffset="162">25148 8288 8453,'0'-15'-438,"0"6"-370,0-1 849,0 0 1,0 4 0,0 6 18,0 8 0,0 5 0,0 1 0,0 1-78,0-1 0,0 0 1,0 1-21,0-1 0,0 1 0,-2-3 0,-1 0-79,-2-3 0,1-4 28,4 5 68,0-7 0,1 2 0,2-10-11,2-5 1,5 2-1,-4-1 1,1-3-23,-1 0 1,5-3 0,-1 1-1,1-1-13,-1 1 1,2 0-1,-2-1 17,3 1 0,1 1 251,0 3-96,1 4 0,-7 8 0,-2 2 0,-1 6 12,0 3 1,0 1-1,-5 1-105,0-1 1,0 0 0,0 1 0,1-1-86,4 1 0,-3-1 0,2 0-68,-2 1 0,0-1 0,1 0-519,2 1 660,-1-1 0,16-25 0,4-7 0</inkml:trace>
  <inkml:trace contextRef="#ctx0" brushRef="#br0" timeOffset="163">25465 8345 7029,'1'-13'176,"4"4"0,-2 2-224,7 7 0,-1-4 10,6-1 1,-3-2-1,0 4 5,-3-2 0,-6-1-1,2 1 0,2 2 0,-3-7 71,1 7 1,-11-3 17,-4 6 0,2 0 0,0 1 0,0 3 12,0 0 1,5 8 0,-3-3-35,-1 4 0,6-3 0,-4-1-35,3 2 0,2 2 1,0 2-124,0-1 1,0-4 0,2-1-61,3 2 1,1 2-1,5 0-462,-1-4 647,-1 4 0,31-24 0,7 1 0</inkml:trace>
  <inkml:trace contextRef="#ctx0" brushRef="#br0" timeOffset="164">25695 8316 8453,'1'-9'-1632,"4"-1"1821,-3 7 1,4 3-1,-6 10-154,0 2 0,0-2 0,0 0 14,0 1 1,0 2-1,0 1 23,0 0 1,2-4 0,1 0-111,2 1 0,1-5-82,-1-1 0,3-4 2,6-1 0,1 0 1,-3-1 39,-2-4 1,1 2 0,-4-5 0,-1 0-4,0 0 0,4-2 0,-4-2 1,2 2 1,-3-3 94,5 4 0,-5 2 0,3 1 41,-2-1 1,0 6 34,-1-4 0,-3 5-26,3 5 0,1 3 0,-1 6-47,-2 1 0,-1-6 0,-2 1-114,0 1 0,0 2 0,1 0-222,4-4 1,-3 4 317,2-4 0,-8-15 0,-4-4 0</inkml:trace>
  <inkml:trace contextRef="#ctx0" brushRef="#br0" timeOffset="165">25968 8331 8453,'10'-8'0,"-2"1"-850,-2 1 1,5 4 834,-1-2 0,-2 2 279,1 2 0,-5 2-195,0 2 1,3 0 0,-2 5-36,-2 2 1,3-3 0,-1 2-10,-2 1 1,-1-3-77,-2 2 150,0-1-21,0-1 0,0-3-49,0-10 0,5 2 0,-1-6-8,0-3 0,-1 4 0,0-1-47,2-2 1,4 3-1,-2 0 1,-1 0-335,1 0 0,4 3-650,-2-5 1010,4 7 0,1-3 0,1 6 0</inkml:trace>
  <inkml:trace contextRef="#ctx0" brushRef="#br0" timeOffset="166">26313 8331 8295,'0'-10'-907,"0"1"1060,0 5 1,-1-2-104,-4 6 1,2 0-1,-5 2 1,0 1-17,0 2 0,5 6 0,-4-3 0,2 1-48,1 1 1,-3-2-1,4 3 1,-2-1-40,2 1 0,1-3 0,1 0 25,-4-2 0,3 6 48,-2-3-145,2-3 1,8 1 54,4-7 0,-2-5 0,2-1-92,1-2 1,-3 5-1,0-4-16,-2 1 244,5 4 76,-3-11 0,2 12-24,0-4 1,-6 3 124,6 2 1,-5 0-122,4 0 1,1 0-139,4 0 1,-4 0 0,-1-1-102,3-4 0,-4-3 0,1-6 1,1-1-48,-2 1 1,3-7 0,-5-3 0,2-3 60,4-2 1,-6 0 0,-1-1-1,-2-2 27,2-2 0,-4-6 1,4 4-1,-3-3 78,-2 1 0,0 4 0,0-2 0,0 0 115,0 4 1,0 4-1,0 4 152,0 4 0,-5 12 0,-1 8-124,-2 8 1,3 7-1,-3 4 1,0 7 24,0 6 1,5-2 0,-2 5 0,3-1-148,2-1 1,0 7-1,0-1 1,0 1-157,0-2 0,2 4 1,1-4-1,3 3-316,2 3 0,2-8 449,4-2 0,14 9 0,2 2 0</inkml:trace>
  <inkml:trace contextRef="#ctx0" brushRef="#br0" timeOffset="167">26975 8230 8312,'-8'-6'-1305,"0"4"1323,3-3 1,4 5-1,-6 5 1,3 5 61,-1 2 1,0-2-1,3 0 1,-1 1-70,-2 2 0,1 1 0,4 0 0,0 1-23,0-1 1,0-4 0,-2-2 0,-1 0-2,-2 0-7,0-5-8,5 3 1,5-12 0,1-4 3,2-2 0,-3-3 0,3 1 0,0-1-56,0 1 0,-3 4 1,3 1-1,0-2-25,0-2 1,2-2 143,4 1 1,-5 6 196,1 3 0,-7 5-164,2 5 1,-3 3 0,-2 6 0,1 1-38,4-1 0,-3 1 0,2-1-54,-2 0 0,-2 1 0,0-1-173,0 1 1,5-1 0,0 0-288,-2 1 1,0-6 478,2 1 0,3-26 0,6-2 0</inkml:trace>
  <inkml:trace contextRef="#ctx0" brushRef="#br0" timeOffset="168">27133 8316 7625,'0'-8'-397,"7"-3"373,2 6 1,4 1 0,0 2 2,-3-3 1,-2 4 0,-5-6-22,2 1 1,1 4 10,-1-3 1,-4 2 66,4-2 1,-10 4-1,-3-2 1,-1 4 61,-1 4 0,5 5 1,-4-4-1,-2 2-32,-2 3 1,3 2 0,2 1 0,0 1-32,0-1 1,5 1-1,-2-1 1,4 0-41,1 1 0,0-6 1,0 1-1,1 1-94,4 2 0,1-4 1,6-1-1,-3-1-130,2-4 0,2-1 0,2-2 0,-1 0 33,0 0 1,2 0 0,2-2 0,-1-3 195,-4-4 0,2-4 0,-3-25 0,6-1 5,-5 9 0,0 7 0,-9 7 0,0-1 30,-3-2 0,4-1 1,1 4-1,1-1-11,-1-2 1,1-5-1,-4 3 1,3 0 23,2 0 0,-3 2 1,3 5-1,-2-1 175,-2 1 0,-1 6-109,2 3 1,-4 5 0,4 5-1,-3 5 38,-2 2 1,-2 4-1,-1 4 1,-2 4-94,2 3 0,0-3 0,-1 0 0,0 1-37,0 2 1,3 1 0,1-3 0,-2-1 9,-3 2 0,4-4 0,-4 2 0,2 2-264,-2 1 0,3-3 0,-2-2 1,0 1-875,0-1 1106,2 2 0,-24-14 0,2-6 0</inkml:trace>
  <inkml:trace contextRef="#ctx0" brushRef="#br0" timeOffset="169">27263 8374 8312,'0'-14'-283,"0"-1"1,1 6-1,3-1 174,0-1 0,8 4 0,-3 1 191,4 0 0,1 4 0,1-3 0,-1 4-102,1 1 0,-1 1 0,0 2-91,1 2 1,-2 2 0,-2-4-1,-2 2-95,3-2 0,-5 5-398,3 1 604,-7-2 0,10-1 0,-5-6 0</inkml:trace>
  <inkml:trace contextRef="#ctx0" brushRef="#br0" timeOffset="170">27536 8331 8312,'8'-2'0,"-1"-1"-1397,-1-2 1270,-4 0 0,6 5 342,-4 0 0,-2 7 1,3 2-136,-4 4 0,-1-3 1,0-1-1,0 3-28,0 0 1,0 3 0,0-1 0,0 0-7,0 1 1,0-1-1,0 1-86,0-1 0,0-4 1,2-2-37,3-2 1,-2-1-16,7-5 1,-1 0 0,4-2 0,-2-1 65,-1-2 1,-5-6 0,4 3 0,1-2-148,-2 1 1,0 1 0,-5-3 26,2 1 0,4 0 124,-4-4 1,1 6 82,-1 3-46,-3 4 0,4 2 2,-6 4 1,0-2-1,2 5 11,3-1 1,-2-3 0,5-2 24,-2 3 0,5-4-40,-1 4 1,3-3-1,0-4 48,-4-3 0,4 2 16,-3-6 1,-2 4 0,0-5 5,-2-1 0,-1 3 0,-5-1-36,0-3 0,0 4-105,0-1 1,-5 4 0,-1-3-362,-2 2 0,3 1-62,-5 5 480,7 6 0,-10 9 0,5 7 0</inkml:trace>
  <inkml:trace contextRef="#ctx0" brushRef="#br0" timeOffset="171">27982 8360 8137,'-6'8'-132,"3"3"1,-5-5-28,1 2 0,-2-3 0,4 5 142,2 1 0,1 1 57,2 3 1,0-1 0,2-1-66,2-3 1,0-2 0,5-5-25,2 2 1,2-1-7,2-4 0,-1 0 0,-1-1-66,-4-4 0,3 2 0,-6-7 81,2-1 0,-5 3 1,2-2 24,-3-1 1,-2 3 0,-2 0 0,-1 0 47,-2 0 1,-1 4 0,2-6 42,0-1 1,-6 3-48,5-2 0,0 1-6,5-6-10,0 7 0,7-3 104,2 6 1,4 0-50,2 5 0,-3 7 1,0 1-33,-3 0 1,-6 5-1,2-4-28,-3 4 1,-2-3 0,0-1 0,0 2-70,0 2 0,0-3 1,0-1-47,0 2 1,0-3 167,0 2 25,0-7 0,0 2-47,0-10 0,1-3 0,2-6-37,2-1 1,6 6 0,-3-1 0,2 1-131,0 1 1,-1-5-183,6 3 1,-1-1 309,0 2 0,7-23 0,2 0 0</inkml:trace>
  <inkml:trace contextRef="#ctx0" brushRef="#br0" timeOffset="172">28342 8173 8070,'-8'1'-351,"3"4"479,3 4 0,-2 4 1,-1 2-1,2-1-25,1 0 1,2 1 0,0 1 0,0 1-134,0 3 1,0-1 0,0-5 0,0 1-74,0-1 1,0 5 0,0 0-186,0-1 1,0-2-1,0-2 1,0 1-145,0-1 1,0 0 431,0 1 0,7-39 0,0-10 0</inkml:trace>
  <inkml:trace contextRef="#ctx0" brushRef="#br0" timeOffset="173">28500 8316 8312,'8'-14'-826,"-1"4"654,-7 1 1,-2 6 225,-3-2 1,-1 5 0,-5 3 0,1 3-19,-1 2 1,-2-3 0,-1 5-1,-1-1-41,1-1 1,-1 5 0,1-3 31,0 3 1,1 1 0,2 0 82,1 1 0,7-1-17,-2 0 1,5-6 0,3-1 0,4-2 11,1-1 0,1 3 0,6-4-85,-1 2 0,0 1 0,1-3-108,-1 2 0,1 5 65,-1-5 0,0 4 0,-1-2 0,-2-1-1074,-1 0 1097,-7-1 0,16-11 0,-3-2 0</inkml:trace>
  <inkml:trace contextRef="#ctx0" brushRef="#br0" timeOffset="174">29061 7971 8312,'0'-10'-507,"0"1"0,0 4 1,-1-3 591,-4 2 0,2 1 0,-9 5-37,-4 0 0,7 5 1,-6 1-1,1 2-59,-3 3 0,1 2 0,-4 1 0,4-1 0,2-3 0,0 3 0,1-4 0,2 2-29,1-1 1,2 3 0,-3-5-23,1 0 88,7 5 43,-3-12 1,6 7-1,1-5-22,4 2 0,-2 0 0,5-3 1,-1 2 0,-3 0 1,-2 4-1,3-2 1,-4 5 0,4-1 22,-3 3 1,-2 1-1,-2 0 1,-1 1-21,-2-1 0,-4 5 0,2 2 0,-1 1 5,-3 4 0,3 1 1,-2 2-1,-1 0-41,-2-1 0,4 6 0,-1 0 0,1-2-30,1-2 0,0-3 0,5-1 0,-2-2-21,2 1 0,1-4 0,2-2 19,0-3 1,2-3 48,2-3 0,4-4 0,7-6 0,1 0-4,3 0 0,-3-2 0,3-1 0,-1-2-43,1 2 1,-3-3 0,5 1-1,-2 0-95,0-1 1,0 4 0,-4-3-1,-1 4-126,0 1 1,1-5 0,-1 0 0,0 2-238,1 1 473,-7 2 0,5 0 0,-5 0 0</inkml:trace>
  <inkml:trace contextRef="#ctx0" brushRef="#br0" timeOffset="175">29248 8345 8312,'-9'0'-821,"1"2"580,1 3 0,1-2 1,3 6-1,-4 3 466,-1 0 0,5 3 1,-3-1-1,1 0-136,0 1 0,-4-1 0,4 1 0,0-1-103,-1 0 0,4 1 0,-4-2 101,-1-4 1,6-1-28,-4-3 0,3-5 1,2 0-89,0-8 0,2-3 0,1 0 1,2 1 0,-2-1 1,3-4 0,1-2 0,1-2-26,3 1 0,-3 2 0,2 0 0,-1-1-3,-1-3 1,5 0-1,-4 2 1,4-1-45,2 1 0,-1-3 0,0 1 1,1-1 48,-1 0 1,-4 7 0,-1 6 0,1 0 157,-2 0 6,5 5 1,-12 3 0,4 9-1,-3 4 5,-2 1 1,0 2-1,0 2 1,0 1 31,0-1 1,0 2 0,0 0-1,0-3-97,0-1 1,1 3 0,3 1 0,0-3-101,0-1 0,-3 3 1,-1 0-1,0-1-117,0-2 0,0-2 1,0 1-1,0-1-149,0 1 1,0-1-1,0 0-673,0 1 985,0-1 0,-19-19 0,-5-4 0</inkml:trace>
  <inkml:trace contextRef="#ctx0" brushRef="#br0" timeOffset="176">29263 8431 8312,'9'-1'-584,"1"-2"434,1-2 0,-3-1 0,2 2 0,1 0 111,2 0 0,-4 3 0,1 1 1,1 0-26,2 0 1,1 0 0,1 0-171,-1 0 0,0 0 234,1 0 0,12 6 0,3 2 0</inkml:trace>
  <inkml:trace contextRef="#ctx0" brushRef="#br0" timeOffset="177">29637 8431 8312,'8'0'-303,"-2"7"1,-6 1 384,0 6 1,0 1-159,0-1 1,0-4 78,0-1 1,-2-1-61,-2 2 0,1-4 5,-7-6 0,5-1 1,-3-4 48,2-5 0,1-3 0,5-1-15,0 0 0,0-1 0,0 1 0,0-1 17,0 1 0,0 0 0,0-1 0,0 1 3,0 0 1,5-1 0,0 1-1,-1 1 10,3 3 0,-4-1 1,5 5-1,0-1 84,0 1 0,-3 1 0,4 5 0,-6 2 1,4 3-10,-1 4 1,-4 4-1,3 1 1,-2 2-36,2 4 0,-4-4 1,4 3-1,-2-3-56,2-2 1,-3 0-1,2 1 1,0-2 1,0-4 0,-2 4 0,4-5 44,1 0 1,1-2-31,6-6 0,1-1 3,-1-4 0,-4-3 1,-2-6-1,0-1-40,0 1 1,-5-1-1,2 1 1,-2 1-40,2 4 0,-4-4 0,4 3 1,-2-2-84,2-3 1,-2 1 0,5-1-101,-2 1 0,1 1 1,-4 2-98,2 1 0,4 6 344,-4-6 0,6 7 0,-9 16 0,4 11 0</inkml:trace>
  <inkml:trace contextRef="#ctx0" brushRef="#br0" timeOffset="178">30083 8345 7904,'8'-6'61,"-2"4"0,-6 2 1,0 10-1,0 3 0,0 1 0,-2 0 0,-1 1 0,-2-1-74,2 0 1,-3 1 0,0-1 0,-1 1-20,1-1 0,-1-1 0,4-2-40,-2-1 1,-6-2 0,3 3 5,0-2 0,0-7 27,3-2 0,4-2 0,-4-7-5,3-2 1,2-2-1,0-2 1,2 1 1,3 0 1,-4-2-1,6-2 1,-2-1-26,-1 1 0,8 2 0,-4 2 0,1-2 29,1-3 0,-5 3 0,4-2 0,1 5 7,-2 4 0,4 1 50,-2-2 1,-2 4 0,0 7 135,-2 4 1,-1 3-1,-5 7-94,0-1 0,0 5 0,2 0 0,1-1-39,2-2 1,0-2 0,-4-1 0,2-2 8,2-1 0,2-2 1,-4 3-1,3-3 28,2-2 1,-5 1 0,4-4 0,-1 2-7,4-2 1,-2-1-1,1-2 1,1-2-22,-2-3 1,5 2 0,-5-7 0,1-1-9,1-2 0,-2 4 0,3-1 1,-3-1-2,-2-2 1,1-1 0,-4 0-1,2-1-11,-2 1 0,-1 4 1,-2 1-1,1-3-79,4 0 0,-3-3-191,2 1 0,-2-1-991,-2 1 1249,0 6 0,6 2 0,2 6 0</inkml:trace>
  <inkml:trace contextRef="#ctx0" brushRef="#br0" timeOffset="179">30399 8000 7438,'15'0'105,"-1"0"-82,0 0 0,-4 0 1,0 0-1,1 0-15,2 0 0,1 0 1,0 0 15,1 0 1,-1 0 0,0 0 0,1 0 15,-1 0 0,1 0 0,-1-2 90,0-3 0,1 4-59,-1-4 0,-4 3 0,-2 4 5,-2 3 0,-1-2 0,-5 7-14,0 1 1,0 2-1,0 1 1,0 2 2,0 3 0,0-1 0,0 6 1,0 1-18,0 3 1,-2-5 0,-1 3 0,-2 3-69,2 3 1,-3 1 0,1-4-1,2 0-25,1 0 1,-3 4 0,1 1 0,0-2-59,3-2 1,1-6-1,0-1 1,0-3-3,0-2 1,0-2-1,1-2 56,4 1 1,-3-6 117,3 1 155,-4-7 1,-2 3-1,-4-6-42,-5 0 0,-3 0 1,-1-1-1,0-2-152,-1-2 0,1 0 1,-1 5-1,1 0-701,0 0 671,-7 6 0,-46 15 0,24-6 0,1 1 0</inkml:trace>
  <inkml:trace contextRef="#ctx0" brushRef="#br0" timeOffset="180">5683 10388 18102,'0'-9'-2364,"0"-1"0,0 5 2041,0-4 1,0 4 291,0-5 1,1 2 0,2-3 260,2 2 1,0 4-180,-5-5 0,0 5 0,2-3-6,2 2 383,-2 1-813,4-1 994,-6 4-683,0-4 27,0 6 1,2 0 174,3 0 116,-4 0-104,6 0 1,-7 1-745,0 4 298,0-3-425,0 4 730,0-6 1,0 2-18,0 3-234,0-4 0,1 6-483,4-7 683,-3 0 507,4 0 5,-6 0-20,0 0 4,0 6-442,0-4 46,0 4 403,0-6-636,0 0-83,0 6-637,0-4 983,0 4 1,-25 14 0,-7 4-1</inkml:trace>
  <inkml:trace contextRef="#ctx0" brushRef="#br1" timeOffset="181">5783 10403 16674,'-8'-2'-983,"4"-3"1,0 4 485,0-4-238,2-3 0,-4 5 369,6-7 1,0 1 546,0-6 1,0 6-11,0-1 0,0 5-85,0-4 1,1 5-141,4 0 240,-3 2 1,4 4 0,-6 2-1,0 8-194,0 5 0,5 1 0,-1 6 0,0 1 201,-3 2 0,-1 4 1,0 2-1,0 6 12,0 2 0,0 4 1,0 1-1,0 2-147,0-1 1,0-2-1,0-2 1,-1-2-44,-4-2 1,3-4 0,-2-6 0,0-1-12,0 1 1,2-6 0,-3-4 0,4-3-347,1-2 1,-5 0-339,0 1 316,0-7 4,5-2 1,0-7 359,0-4 0,0-61 0,0 23 0,0 0 0</inkml:trace>
  <inkml:trace contextRef="#ctx0" brushRef="#br1" timeOffset="182">5841 10331 19643,'0'-15'-4701,"0"6"3396,0-1 825,-7 1 16,6-6 0,1 7 696,9 3 0,4 4 0,2 1 0,-1 0-181,0 0 1,1 0 0,-1 0 0,2 0-7,3 0-1,-1 0 1,6 0 0,1 0-131,3 0 0,5 0 1,2 0-1,2 0 161,3 0 1,-5 0-1,0 0 1,-1 0 18,0 0 0,4 0 1,-4 0-1,-3 0 14,0 0 1,-2 5 0,-1-1 0,1 1 50,0 2 1,-5-4 0,-2 5-1,1 0-305,-1 0 0,0-5 0,4 3 0,-4-1 103,-1 0 1,3 1 0,-3-2 0,1 0 14,4 0 0,-4-3 1,1-1-1,-1 0 27,0 0 0,1 0 1,1 0-1,-3 0-10,-1 0 0,-4 0 1,5 0-1,-2 0 25,0 0 1,1-5-1,-6 1 1,0-1 68,1-2 1,-1 6 0,1-4 0,-1 3-7,0 2 0,-1-1 0,-2-2 1,-1-2 219,1 2 0,2 1 31,1 2-226,-6 0-102,5 0 10,-11 0 0,4 2-334,-6 2-381,0-2 255,0 4 101,0 1 1,0 1 56,0 6 0,0-4 162,0-1 0,0 1 0,0 4-3,0 1 0,0-1 0,0 0 40,0 1-1,0-1 1,0 1 0,0-1 75,0 0 0,-2 2 0,-1 2 1,-2 1 54,2-1 1,2 3 0,1-1-1,0 1-38,0 0 0,0 0 0,0-4 0,0 2 1,0-1 0,0 3 0,0-2 0,0-1-6,0-2 1,0-2 0,0 0 0,0 1 1,0-1 0,0 0 1,0 1 1,0-1 0,0-4 0,0-1-2,0 3 1,-2-6 156,-3-1 155,4-4 0,-12-1-64,3 0 1,-2 0-103,-3 0 0,1 2 0,-1 1 0,1 2 9,0-2 0,-1-1 0,-1-2 0,-1 1 4,-3 4 0,-4-2 1,4 5-1,-4 0-17,-7 0 1,3-3-1,-6 3 1,2 0-25,-2 0 0,-2 2 1,-7 3-1,-1-2-39,1-2 1,-5 1-1,-1 4 1,-2 1-123,-4-1 0,6-4 1,-1-2-1,2 0 78,0 0 1,0-5 0,7 2 0,1-4-52,1-1 1,1 0 0,-4 0 0,1 0-9,-2 0 0,8 0 0,-7 0 0,4 0 0,1 0 1,3 0-1,-3 0 1,2 0 41,3 0 1,2 0 0,3 0 0,1 0-3,2 0 0,7 0 1,-3 0-1,4 0 15,2 0 1,5 0-92,-1 0-30,7 0 0,-2 0 0,10 0-37,4 0 0,-1 0 0,2 0 1,1 0-3,2 0 1,1 0 0,1-1 211,-1-4 1,39-35 0,-22 13 0,0 0 0</inkml:trace>
  <inkml:trace contextRef="#ctx0" brushRef="#br1" timeOffset="183">6071 10590 9973,'-2'-10'-2801,"-2"1"2696,2 5 1,-6-7 191,3 6 1,4 2 94,-4 8 1,3-2 0,1 7-116,-4 1 1,3 2 0,-3 1 0,2 1-10,-2-1 0,4 0 0,-6 1 0,3-1-10,-1 0 1,-5 6-1,4-1 1,0-2-40,-1-1 0,-2 4 1,2-1-1,1-2 45,-1-1 0,-2-1 0,2-1 141,-1 0-59,5 1 0,-3-9-194,6-6 1,0-1-1,0-9 1,0-1-66,0-2 1,6-1 0,2-2-1,2-2 43,-1-1 0,-4-2 1,5 4-1,1-4-4,2-2 1,-4 4 0,1-3-1,1-1 9,2 1 1,1-2-1,1-5 1,-1 1 47,0-1 1,1 0 0,-2 2-1,-2 3 39,-2 5 1,-5 3 0,2 3 68,0 3 0,-2 4 6,5 6 1,-6 2 0,2 2 0,-3 6 12,-2 3 1,0 1 0,0 2 0,0 2-48,0 1 0,0 5 1,0-3-1,0-1-21,0 1 1,0 5-1,0-4 1,0 2-48,0 0 1,-5-5-1,0 4 1,2-1-27,1 0 0,2-2 1,-1 2-1,-2-1-45,-2-4 0,0 4 0,5-2 0,-2-1-64,-2-2 1,2-2 0,-3 1-232,4-1 0,1-4 382,0-1 0,0-44 0,0-7 0</inkml:trace>
  <inkml:trace contextRef="#ctx0" brushRef="#br1" timeOffset="184">6100 10777 9973,'-2'-10'-1283,"-3"1"1,4 4 1175,-4-5 1,5 2 129,5-1 1,-2 2 0,7 7-63,1 0 0,2 0 1,1 0-197,0 0 239,1 0 0,18 13 0,6 3 1</inkml:trace>
  <inkml:trace contextRef="#ctx0" brushRef="#br1" timeOffset="185">6359 10690 9973,'-2'-8'-1300,"-1"5"1246,-2 6 1,0 5-1,5 7 79,0-1 0,-4 2 0,-1 2 0,2 1-35,1-1 0,2-2 0,0-2 0,-2 0-20,-2 1 1,2-1-1,-3 0 107,4 1 1,1-6 29,0 1 0,0-8-145,0-2 1,0-7 0,0-7 5,0-1 0,0 1 0,1-2 0,2-1-75,2-3 0,2 0 0,-4 2 0,3-1 26,2 1 0,-3-3 0,3 1 0,0-1 54,0 0 1,-5 2-1,4 5 1,-3-1 8,1 1 1,5-1 70,-5 1 1,1 6 33,-1 3 0,-4 10 0,4 5 0,-3 2-27,-2 3 1,0-1 0,0 1 0,0 0-20,0 5 0,0-4 0,0 4 0,0 0-17,0-1 1,0 0-1,0-3 1,0 2-35,0 1 0,1 0 1,2-5-51,2 1 0,2-2 1,-4-2-1,3-3 19,2-2 1,-3-1 0,3-7 44,-2-3 0,6 2 0,-4-6 0,1-2-18,1-2 1,-5 2 0,3-2 0,0-3-18,0 0 1,-4 3 0,4 0 41,-1-3 0,2-1 0,-4 2 0,0 1 0,1-1 0,-4 1 0,4 0-81,1-1 0,-6 1-83,4 0 1,-2 4-115,2 0 1,-2 9 214,7 1 0,0 19 0,4 11 0</inkml:trace>
  <inkml:trace contextRef="#ctx0" brushRef="#br1" timeOffset="186">6790 10633 9099,'-9'0'-269,"-1"0"1,5 1 0,-3 4 288,2 5 1,0 3-1,2 1 1,0 2-42,0 3 1,1-3-1,0 3 1,-2-3-58,2-1 1,1-1 0,2 1 0,0-1 26,0 0 1,0-4 103,0 0-63,0-7 0,0-8-1,0-9 0,0-4 1,0 4-1,0-1-28,0 1 1,5-2 0,0-2 0,0-1-35,1 1 0,-3 2 0,5 0 1,-1-1 47,-4-2 0,3 0 0,1 6 1,-1 2 38,1 1 1,-1 2 0,-3-3-4,2 1 0,1 7 0,-2 0 91,0 6 0,1 0 0,-5 8 0,0 4-16,0 2 1,0 4 0,0-3 0,2 1-71,3-2 0,-4 4 0,4-2 1,-3-1-16,-2-2 0,4-2 0,1 1 0,0-1-34,1 1 0,-2-3 0,5-2 32,2-5 1,2-4 0,1-2 17,1-4 0,-6-5 0,1-7 1,1-4-20,2-1 0,1 2 0,1-4 1,-1-1 12,1-2 1,-6 3 0,1 0 0,1 0-45,2 1 1,-4-2 0,-1 6 0,0 1-378,0 2 423,-5-5 1,10 5 0,-5-5 0</inkml:trace>
  <inkml:trace contextRef="#ctx0" brushRef="#br1" timeOffset="187">5710 4517 9563,'1'12'-19,"-1"34"-54</inkml:trace>
  <inkml:trace contextRef="#ctx0" brushRef="#br0" timeOffset="188">5755 3770 21554,'-21'0'-498,"-2"-7"1,-4-2-112,3-4 0,-1 0 1,5 4-1,3 4 493,1 3 0,-3 2 0,0 0 1,-1 2 112,0 3 0,4 1 0,-5 5 0,2-3 174,-1-1 0,1 2 336,5-4 149,-1 0-640,7-5 1,-4 0 0,4 0-1</inkml:trace>
  <inkml:trace contextRef="#ctx0" brushRef="#br0" timeOffset="189">5567 3914 18970,'8'-7'-582,"-1"4"-839,-7-7 1,5 6 1256,-1-6 1,1 0-159,-5-4 0,0 4-4,0 1 1,0 4 36,0-5 1,0 6-221,0-6-398,0 7 79,0-4 452,0 7 709,0 0-128,-6 0 0,-2 0 1,-7 2 80,1 3 1,5-4 0,-1 6 0,-1-2 33,-2-1 0,-1 6 0,-1-4 1,1 1-5,-1-1 0,1 4 0,0-4 0,-1 2 54,1 3 1,4-3 0,2 2-135,2 1 0,-4-3 1,5 2-163,2 1 0,3 2 1,5 0-323,5-4 0,-2 4 0,1-5 1,2 2 98,2-1 1,2-4 0,-1 3 0,-1 0-84,-4 0 1,4-3 0,-3 3 0,1 0-75,-1 0 0,2-4 0,-2 6-38,3 1 1,-4-4-1,-1-1-104,-1 0 0,-3-2 199,-4 5 0,-1-4 1,-4 3 491,-4-2 1,-4 4 0,-2-5 0,1 0 97,0 1 1,1-3 0,2 5 0,1-1-52,-1-4 1,-2 3 0,-1-1 123,-1-2 0,6 0-146,-1 2 0,7-2-348,-2 7 1,5-7-360,5 2 0,3-3 726,6-2 0,39-7 1,9-1-1</inkml:trace>
  <inkml:trace contextRef="#ctx0" brushRef="#br0" timeOffset="190">5740 4144 15630,'0'14'-786,"0"1"1,0 4 0,0 2-1,0-1-554,0 1 1307,0 5 0,-8 10 0,-3 8 0,-1 6 0,0 0 0</inkml:trace>
  <inkml:trace contextRef="#ctx0" brushRef="#br0" timeOffset="191">7567 4057 20385,'-14'0'135,"4"-4"-1028,1-1 1,4 0 631,-5 5 1,6 0 690,-6 0-238,7 0 1,-10 0-48,3 0 1,4 2-1,0 1 138,-1 2 0,6 6-583,-4-2 0,3 4 1,2 2-117,0-1 1,0 0-1,0 1 208,0-1 0,0 1 1,2-1-119,3 0 0,-2-4 0,5 0 1,0-1-145,0-1 0,-3 5 0,4-5-7,2 0 0,-3 5-219,2-4 0,-7-1-161,2 2 0,-4-5 878,-1 4 1,-6-6 0,-3 2 458,-4-3 0,3-2 0,1 0 67,-3 0 0,0 0 213,-3 0 1,6 0-467,-1 0 0,8 0 180,2 0-103,7 0 0,39-13 1,8-3-1</inkml:trace>
  <inkml:trace contextRef="#ctx0" brushRef="#br0" timeOffset="192">7697 4259 17807,'0'-10'-5224,"0"1"4219,0 6 712,0-4 177,0 7 1,0 2 20,0 3 1,0-2 64,0 6 0,0 1 14,0 4 0,0 1 1,-2-1-123,-3 0 0,4 1 1,-6-2-1,3-2 274,-1-2 1,-5 1 0,4 4 0,-1 1 15,1-1 0,0-4 1,2-1 31,0 3 1,-6-4 164,5 1 1,0-4-288,5 5 0,2-7 1,3 0 183,4-6 1,4 1 0,2-4 0,-1 1-44,0 0 1,2-1-1,2 3 14,1-2 1,19-19 0,1 0 0</inkml:trace>
  <inkml:trace contextRef="#ctx0" brushRef="#br0" timeOffset="193">9524 4057 17825,'14'0'-1950,"-6"-1"2245,-3-4 1,1 2 125,-1-7-1155,0 7 935,-5-3-668,0 6 0,-2-5 68,-2 0 1,0 0 230,-5 5 0,4 0 199,-5 0 0,6 0-83,-6 0 0,5 0 0,-4 0-11,-2 0 0,3 2 349,-2 3 0,2-2 1,-3 5-322,1-2 0,5 4 1,-3-4 440,2 2 1,-4 2-219,6 4 0,-1 1 0,5-1-376,0 0 1,0 1 0,0-1-56,0 1 0,0-6 0,1 1 0,3 1-127,0 2 0,6-4 1,-4 1 20,2 1 1,-3 0 0,3 1-293,-1-3 0,-1-4 246,-1 4 0,-4-4-44,4 5 0,-3-5 190,-2 4 0,-2-6 548,-3 2 0,-3-3 0,-4-1 0,0 3 324,3 0 0,4 1-136,-5-5 0,6 2 205,-6 3-444,7-4 1,41-1 0,18-8 0</inkml:trace>
  <inkml:trace contextRef="#ctx0" brushRef="#br0" timeOffset="194">9653 4302 17243,'-8'-2'-2257,"4"-2"1,0 2 1854,0-3 1,2 2-608,-3-2 893,4 4 0,1-7-146,0 3 368,0 3 0,6-4 1,2 4 180,0-2 0,0 2 0,-3-3-141,4 4 0,-1 1 91,2 0 0,-2 1-140,2 4 0,1-2 1,-7 7-127,0 1 0,-3-3 1,-1 1-10,0 3 1,0-4 0,0 1 82,0 2 0,-5-3 0,1 2-93,1 1 0,1-3-444,2 2 1,0-5 3,0 4 0,2-6 280,2 2 0,3-2 0,4 1 188,-2 0 0,-4 1 401,5-5 0,-7 2-243,2 3 0,-4-2-60,-1 6 1,-6-1 0,-4 4 0,-4-3 35,-5 2 1,3-3 0,-3 2 0,1 1 390,-1 2-270,3 1 0,-24 1 0,2-1 0</inkml:trace>
  <inkml:trace contextRef="#ctx0" brushRef="#br0" timeOffset="195">11768 4014 18614,'-8'-6'-3251,"2"4"2317,6-4 0,-2 6 2279,-3 0-578,4 0-271,-6 0-133,7 0-139,0 0-288,7 0 910,-6 0 289,6 0-1013,-7 0 74,0 0-16,0 6-295,-7-4 0,1 6 136,-4-3 0,4 3-315,6 6 1,0-4 0,0-1-36,0 2 1,2 1 0,1-1 0,3-3-72,2-2 1,-3 5 0,5-1-125,1 3 0,-3 1 110,1 1 1,-4-3 0,3 0-133,-1-3 0,-3 1 76,-4 4 0,0-4 156,0-1 1,-1-5-1,-4 0 716,-5-2 0,2 3 0,-1 0 142,-2-2 1,-2-2 0,-2 1-194,1 3 1,4-4-1,1 4 151,-2-3 0,4-1 783,3 4-888,2-3 0,8 4-66,4-6 1,41 0 0,11 0 0</inkml:trace>
  <inkml:trace contextRef="#ctx0" brushRef="#br0" timeOffset="196">11926 4245 17211,'0'-10'-2933,"0"0"1,0 6 2105,0-6 603,0 7 102,0-4 0,-1 7 0,-2 2 439,-2 3 1,-2-2-1,4 7-237,-1 1 1,-6 2 0,5 1-94,2 0 1,-3-4-100,1-1 1,-2-1-1,4 4 309,-2-3 1,1-4 525,4 5-724,0-7 1,1 3 138,4-6 1,-2 0-1,5-1-85,-1-4 0,-1 3 0,-1-3 205,4 4 1,-1 1-11,2 0 1,-1 0-131,6 0 0,-6 0 91,1 0 0,0 0-180,4 0 1,-4-2 472,-1-3 0,1 4-316,4-4 0,-6 2 0,-1 0-284,-1-2 0,-3-2-495,7 3 867,-7 2-231,3-4 1,-7 6 17,-4 0 0,2 1-23,-7 4 1,2 3 0,-3 6-175,1 1 0,6-1 0,-4 1 0,0 1-43,0 3 0,3-3 1,-3 5-1,0-2-566,0 0 743,5 7 0,-29 21 1,0 14-1</inkml:trace>
  <inkml:trace contextRef="#ctx0" brushRef="#br0" timeOffset="197">11524 5798 19133,'8'-6'-1053,"-2"4"1,-4-4 0,1 4 1338,2-2-431,-1 2 1,-2-4-1064,3 6 955,-4 0 132,6 0-179,-7 6 0,0-3-131,0 7 1,0-5-39,0 4 1,0-4-73,0 5 1,0-1 275,0 6 0,-5-1 0,-1 0 268,-2 1 1,4-6 0,-2 1-137,0 1 1,2 2 0,-4 1-73,2 1 1,-4-1 307,6 0 0,-14 7 0,2 2 0</inkml:trace>
  <inkml:trace contextRef="#ctx0" brushRef="#br0" timeOffset="198">11409 6173 15612,'-15'0'-275,"1"0"1,-1 0 0,1 0-277,0 0 0,4 6 454,0 4 1,6 2-1,-4 3-78,1-1 0,2 0 1,5 1-78,0-1 1,0 1 0,0-1 0,0 2 157,0 3 0,-6 16 0,-2 10 0</inkml:trace>
  <inkml:trace contextRef="#ctx0" brushRef="#br0" timeOffset="199">11193 6518 15297,'-15'0'-940,"1"0"1,0 0 942,-1 0 1,1 1 110,-1 4 1,7-2-234,4 7 0,0 0 0,1 4-174,-2 0 0,1-4 101,4 0 1,6-1 0,2 6 0</inkml:trace>
  <inkml:trace contextRef="#ctx0" brushRef="#br0" timeOffset="200">10905 6734 15612,'-14'0'-326,"-1"0"0,1 0 0,-1 0-228,1 0 0,4 0 1,1 0 665,-2 0 0,3 4 1,-2 3-96,-1 1 1,5-3 0,-1 3 0,2 0-373,1 0 1,-1-4 309,5 6 0,-7-7 0,-1 4 0</inkml:trace>
  <inkml:trace contextRef="#ctx0" brushRef="#br0" timeOffset="201">10545 6921 10135,'-14'-10'-176,"0"2"1,-1 2-393,1 3 0,-1 1 203,1 2 0,0 2 319,-1 2 1,6 3 0,1 4 8,1-1 0,-2-6 1,2 4-1,1 0-38,-1 0 1,1-3 0,1 3 33,-4-2 0,1 4 1,0-4-1,0 1 62,0-1 7,-2-1 0,-17-5 0,-3 0 0</inkml:trace>
  <inkml:trace contextRef="#ctx0" brushRef="#br0" timeOffset="202">10071 7093 10135,'-15'0'-258,"-1"0"0,-1 0 0,-3 0-120,3 0 0,1 0 1,1 0-1,1 0 460,0 0 0,-1 2 0,1 1 0,0 2-46,-1-2 0,-1 5-41,-3 2 0,3-2 1,-3 0-1,4 0-128,6 0 0,-4-5 0,3 3 146,-2 1 0,-3-4 0,1 5-5,0-2 0,-21 6 0,-9 0 0,-3 0 0,0 0 0</inkml:trace>
  <inkml:trace contextRef="#ctx0" brushRef="#br0" timeOffset="203">9150 7439 10135,'-29'0'-280,"0"0"0,5 0 0,2 0 0,0 0 71,-1 0 0,6 0 1,-3 1-1,4 3 174,2 0 1,0 6 0,-1-4 0,1 1-65,-1-1 0,6 4 0,-1-4 63,-1 2 1,-2 0 0,1 3 0,0-3 40,3-1 0,4 2-4,-5-4 1,-12 13-1,-8-2 1</inkml:trace>
  <inkml:trace contextRef="#ctx0" brushRef="#br0" timeOffset="204">8143 7827 12128,'-29'0'-80,"0"0"0,0 0 0,2 0 0,2 0-399,1 0 1,5 2 0,-4 1 0,2 3 479,4 2 0,-4 2 0,2 3 0,1-2-11,2-1 1,-3-1-1,0 4 1,1-2-18,2-1 0,2-1 0,-2 4 0,-2-2 2,-1-1 46,0-7 1,-15 16-1,-4-3 1</inkml:trace>
  <inkml:trace contextRef="#ctx0" brushRef="#br0" timeOffset="205">7323 8173 12093,'-16'0'0,"-2"0"-163,-1 0 0,-5-2 0,3-1 0,0-2-164,1 2 0,-1 3 0,3 5 0,-1 3 349,1 0 0,-2 4 0,-1-4 0,0 2-1,0-1 1,-3 1 0,5 3-1,2-2-40,1-1 1,-4-1-1,0 6 1,-1-3-39,0-2 0,-3 3 0,3-4 0,1 3 0,-1-3 0,-5 4 0,4-5 0,-2 0 175,0-3-96,6 3 0,-54 0 0,-6 6 0</inkml:trace>
  <inkml:trace contextRef="#ctx0" brushRef="#br0" timeOffset="206">6201 8561 12707,'-34'8'0,"0"-2"-530,2 1 1,-3-4-1,2 5 1,1 0 544,1 0 1,-2 0-1,-1 3 1,2-1 2,2 1 0,1-3 0,0 2 0,2 1-17,3 1 1,-1-2 0,5-2 0,3 0-4,1 0 1,1 0 0,1 3 0,0-1-27,-1 1 0,1-3 0,1 2 0,2-1-113,1-1 0,1 5 0,-4-3 84,3 2 0,-1-2 1,5-2 58,-2-2 0,5-1 1,-4-5-1</inkml:trace>
  <inkml:trace contextRef="#ctx0" brushRef="#br0" timeOffset="207">5309 8978 11967,'-16'13'-208,"-2"-2"1,-1-3-110,1-1 1,-3 2 0,2-2-1,0 1 405,-2 3 1,5 2 0,-5 3 0,2 1-146,0 2 1,-5 2 0,3-3 0,1 2 17,-1 3 1,0-6-1,3 4 1,-1-2 13,2 1 0,-4 4 0,2-4 0,1 1-44,2 0 0,2 3 0,-2-3 0,0-1 5,1 1 1,-7 3 0,8-5 0,-2-1-2,0-2 51,1 5 1,-25 8-1,-6 7 1</inkml:trace>
  <inkml:trace contextRef="#ctx0" brushRef="#br0" timeOffset="208">4560 9683 11823,'-14'15'-259,"0"-1"1,-1 0-91,1 1 1,-1-1 0,1-1-1,1-2 531,4-1 1,-2-5-1,4 4-258,-1 2 0,3 2-19,-4 2 0,6-1 30,-2 0 1,3 1 0,2-1-1,0 0-24,0 1 1,0-1 0,0 1 0,0-1 1,0 0 1,0 1 0,0-1 0,0 1-46,0-1 0,0 0 0,0 1 1,0-1-121,0 1 0,0-1 197,0 0 1,-6-6-1,-2-1 1</inkml:trace>
  <inkml:trace contextRef="#ctx0" brushRef="#br0" timeOffset="209">4273 10288 11825,'-13'9'276,"2"-1"0,1 0-944,-1 0 0,-2 2 578,-1 4 1,4-1 0,2-2 0,2-1-26,3 1 1,1-3-1,2 1-11,0 3 0,0-4 0,0 1 48,0 2 1,0 2 0,0 2 0,0-1-9,0 0 1,5-4 0,0 0 0,-2 1-58,-2 2 0,4 1 0,0 0 0,0-1 1,1-3 0,9 22 1,7 0-1</inkml:trace>
  <inkml:trace contextRef="#ctx0" brushRef="#br0" timeOffset="210">4258 10748 10968,'-8'0'-1559,"2"2"1587,6 2 1,0 0 0,1 4-238,4-2 0,-2 0 1,7-2-1,1 2 195,2 2 0,40 2 0,9 4 1</inkml:trace>
  <inkml:trace contextRef="#ctx0" brushRef="#br0" timeOffset="211">4762 10777 10906,'9'0'-674,"1"0"0,-5 0 0,4 0 654,3 0 1,-4 1 0,1 3-36,2 0 0,41 14 0,10-2 0</inkml:trace>
  <inkml:trace contextRef="#ctx0" brushRef="#br0" timeOffset="212">5006 10806 11825,'8'-7'417,"5"4"-1004,-3-7 1,3 2-1,-1-3 593,-2 2 1,3 5 0,-5-2 41,0 0 0,5 2-28,-4-5 0,4 4 0,1-3-24,1 2 1,-6 1 0,-1 3 0,0-1-108,0-2 1,2 0 115,4 5 1,13 0 0,4 0 0</inkml:trace>
  <inkml:trace contextRef="#ctx0" brushRef="#br0" timeOffset="213">5452 10590 11825,'-6'-8'-2252,"4"0"392,-2 3 1702,2 3 1,4-4 313,2 6 0,4 0 1,7 0-140,-1 0 0,26 13 0,6 3 0</inkml:trace>
  <inkml:trace contextRef="#ctx0" brushRef="#br0" timeOffset="214">5409 10503 11825,'-14'-12'-485,"-1"2"1,1-3-1,0 4-43,-1-4 0,3 3 452,2 1 1,-1 4 24,6-5 0,2 7 138,8-2 0,-2 5 0,6 3 0,3 4-161,0 1 0,3-3 1,-1 3-1,0 0 54,1 0 1,6-4 0,1 6 0,2 0-37,0-2 0,-2 4 0,4-2 1,-2 1 55,1-1 0,1 3 0,0-4 0,-4 4-23,-1 1 1,4 1 0,-2-1 0,1 1 9,0-1 0,-7 0 0,2-1 0,-3-2 10,-1-1 0,-6-5 0,-1 4-266,-1 2 1,-4-3 353,-8 2 1,-8-2-1,-6 3 1,0-3-5,-2-1 0,4 2 1,-7-2-1,0-1 40,1 0 0,-4 6 1,3-4-1,-3 1-9,-2 1 0,0-1 0,1 6 0,-3-1-3,-2 0 0,2 1 0,-2-1 0,2 1 4,3-1 1,-1 5 0,0 0-1,2-1-55,3-2 0,3 3 0,7-1 0,-1-2-100,1 0 0,6-10-20,3 9 1,36-17 0,9 0 0</inkml:trace>
  <inkml:trace contextRef="#ctx0" brushRef="#br0" timeOffset="215">22472 9597 18583,'-14'-6'-1879,"6"2"1,1-4 1135,1 2 0,4 0 1,-4 2 980,-1 0-573,6-1 0,-4 5 720,10 0 0,-2 0-106,7 0 0,-1 0-123,6 0 1,-1 0 0,0 0-151,1 0 0,-1 0 1,1 0-1,-1 0 103,0 0 0,1 0 1,-1 0-1,1 0 72,-1 0 1,0 0-1,1 0 1,-1 0-255,0 0 1,6 0 0,-1 0 0,-2 1 236,-1 4 1,4-3-160,-1 3 0,19-10 0,0-3 0</inkml:trace>
  <inkml:trace contextRef="#ctx0" brushRef="#br0" timeOffset="216">22947 9424 16169,'-10'-9'-3149,"2"-1"1341,2-1 1373,-5 5 1,11-1 737,0 7 0,1 0 1,9 0-1,1 0-265,2 0 1,0 2 0,-2 1 0,-2 2-116,3-2 1,0 3-1,3-1 1,-1 0 48,1 1 0,-1-4 0,0 3 0,1-2-40,-1 2 0,0-4 0,-1 6 0,-2-3 127,-1 1 0,-7 2 0,4-4 119,-1 2 0,-4 6-37,2-2 1,-8 3-1,-6-1 1,-3-3-115,-1-2 0,-1 5 0,-1-1 0,-1 1 65,-2-1 0,-2 3 1,3-4-1,-1 4-14,2 1 1,2 1-188,6-1 0,34-6 0,15-2 0</inkml:trace>
  <inkml:trace contextRef="#ctx0" brushRef="#br0" timeOffset="217">23666 9453 14034,'8'-14'-1866,"-1"4"1592,-7 0 1,1 1 311,4-5 1,-3-1 37,2 1 1,3-1 62,-2 1 0,-1 0-145,-4-1 1,0 6-90,0-1 0,0 5 0,-1-3 5,-4 2 0,-3 1 0,-5 7 0,2 1 140,1 2 1,1 6 0,-6-2 0,1 4-18,0 2 0,4-1 0,2 0 0,0 1-22,0-1 1,5 1 0,-2-1 0,3 2-84,2 3 0,0-3 0,0 3 0,0-3-43,0-1 0,2-1 0,3 0 0,3 1-12,0-1 1,5 4 0,-5-2-1,1-3 33,1-1 0,-1 1 1,4 1 14,-3 1 1,-4-6-1,-6 1 1,-6-2 0,-4 3-1,-3-3 126,-1-1 0,-5-1 0,0-3 0,-1 2 22,0-2 0,4 4 0,-5-3 0,2 0 65,0-3 1,-1-1-191,6 0 32,0 0 0,7 0 0,7 0 0,8 0 220,5 0 0,33-19 0,9-5 1</inkml:trace>
  <inkml:trace contextRef="#ctx0" brushRef="#br0" timeOffset="218">23796 9626 14034,'-10'0'0,"0"0"-403,-1 0 1,3 0 0,-1 1 273,-3 4 0,5-2 226,-3 7 0,7-5 1,-2 4-220,3 2 1,2-3 0,2 2-76,3 1 1,3 0-1,6 1 1,0-4 133,1-2 1,-6-1 0,1-5 0,1 0 30,2 0 1,1 0 0,1 0 29,-1 0 1,-1-2 0,-2-3 130,-1-4 0,-7 1 0,2-2-218,-4-1 1,-2 3 0,-4 0-44,-5 2 1,-1-1 0,0 4 0,1-2 107,-1 2 0,-2 1 0,-1 2 76,0 0 1,-1 0-1,2 2-160,4 3-14,2-4 1,39 25 0,8-2-1</inkml:trace>
  <inkml:trace contextRef="#ctx0" brushRef="#br0" timeOffset="219">24098 9870 14798,'-7'-14'-2913,"4"6"2232,-6 3 0,4 4 884,-5 1 1,2 6-1,-3 4-221,1 2 1,7-2-1,-2 0 1,4 1-541,1 1 415,0-4 0,13 12 1,3-4-1</inkml:trace>
  <inkml:trace contextRef="#ctx0" brushRef="#br0" timeOffset="220">24587 9568 14851,'0'-9'-4267,"0"-1"4063,0 0 273,0-4-158,0 6 64,0 2 1,0 17 4,0 3 1,0 4 0,-2-4 32,-2 1 1,0-1 0,-4 0-47,2 1 1,0-6 526,1 1-393,3-7 1,-3 2 51,10-10 0,3 2 0,7-7 0,-1-1-114,0-2 1,1-1 0,-1 0-1,0-1 77,1 1 1,-1 4 0,1 2 0,-1 0 136,0 0 0,-4 5 0,0-2 439,1 4-662,-5 1 0,1 6 0,-7 4-112,0 2 0,0-2 1,0 0-1,-2 1 55,-3 2 1,4-4-1,-4 1 1,3 1-444,2 2 1,0 1-42,0 0 1,0 1 271,0-1 0,7-12 0,1-4 1</inkml:trace>
  <inkml:trace contextRef="#ctx0" brushRef="#br0" timeOffset="221">24889 9597 14947,'-14'0'-1698,"4"0"1670,0 0 0,1 2 238,-6 2 1,8 0 0,2 5-398,3 2 1,2-3 0,0 2 4,0 1 1,0-3 0,2 0-50,3-2 0,2-1 0,8-5 235,-1 0 1,1 0 0,-1 0 0,0-1 13,1-4 1,-6 2-1,1-5 1,0 0 38,-2 0 1,3 3-1,-5-5-48,2-1 1,-5 3 0,2-1-189,-3-3 137,-2 6 1,-7-5 11,-2 6 0,1 0 1,-2 5 254,-1 0 0,-2 0-592,-1 0 1,4 2 172,1 3 1,37 9 0,6 8 0</inkml:trace>
  <inkml:trace contextRef="#ctx0" brushRef="#br0" timeOffset="222">25177 9539 14724,'-10'0'-2440,"1"0"2281,-1 0 253,-4 0 1,6 2-1,1 3 40,1 4 1,4-1-1,-3 2-246,4 1 0,1 2 0,0 1 1,-2-1 12,-3-3 0,4 3 1,-4-4-10,3 4 1,2-4-132,0 1 1,7-7 146,2 2 1,4-3 0,2-4 75,-1-3 1,0 2-1,1-5 1,-1 0-2,1 0 1,-1-2-1,0-2 40,1 2 0,-6-1 0,1 6 243,1 2 1,-3-3 235,2 1-267,-7 0 0,3 11-331,-6 4 1,0-2 16,0 2-189,0-7 0,2 3 87,3-6 1,3 0-1,4-1 193,-2-4 0,3 2 39,-4-7 1,3 5 85,-3-4-402,4-1 582,-11-4-224,4 6 1,0 14 0,2 10 0</inkml:trace>
  <inkml:trace contextRef="#ctx0" brushRef="#br0" timeOffset="223">25767 9539 14240,'1'-12'-1210,"4"2"274,-3-3 0,4 10 740,-6-7 0,0 6 294,0-6-93,0 7 1,0-2-1,0 10 51,0 4 1,-5-1-1,-1 2 1,-1 1-13,1 2 1,-4 1-1,4 1 1,0-1-65,-1 1 0,-2-1 0,2-1 0,1-2 82,0-1 0,-1-1 1,4 5-102,-2 1 0,0-6-45,5 1 0,2-7 95,3 2 0,3-3 1,6-4-1,0-1 110,1-2 0,-1-6 0,1 3 1,-1-2-116,0 1 1,1 1-1,-1-3 1,1 1 54,-1-1 0,0 3 1,1-2 73,-1-1 0,-4 5 315,-1 1-212,-5 3 0,2 4 0,-8 3-155,-2 4 1,2 4-1,-4 0 1,1-2-40,0-1 1,0-1-1,4 4 1,-3-2-245,0-1 0,-1-1-75,5 6 1,6-7 85,4-4 0,3-2 1,1-2 142,0 0 0,1-2 0,-1-1 0,0-3 27,1-2 1,-1 0 0,1-3 0,-1 1-18,0-1 0,1-2 0,-2-1 107,-4-1 1,2 6 0,-4-1 9,1-1 1,-5-2-207,2-1-202,-4-1-49,-1 7 0,2 2 321,3 6 0,3 6 0,6 2 0</inkml:trace>
  <inkml:trace contextRef="#ctx0" brushRef="#br0" timeOffset="224">26241 9568 14244,'-14'0'-275,"4"2"1,1 1 77,-2 2 1,-2 0 376,-2-5 1,7 1 0,2 2 15,0 2 1,4 2-313,-3-3 1,5-2 0,5 3 14,5-4 1,-2-1-1,1 0 1,2 0 47,2 0 0,2 0 0,-1 0 1,0-1 39,1-4 1,-6 3 0,1-4 0,1 1 58,2 0 0,-3-4 0,-2 2-129,-2-1 1,-1 4-18,-5-6 0,0 5 0,-2-3 16,-3 2 1,-7 1-1,-8 5 1,3 2 305,1 2 0,1 0 0,1 5 0,-2 2-45,-3 2 1,8-3-1,-4-1 1,4 3-157,3 0 1,-3 3-1,6-1 1,2 0-245,1 1 0,13-1 0,5 1 0,5-3-364,5-2 1,7 1 570,6-6 1,10-7 0,7-4-1,6-2 1,-1 0 0</inkml:trace>
  <inkml:trace contextRef="#ctx0" brushRef="#br0" timeOffset="225">26975 9424 12353,'5'-14'-452,"1"1"1,1 2 81,-1 1 0,4 1 0,-4-6 512,2 1 1,-3 1 0,3 2 80,-2 1 1,-1 6 290,-5-6-567,6 7 226,-4-4-218,4 7 1,-6 7 0,0 2 0,0 4 40,0 2 1,-4-1 0,-1 0 0,0 2-40,-1 4 0,2-3 0,-4 5 0,0 1-2,0-1 0,1-3 0,-5 5 0,3 0-132,-2-1 1,3 2 0,-2-4 0,-1 2-33,-2 2 0,3-4 0,1 0 0,-1-2 2,2 0 1,-3 0 0,6-4 137,2-1 0,8-32 1,3-7-1</inkml:trace>
  <inkml:trace contextRef="#ctx0" brushRef="#br0" timeOffset="226">26846 9597 12409,'-8'-14'-3410,"1"4"3111,7 0 1,0 6 453,0-6 0,7 7 1,2-2-60,4 3 1,1 2-1,1 0 1,-1 0-101,1 0 1,1 0 0,1 0 0,2 0-186,-1 0 202,-2 0 0,17 7 0,6 1 0</inkml:trace>
  <inkml:trace contextRef="#ctx0" brushRef="#br0" timeOffset="227">27205 9654 12409,'8'-1'-535,"-3"-4"0,-2 4 897,2-4-433,-3-3 0,4 5 235,-6-7-327,0 7 1,-2-4-1,-2 7 186,-6 0 0,2 5 0,-1 2 0,-3 1-21,0 3 1,2 1 0,0 1 0,1-2 13,1-1 1,-3 0-1,4 2 1,1 0-226,-1-3 33,3 1 93,4 4 0,6-6 0,2-5 0,2-4 53,-1-4 1,1-6 0,4 3 0,1-2 160,-1 1 0,0 4 0,1-3-99,-1 1 1,-4-2 0,-1 4 35,2 2-49,-4 1 1,1 2-19,-3 0 0,-4 7-393,4 2 0,-3 4 207,-2 1 0,4-4 167,1 0 1,26-33-1,1-2 1</inkml:trace>
  <inkml:trace contextRef="#ctx0" brushRef="#br0" timeOffset="228">27464 9482 12409,'8'-21'-161,"-3"-1"0,-3-2-336,-2 0 1,4 5 0,1-4 0,0 4 501,1 6 0,-4-1 110,3 4 1,-4 5 0,-1 5-62,0 8 1,0 7-1,0 2 1,-1 4 21,-4 2 1,2-1-1,-5 3 1,0-1-79,0 2 0,3 0 0,-5-1 0,1-1-58,1 2 1,-5-1 0,5 1 0,-1-4-21,-1-1 1,2 5 0,-3-4 0,3 0-125,1-2 1,-2 0-1,4 0 1,2-3-518,1-1 773,2-8 1,51-59-1,-19 15 1,0 0 0</inkml:trace>
  <inkml:trace contextRef="#ctx0" brushRef="#br0" timeOffset="229">27651 9467 12409,'0'-14'-665,"5"4"1,0 1 19,-2-2 823,-1 4 1,-2 2 0,-2 9-118,-3 0 1,2 8 0,-5-3-1,0 4-10,0 1 1,3 1-1,-3-1 1,0 1-76,0-1 1,0 0 0,-3-1 0,3-2-16,2-1 1,-5 0 0,1 4 18,-3 0 0,4-4 134,-1 0-143,7-7 1,-2 3 0,8-7 128,2-4 0,6 2-6,-1-7 1,3 7 76,1-2 1,0 3-64,1 2 1,-6 2-182,1 3 1,-7-2 0,2 7-94,-3 1 0,2-3 1,1 1-132,-2 2 0,1 2 0,-1 2-98,2-1 0,1-4 1,-3-1-681,2 2 1039,6-4 0,16-20 0,12-11 0</inkml:trace>
  <inkml:trace contextRef="#ctx0" brushRef="#br0" timeOffset="230">27738 9640 9848,'0'-9'-141,"0"-1"1,1 7 0,2-4 346,2 1 0,0 3 0,-3-5-39,2 1 0,-2 1 21,3 1 120,-4 4 0,-7-6-295,-4 7 1,2 7 48,-1 2 0,6 4 0,-2 1-126,3 1 1,2-1 0,0 0-97,0 1 1,2-2-1,3-2 1,4-3-472,4-2 1,1 4 642,1-5 0,50-13 0,14-8 0</inkml:trace>
  <inkml:trace contextRef="#ctx0" brushRef="#br0" timeOffset="231">28371 9352 12415,'-7'-14'-1249,"6"8"0,-4 6 1,3 8 1374,2 4 0,0 3 0,0 1 0,0 1-64,0 2 0,0 5 1,0-3-1,-1 0-49,-4 0 0,3 3 0,-3-3 0,2 1-47,-2 4 0,2-4 1,-5 2-1,0 0-139,0-2 0,4 4 0,-6-7 1,0 0-44,2 2 217,-4-11 1,10-17 0,-4-17-1</inkml:trace>
  <inkml:trace contextRef="#ctx0" brushRef="#br0" timeOffset="232">28284 9511 12462,'-9'-13'-1205,"-1"3"0,7 2 944,-2 3 0,5 4 0,5-4 0,5 3 419,2 2 1,3-1-1,-1-2 1,0-2-93,1 2 1,-1-1-1,2 1 1,2-2-11,1 2 0,2-3 0,-4-1 1,3 1 19,-3 0 0,-1-5 0,-1 3 0,-1-2 163,0 0 0,-1 6 277,-3-6-93,2 0 1,-12 2-404,0 4 0,-6 8 0,-8 6-32,-1 3 1,6 3 0,1 1-1,0 2-41,0-1 1,0 0 0,-3-1-1,3 4-29,1 1 1,1-4-1,3 1 1,-4-3-69,-1-1 1,5 4 0,-2 0 0,4-1-195,1-3 0,0-5 117,0 0 1,1-7 129,4 2 1,-2-5-1,7-4 1,1-2 256,2-2 0,-4 0 1,1-3-144,1 1 0,2 2 1,1-3 106,1 2 0,-6 5 35,1 0 0,-5 2-74,4 2 0,-4 2-136,5 2 0,-7 4 0,3 5-119,1-3 0,-6 3 1,6-4-45,-1 4 1,-4-4 0,4-1 138,0-1 0,34-2 1,15-5-1</inkml:trace>
  <inkml:trace contextRef="#ctx0" brushRef="#br0" timeOffset="233">28788 9640 12462,'-8'-1'-830,"3"-4"1,2 3-288,-2-3 0,3 2 850,-2-2 1,9 2 500,4-6 0,-1 5 0,2-2-92,1 0 1,2-1-1,-1-4 1,0 3 404,-3 2 87,-6-6-484,10 4 1,-13 0-1,0 4 11,-8 2 1,-3 4 0,0 2 72,1 6 0,2 3 0,-3 1-113,1 1 0,7-1 0,-2 0-309,4 1 1,1-6 0,1 1-238,4 1 1,3 2-1,7 0-174,-1-4 0,2-1 549,3-3 0,42-16 1,16 1-1</inkml:trace>
  <inkml:trace contextRef="#ctx0" brushRef="#br0" timeOffset="234">29335 9525 25392,'-10'0'0,"2"2"606,2 2 1,-1-2 0,4 4-1,-3-1-1043,-2 0 0,3 5 1,-3-4-1,1 2 128,4 3 1,-3 2-1,-1 1 62,-1 1 0,5-1 0,-2 0-151,4 1 1,2-6 0,4-1 71,5-1 0,-2-2 0,1-5 0,3 0 284,0 0 0,3 0 0,-1 0 0,1-2 123,-1-3 0,0-1 0,1-5 0,-1 1-258,1-1 1,-6-2-1,-1-1-60,-2-1 0,-1 1 0,-5 0-33,0-1 1,-1 6-1,-4 1 1,-5 1 157,-2 4 1,-3-3 0,1 1 0,-1 2 85,1 1 0,0 2 0,-1 0-26,1 0 0,4 2-801,1 2 333,5 4 1,30 7 0,14-1 0</inkml:trace>
  <inkml:trace contextRef="#ctx0" brushRef="#br0" timeOffset="235">29723 9309 19190,'2'-16'0,"1"-1"-244,2-3 1,-1 1 0,-2 6-528,3 4 1689,-4 2 1,6 9 0,-7 3 0,-2 4-638,-3 4 1,2 2-1,-5 1 1,0 3-131,0 5 1,-1-2 0,-6 4 0,2 3-114,4 2 0,-4 3 0,2-5 1,-5 0-12,-3-1 1,0 6-1,3 1 1,-2 0 53,-1 0 0,-7 4 0,4-4 0,-2 0-569,0 0 0,6 4 0,-2-6 1,0-1 44,1-1 1,2-7 0,5-2-752,3-1 0,6-2 1474,-2-5 0,48-44 0,13-12 0</inkml:trace>
  <inkml:trace contextRef="#ctx0" brushRef="#br0" timeOffset="236">29766 9410 25392,'0'-8'-3048,"0"3"1,0 10-1,0 4 3404,0 4 0,-5 3 0,-1 2 0,0 3-154,-1 1 0,-2 2 1,2 5-1,-1 0-119,-3-1 0,0 1 0,0 0 1,1 0-80,-1-1 0,0 1 0,0 0 0,1-2-350,-1-3 0,3-1 1,-2-6-1,1 2-287,1-1 1,-4-2 856,8-2-462,-8 1 0,17-33 1,-3-8-1</inkml:trace>
  <inkml:trace contextRef="#ctx0" brushRef="#br0" timeOffset="237">29795 9568 21659,'10'-5'828,"-1"1"1,-4-3-1,5 4-29,1-2 1,2 0-671,1 5 1,0 2-583,1 3 0,-7-2-360,-4 7 1,-4-1-1,-4 6 1062,-6-1 0,-3 0 0,-3-1 0,-1-2 43,-2-1 0,-1-1 0,4 6 0,-1-1-430,-2 1 1,-1-6 0,8 1 0,0 1-16,3 2 1,31-24-1,4-7 1</inkml:trace>
  <inkml:trace contextRef="#ctx0" brushRef="#br0" timeOffset="238">30514 9467 19593,'-9'0'73,"-1"0"0,5 0-160,-4 0-8,6 0 73,-10 0 1,10 0 204,-7 0 437,7 0 404,-4 0-456,7 0 1,0-1-686,0-4 1,0 2-209,0-7 0,-1 7-684,-4-2 1,2 4 907,-7 1 0,5 0 0,-3 1 0,0 2 163,0 2 0,5 6 0,-3-1-322,-1 3 1,6-4-564,-4 1 577,3 0 1,4-2 0,3-4 357,4-2 0,4-2 0,2-2 259,-1-2 0,0-3 0,-1-4 1,-2 1 199,-1-1 0,-2 3 1,3-1-1,-3-3-549,-1 0 1,2-3 0,-3 2 0,1 2-209,-1 2 1,-1-1 0,-3-3 0,1 2 196,2 2 1,1 4 0,-3-5 290,2-1 0,5 3 1,-4 0 331,2 2 1,-3 1-293,4 5 1,-4 0-1,3 1-902,-1 4 0,-3-2 0,-4 9 0,0 2 228,0 4 1,0 2-1,-1 0 1,-2 3 212,-2 5 1,-6 0 0,1 1 0,-3 2 77,-1 2 0,-2 4 1,-2 5-1,-1-3-256,2 0 1,-4-1 0,2 4 0,1-2-72,2-2 1,2-8 0,1 1 0,3-7 1382,5-3 1,4-2-1601,1-5 0,1-6 0,4-3 0,5-5 696,3-5 0,1-3 0,0-6 0,2-2-198,4-3 1,-4 3-1,3-5 1,-3 2-144,-2 0 0,0-2 0,1 3 0,-1-3-95,1-1 0,-6 3 0,-1-4 0,-1 3-165,-4 2 1,3-3-1,-1 2 91,-2 1 1,-8 2 0,-4 4 0,-2 1 235,1 1 0,-3 7 0,4-2 0,-4 3 21,-2 2 0,6 0 115,-1 0 1,7 13-1,-3 3 1</inkml:trace>
  <inkml:trace contextRef="#ctx0" brushRef="#br0" timeOffset="239">31334 9352 6761,'0'-8'264,"0"-4"1,0 8-97,0-5-115,0 6 0,0-5 0,2 4 97,3 0 1,-4-3-21,4 2 0,-2 4-21,2-4 1,-2-1-63,7 1-74,-7-6 1,4 7-1,-9-4 5,-3 2 0,2 1 0,-7 5 32,-1 0 0,-2 0 1,-1 0 18,0 0 1,-1 5 0,1 1-24,-1 2 0,6 0 0,1 4 1,0-3-9,0 2 1,3-3 0,-3 2 0,2 1-30,2 2 0,3 1 1,1 1-1,0-1 5,0 1 0,0-6 0,1 1 0,4 1-13,5 2 0,-2-1 0,0 0 0,0-3 34,0 2 1,0-3-1,3 0 1,-3 0-29,-2 0 0,4-3 19,-5 5 1,0-1-2,-5 6 0,-5-6 0,-2-1 0,-1 0 26,-3 0 1,-2-4 0,-1 2 0,0-1-12,-1 0 1,2 1 0,2-3 0,2 2-122,-2-2 0,-1 0 1,1 1-231,2 0 0,5 3 372,0-2 0,59-23 1,17 0-1</inkml:trace>
  <inkml:trace contextRef="#ctx0" brushRef="#br0" timeOffset="240">31392 9583 7870,'-8'6'212,"2"-3"1,4 7-244,-3 1 1,2 2 17,-7 1 0,7 0 0,-3-1-3,-1-3 1,6 3-102,-4-4 46,3-2 0,4-1 20,3-6 1,-2 0 0,7 0 40,1 0 1,-3-5-1,1 0 5,2 2 0,-3 2 0,0-1 46,-1-3 1,4 4-9,-1-4 0,-2 3-7,1 2-9,1 0 1,-1-1 2,1-4 0,-5 3 57,4-3-3,-5-3 0,7 5 74,-6-6 1,-1 4-43,-4-5 9,0 7 0,-1-2-51,-4 10 1,-1 3 0,-4 6 0,4-1-85,-1-3 0,4 3 1,-5-4-1,0 4-115,0 1 0,3 2 0,-3 2 0,0 1 126,0-1 1,-14 30 0,-8 6 0</inkml:trace>
  <inkml:trace contextRef="#ctx0" brushRef="#br0" timeOffset="241">6690 11309 12778,'-10'-14'-2847,"0"-1"2097,7 7 331,-3-4 0,6 8 521,0-5-66,0 6 0,0-2 0,0 10 15,0 4 1,0-1-1,0 2 1,0 1 31,0 2 0,-2 1 0,-1 1 1,-2-1-17,2 0 0,-3 2 0,-1 2 0,1 1 38,0-1 0,-1 2 0,4 0 0,-3-1-43,-2 2 0,3-4 0,-3 6 0,0-3 34,0-2 0,3-2 1,-3-2-1,0 1-68,0-1 1,3-1 0,-3-2 95,2-1 1,-1-7 88,3 2 1,2-5-282,-3-5 0,8 2 0,4-7 0,-1-1-11,1-2 0,4-1 1,-2-1-1,3 1-28,-3 0 1,4-2-1,-3-2 1,2-1 76,3 1 0,-2 2 0,-2 3 0,-2 2 89,2 2 1,1-1-1,-1-3 1,-2 2 34,3 1 0,-4 7 0,1-2 86,2 4 0,-3 1-126,2 0 1,-7 1 0,2 4-24,-3 5 1,-2 3 0,0 1 0,0 0-71,0 1 0,0-1 1,0 1-1,0-1-150,0 0 29,0 1 1,0-6 0,0 1 12,0 1 0,1 0 1,2 0-1,2-1-384,-2 1 0,1 2-89,0 1 1,0-1 668,5-3 1,14-36 0,7-14-1</inkml:trace>
  <inkml:trace contextRef="#ctx0" brushRef="#br0" timeOffset="242">6905 11496 10827,'-9'0'343,"-1"0"1,7 2-1,-2 3-481,4 4 0,1 4 0,0 1-56,0 1 0,0 1 1,0 1-1,0 2-15,0-1 0,0 0 0,0-1 0,0 2 104,0-1 0,19 17 0,5 4 0</inkml:trace>
  <inkml:trace contextRef="#ctx0" brushRef="#br0" timeOffset="243">8992 11324 13182,'0'-15'-1645,"0"6"0,0-1 1360,0-1 0,0 3 0,0-2 249,0-1 0,0 3 0,0-2 74,0-1 1,0 3 0,1-1 118,4-3 0,-3 4-52,2-1 1,3 4-5,-2-5 1,1 7-96,-1-2 1,-4 5 1,4 5 1,-3 3-1,-4 7 1,-1-1 42,-2 0 0,-6 6 0,3 0 1,-2 1 3,1 0 1,1 5-1,-3-2 1,1 1-11,-1-1 0,0 3 0,-1-4 0,4-1-55,2-3 1,-4 2 0,4-2-103,-2-1-76,5-2 43,-4-8 0,9-3 1,3-10-1,3-5 172,0-3 0,5 4 0,-4-1 1,2-1-101,-1-2 0,3-1 1,-4-1 62,4 1 1,2 1 0,-3 2 0,0 1 11,-3-1 0,1 3 114,4-1 0,0 5 101,1 0 1,-7 4-239,-3 4 0,-4 4 0,-1 7 27,0-1 1,0 1 0,0-1-121,0 0 0,0 1 1,0-1-33,0 1 0,0-1 1,0 0-457,0 1 472,0-1 1,7-6-1,1-1 1</inkml:trace>
  <inkml:trace contextRef="#ctx0" brushRef="#br0" timeOffset="244">9265 11439 12895,'-8'0'-1987,"0"0"2184,3 0 0,4 6 0,-6 4-319,1 2 0,4 3 0,-3-1 0,2 1 32,-2-1 1,2 0 0,-5 1-1,0-1 43,0 1 1,3-1-1,-3 0 1,2 1 16,3-1 0,-4-4 0,3-1 18,0 2-35,-4-4 0,8-1 0,0-6 25,8 0 0,5-1 1,3-3-56,3 0 1,-3-6 0,4 5 0,-4 0 66,-2-1 107,0 4 0,33-23 0,7 1 0</inkml:trace>
  <inkml:trace contextRef="#ctx0" brushRef="#br0" timeOffset="245">11020 11324 11822,'-8'-7'-1761,"0"1"1,5-5 1383,-2 1 1,0 5 251,5-4 1,0-1 208,0-4 1,0 4 0,0 0 6,0-1 0,0 3 1,0-1 41,0-3 0,0 4-25,0-1 0,0 4-294,0-5 207,0 7 0,0-2 1,0 10-1,0 5 48,0 3 0,-1 3 1,-2 1-1,-4 4-19,-1 1 1,-1 2 0,-4 5 0,2 0-20,1 0 0,0 1 1,-4 2-1,1 2-35,4-2 0,-4-7 1,5-2-1,-2-3-43,1-2 0,4-2 125,-5-2-33,7-6 1,-2-3 0,10-10-32,5-4 1,2-4 0,3-1-1,-1-1-16,1 1 0,-6 4 0,1 1 1,1-3-40,2 0 0,-4 2 1,1 0-1,1 1 33,2 1 0,1-5 214,1 3-85,-1 4 1,-4 0 32,-1 6 0,-6 6-269,2 4 1,-3 2 0,-2 3-38,0-1 1,-5 1-1,0-1-23,2 0 1,1 1 111,2-1 0,0 7 0,0 1 0</inkml:trace>
  <inkml:trace contextRef="#ctx0" brushRef="#br0" timeOffset="246">11106 11482 10808,'-8'-7'-1876,"2"4"1549,6-6 1,0 4 437,0-5-103,0 7 1,6-3 234,4 6 0,3 0-192,1 0 1,-1 1 0,-2 2-72,-1 2 0,-7 6-119,2-1 0,1-2 0,-1 2 80,-2 1 1,-1-3 0,-2 1 66,0 3 1,0-4-82,0 1 0,0 1-40,0 4-111,0-6 0,1 3-75,4-6 174,-3 0 245,11 1 1,-10-4 181,6 3 0,-5-2-231,0 2 0,-2-2 1,-4 5-1,-2 0 4,-6 0 0,-3-3 0,-3 4 0,-3 2 1,-5 2 0,2 3-16,-2 3 1,-32 23 0,21-16 0,1 1 0</inkml:trace>
  <inkml:trace contextRef="#ctx0" brushRef="#br0" timeOffset="247">12804 11208 10031,'-8'7'-113,"0"-6"0,5 6 22,-2-1 1,-1 2-1,3 7 1,-2-1 16,2 0 0,-4 1 1,2-1-1,1 2 13,-3 3 0,6-3 0,-4 5 0,3-2 12,2 0 0,-5 1 0,1-6 0,0 0 15,3 1 1,1-1 0,-2-1 0,-1-2 29,-2-1 0,0-5-66,5 4-260,0 1 282,0-2 1,0-3 176,0-10 0,0 2-155,0-7 1,0 5 0,0-4 17,0-3 0,5 4 1,2-1 40,1-2 0,-5 3 0,3 0 14,1 1 0,-1 1-12,4 1 0,1 2 1,-5-5 197,2 1-93,-5 3 0,4 10-278,-7 4 1,0 2 0,0 3 111,0-1 1,0 1-1,0-1 1,0 0-93,0 1 1,0-1 0,1 1-103,4-1 0,-3-5 133,2 1 1,-2-7-1,-2 4 1</inkml:trace>
  <inkml:trace contextRef="#ctx0" brushRef="#br0" timeOffset="248">12890 11511 12211,'0'-15'-2048,"5"6"1293,0-1 1,1 2 888,-1-2-106,-3-2 0,4 12-21,-6 0 1,-1 6 0,-3 8 5,0 1 1,-6-1-1,5 1 1,0-3-1,-1-2 1,3 3 0,-5-4-1,0 4-74,0 2 0,5-1 1,-4-1-1,2-2 102,1-2 1,-3-1-1,4 4-158,-2-3-8,0 1 75,5-2 1,2-2 0,3-6 113,4 0 1,-1-1 0,2-3-27,1 0 0,-3-1 1,0 3-1,0-1 64,0-2 0,-3 0 52,5 5 0,-6-1 119,6-4-172,0 3 1,-1-4 0,-1 4 12,-1-2 0,-1 2-25,-1-3 0,-2 4 1,5-1-106,-2-3 1,1 4-16,-2-4-61,-4-3 1,5 5 181,-6-7-119,0 7 1,-1-3 141,-4 6 0,-1 6 1,-5 2-1,3 1-137,1 1 1,-2 0 0,2 4-1,1 0-75,-1 1 0,-2 4 0,4 0 0,0 0-117,-1 2 1,3 2-1,-5 5 1,0 1 145,0 0 1,-15 32-1,-7 7 1</inkml:trace>
  <inkml:trace contextRef="#ctx0" brushRef="#br0" timeOffset="249">31867 9698 24843,'-10'-13'-6480,"0"2"5252,-1 1 0,5 0 0,0-2 1,1 1 878,0 1 0,0 0 1,5-4 256,0 0 0,5-1 0,0 1 0,0-1 23,1 1 0,0-5 0,5-2 0,-1 0 8,1 0 0,0-3 1,2 4-1,0-3-6,3-2 0,2 2 1,-4-1-1,0 0-350,1 2 0,-1-4 0,1 6 0,-1-1 420,0 0 1,1 2 0,-1 5 125,0-1 0,1 7 113,-1 3 1,1 4-181,-1 1 0,-6 1 1,-2 4-132,1 5 0,-6-2 0,4 1 22,-3 3 0,-2 0 0,0 3 0,-2-1 32,-3 0 0,-1 1 0,-5-1 1,1 2 29,-1 3 1,-7-3 0,-1 5 0,0-2-82,-2 1 1,4 4 0,-7-4-1,-2 3-25,-1 2 1,-2-4 0,0-2-1,2-3 50,3-1 0,-1-1 0,6 0 95,1 1 32,2-7 0,16-2 0,8-6-38,8 0 0,5-5 1,-2-1-1,3 0-103,1-1 1,4 1-1,-3 3 1,1-4-228,-1-1 1,4 5 307,-4-2 1,-10-3 0,-1 0 0</inkml:trace>
  <inkml:trace contextRef="#ctx0" brushRef="#br0" timeOffset="250">32514 9266 8514,'2'-8'-650,"1"2"4,2-1 0,-1 4 691,-4-7 1,5 6 59,0-6 0,1 2 0,-2-3-17,0 1 1,3 2 0,-4-3 52,2 1 1,4 1 137,-4-5-225,6-1 0,-7 2 9,5 4 1,-6 4 0,1 10-38,-8 4 1,1 9-1,-5 1 1,0 0-35,0 2 0,-1 0 0,-4 4 0,2-1-3,1 2 1,0-4 0,-4 2 0,0 2-67,-1 1 0,3 0 0,0-1 1,3-4 21,-2-1 0,-1-2 1,3-4-1,2-1-31,1 0 30,4-6 21,-4-1 1,6-9 0,2-3 0,2-3-37,6 0 0,-2-4 0,2 2 0,1-1-19,2 1 0,1-3 1,0 4 60,1-4 0,-1 3 1,0 1 40,1-2 1,-1 3 15,1-2 0,-1 7 92,0-2 1,-6 5-16,-3 5 1,-3 3 0,-2 6-98,0 1 1,0-1-1,0 0 1,0 1-8,0-1 1,0 1-1,0-1-36,0 0 1,0 1-1,0-1 1,0 1-132,0-1 0,0 0 1,0 1-131,0-1 1,0 0 295,0 1 0,0-20 0,0-5 0</inkml:trace>
  <inkml:trace contextRef="#ctx0" brushRef="#br0" timeOffset="251">32730 9496 8298,'6'-8'-1207,"-3"0"1665,7 3-342,-7 4 1,5-6 0,-5 9-72,2 3 1,0-2-1,-5 7-35,0 1 0,0-3 0,0 1 0,0 3-78,0 0 0,-2-2 0,-1 0 0,-2 1-21,2 2 1,0-4 0,0 1-322,-2 1 1,-5 2 409,6 1 0,-1-31 0,5-9 0</inkml:trace>
  <inkml:trace contextRef="#ctx0" brushRef="#br0" timeOffset="252">32816 9352 8514,'0'-14'-1343,"0"0"712,0-1 608,0 7 1,0 8-1,0 10 23,0 3 0,0 52 0,0 13 0</inkml:trace>
  <inkml:trace contextRef="#ctx0" brushRef="#br0" timeOffset="253">32946 9554 8514,'9'0'-793,"1"0"1,-5 0-1,4 0 1335,2 0-299,-4 0-160,-1 0 0,-6 1 1,0 4-30,0 5 0,-5-2 0,-1 0 1,-2 0-9,-3 0 1,3 1 0,0 6-15,1-1 0,-2-4 0,4-1 206,2 2-108,-5-4 0,8-1-140,0-6 0,2 0 0,7-1 1,2-4-98,2-5 1,1-3 0,1-1 0,1-2-63,3-3 1,-3 1 0,3-4 0,-3 0 136,-1-1 0,-1 4 1,-1-5-1,-2-2 39,-1-1 1,-7-1 0,1-1 0,0 0 10,0 0 0,-2 7 0,3 3 0,-4 3 405,-1 1-330,0 1 0,-4 7 0,-3 6-97,-1 4 0,4 13 1,-4-2-1,0 4-19,0 3 0,3-4 0,-3 6 1,0-1-35,0 1 0,3-4 1,-3 5-1,0 0-90,0-2 1,0 5 0,-3-3-1,3 3-37,1 2 1,-2 0-1,4-2 184,2-3 0,27-10 0,8-7 0</inkml:trace>
  <inkml:trace contextRef="#ctx0" brushRef="#br0" timeOffset="254">33190 9597 8514,'-9'0'-420,"-1"0"14,-1 0 1,3 0 409,-2 0 195,7 0-178,-3 6 14,6 2 0,1 0-17,4-3 0,3-3 0,6-2-31,1 0 0,-6 0 0,1-2 0,1-1-13,2-2 0,-3-6 1,-1 1-1,2-2-49,2-3 1,0 1-1,-2-1 1,-1-1 22,1-3 1,0 2 0,0-7-1,-1-2 45,1-1 1,-3-2-1,2 0 1,-1 1 2,-1-1 0,0 0 0,-5 2 0,2 1 37,-2 2 0,-1 2 252,-2-2-251,0 10 1,0 14-1,-2 11 1,-1 5 26,-2 3 1,-4 6 0,2-2 0,1 1-38,0 0 0,-5 0 0,3 5 0,-2-1-20,0 1 1,6-2 0,-4-1 0,0-2-74,0 1 1,4 1 0,-2 0 0,1-4-50,0-1 0,1 3 0,4-5 0,0-1-115,0-3 0,0-5 1,0 0 232,0 1 0,25-37 0,7-7 0</inkml:trace>
  <inkml:trace contextRef="#ctx0" brushRef="#br0" timeOffset="255">33392 9539 8514,'0'-9'-1713,"0"-1"1894,0 7 17,0-3-99,0 6 0,0 1 0,0 4-25,0 5 1,0-2 0,0 1-81,0 2 1,0 2 0,-2 0-1,-1-2 12,-2-1 0,0-1 1,5 6-139,0-1 0,0-4 0,0-1-227,0 2 0,0-3 359,0 2 0,32-26 0,8-2 0</inkml:trace>
  <inkml:trace contextRef="#ctx0" brushRef="#br0" timeOffset="256">33536 9554 7236,'0'-8'156,"-2"1"-51,-3 7 0,4 7-165,-4 2 1,3-1 0,2 2 37,0 1 1,-1-3 17,-4 2 29,3-1-54,-4-1 0,12-1 0,4-9-53,3-3 0,1 2 1,0-5 36,1 2 0,-3-1 0,0 4 304,-3-2-137,1 1 1,3 5 0,-4 4-91,-4 5 1,-3 2 0,-2 4 0,0 2-33,0 1 0,6 32 0,2 4 0</inkml:trace>
  <inkml:trace contextRef="#ctx0" brushRef="#br0" timeOffset="257">23407 10777 11473,'0'-15'-1026,"0"1"486,0 0 0,0 4 0,0 0 350,0-1 0,2 3 0,1-1 0,3-3 512,2 0 0,2 2 0,4 0 0,-1-1-242,-3-1 1,3-3-1,-4 1 1,4-1 6,1 1 0,-1 0 0,-2-1 1,-1 1 18,1-1 1,-3 3 0,0 0-99,-2 3 1,6 1 101,-3-2 0,-1 4-76,2 6 0,-2 6 0,3 4 1,-3 3-80,-2 1 0,4 5 0,-5 0 1,0 1-59,1 0 1,-3-4 0,5 5-1,-1-2 2,-4 0 1,-2 1 0,-1-4-1,0 1 3,0 2 0,0 1 0,0-6 0,-1 0-37,-4 1 1,-3-1-1,-6-1 6,-1-3 1,1 1 0,-1-6-360,1-2 316,6-2 0,2-7 0,7-4 215,4-2 0,20-21 0,9-6 1,5-5-1,0 1 0</inkml:trace>
  <inkml:trace contextRef="#ctx0" brushRef="#br0" timeOffset="258">23940 10374 7225,'6'-8'320,"-4"3"1,2 10-258,-2 5 1,-2 4 0,0 3 0,-2 4-15,-2 2 1,2-4 0,-4 5 0,1 1-93,0 3 0,-1-1 1,2-2-1,0-1-58,0 2 1,-2-1 0,1 1 0,0-2-179,-1 2 0,4-6 0,-2 0 0,0-4 288,0-2 1,-11-25 0,-7-7 0</inkml:trace>
  <inkml:trace contextRef="#ctx0" brushRef="#br0" timeOffset="259">23824 10690 9199,'0'-14'-350,"0"0"0,0-1 119,0 1 0,2 0 107,3-1 1,3 7-1,6 3 110,1 4 1,-1 1 0,0 0 0,1 0-56,-1 0 1,1 5 0,-1 1 0,0 0-88,1 1 1,-1 2 0,0-2 0,1-1 27,-1 0 0,1 4 0,-1-5 1,-1 0 120,-4 1 1,4-4 0,-5 4 0,2-1 19,-1 0 0,-4-1-18,5-4 1,-5 0 76,4 0 0,-4 0 155,4 0 0,-5-1-2,0-4 0,-2-3-74,-2-6 1,0 4 0,0 0-26,0-1 0,0 3-23,0-1 1,-6 6-37,-4-2 0,-3 5 1,-1 5-54,0 4 1,4-1 0,2 2 0,0 1-50,0 2 1,3-1 0,-3 0 0,2-3-5,3 2 1,1-3 0,2 2-146,0 1 0,0-3 108,0 2 1,6-7 0,4 2 0,3-4-47,1-1 0,1-1 0,-1-2 0,0-4 27,1-1 0,-1 0 0,0-3 98,1 1 0,-1 2 1,1-1 53,-1 4-9,-6-3 1,-2 8-29,-6 0 0,-1 6 0,-2 9-21,-2-1 1,-5 1 0,5-1-363,2 0 345,-5 1 0,19-7 0,-1-2 1</inkml:trace>
  <inkml:trace contextRef="#ctx0" brushRef="#br0" timeOffset="260">24457 10345 9199,'0'-8'-412,"-1"3"1,-2 10 0,-2 5 351,2 3 0,-1 6 1,1 1-1,-2 3 76,2 2 1,0 3 0,0 0 0,-2 3-54,2 2 1,0-2 0,-1 2-1,0-2-48,0-3 0,3 0 0,1-4 0,0-5-240,0-3 1,0 3 333,0 0 0,-7-25 0,0-12 0</inkml:trace>
  <inkml:trace contextRef="#ctx0" brushRef="#br0" timeOffset="261">24285 10633 8561,'0'-14'-360,"0"4"0,0 0 8,0-1 0,0 3 0,1 0 365,4 2 1,3 1-1,7 5 1,-1 0-62,0 0 0,1 0 0,-1 0 1,1 0-76,-1 0 0,0 2 0,1 1 0,-1 2 123,0-2 0,20 18 0,4 3 0</inkml:trace>
  <inkml:trace contextRef="#ctx0" brushRef="#br0" timeOffset="262">24558 10662 6845,'0'8'21,"2"-2"4,3-6 1,-2 0 0,6 0-41,3 0 1,0 0-1,3 0 0,-1 0 1,0-2 0,1-1-1,-1-2 0,-4-1 0,-1 1 4,3-4 0,-4 2 1,0 1 12,-2-1 1,-3 1 23,-8-3 0,2 2 0,-6 7 0,-3 0 78,0 0 1,-3 0-1,1 2 1,-1 3-12,1 4 0,0-1 0,1 2 0,2 1-37,1 2 0,2 1 0,-1 0 0,4 1-58,3-1 1,2-4 0,0-1 0,0 3-53,0 0 0,2 3 0,3-2 0,6-2-418,6-2 0,1-5 472,6 0 0,-13 4 0,2 0 0</inkml:trace>
  <inkml:trace contextRef="#ctx0" brushRef="#br0" timeOffset="263">25306 10417 13861,'0'-14'-2100,"0"-1"1,0 1 1949,0 0 1,0 4 170,0 0 1,2 2 0,1-3 111,2 2 0,0 4-4,-5-5 0,4 5 68,1-4 1,2 4-51,-3-5 0,-2 6-170,3-6 1,-2 7 459,2-2-234,-4 3 1,6 4 0,-9 3-160,-3 4 0,2 6 0,-5 2 0,0 4-53,0 2 0,3-4 0,-4 5 0,-1 0 6,2-2 0,-5 5 0,5-3 0,-1 3-34,-1 2 0,6-5 0,-6 0 1,0 0-6,2-2 1,-3-1-1,6-6 1,1-1-89,-3 0-165,6 1 110,-12-7 1,11-3 0,-1-10 78,6-5 0,-1 2 1,4-1-1,-1-3 58,0 0 0,4 2 0,-4 0 0,0-1-7,1-1 0,1 2 0,4 0 58,-1-1 1,-6 0 0,6 1 31,1 6 0,-3-3 0,2 2 67,1 2 0,-3-3-70,1 1 1,-1 2 0,2 8-124,-5 4 0,-2-1 1,0 2 18,2 1 0,0 2 0,-5 1-101,0 1 1,5-1 0,-1 0-56,0 1 0,-3-1 0,-1 0-143,0 1 1,0-1 271,0 1 0,7-1 0,1 0 0</inkml:trace>
  <inkml:trace contextRef="#ctx0" brushRef="#br0" timeOffset="264">25522 10690 9842,'0'-14'-2012,"0"4"1906,0 1 205,0 6 1,5 3 0,0 9-67,-2 4 0,-2 1 0,-1 1 0,0-1-122,0 1 1,0-1-1,0 0 1,0 2-398,0 4 480,0-4 0,0 30 1,0 0-1</inkml:trace>
  <inkml:trace contextRef="#ctx0" brushRef="#br0" timeOffset="265">26098 10633 8562,'1'-13'-1891,"2"2"1750,2 1 1,2 6 284,-3-6 1,0 0-29,5-4 0,-1 0 0,3 1 1,-1 3 0,-5-3 26,4 4 0,-6 1-58,2-2 0,-3 5-90,-2-4 0,-2 6 0,-3-1 0,-4 6-25,-4 3 0,-1 6 0,-1-1 1,1 2 22,0 3 1,-2-1-1,-2 1 1,-1-1 5,1 0 1,2 2 0,2 2-1,1 1-1,3-1 0,-1-2 0,5-4 0,-1 0-38,1-3 18,1 1 0,7-2 1,3-3 2,4-4 1,4-2 0,1-4-1,-1-5 4,-3-3 1,3-1 0,-4 1-1,4 2 5,1 1 0,-4 1 0,0-4 1,-1 2 9,-1 1 0,5 2 1,-5-3 12,0 2 1,0 5-2,-3 0-10,-4 2 1,6 8-1,-7 4-21,0 3 1,0 1 0,0 1-103,0-1 0,0 0 0,0 1-103,0-1 1,0 0-6,0 1 0,0-1 229,0 1 0,6-20 0,2-5 0</inkml:trace>
  <inkml:trace contextRef="#ctx0" brushRef="#br0" timeOffset="266">26198 10590 8125,'7'-15'-925,"-4"1"1,5 0 1029,-2-1 0,4 6 0,-4 1 29,2 1 0,2 2-33,4 5 1,1 0-1,-3 2-69,-2 3 0,1-2 0,-6 7 0,0 1-20,1 2 0,-4-4 0,3 1 0,-4 1-36,-1 2 0,0 1 1,0 1-1,0-1-11,0 0 1,-5 1 0,-1-1-24,-2 0 0,5-4 35,-2 0 22,-3-7 1,8-3 0,-2-10 0,7-3 0,3-1 0,2 0 0,3-1 0,-2 1-23,-2 0 0,1-2 0,4-2 1,1-1-15,-1 1 0,-1 7 0,-2 1 0,-1 1-25,1 1 1,-3-3-323,1 6 313,-5 0 1,2 7-1,-6 2-18,0 6 0,-2-2 0,-1 2 88,-2 1 1,1-3 0,2 0 128,-3-2 254,4 5 81,-6-3-38,7 0-309,0 5 1,2-11-158,3 3 1,-2-9 0,6 0-8,3 0 1,-4-2 0,1 0-36,2-2 1,1 3-1,-1-5 50,-2-1 0,-5 3 78,0-2 52,-2 7 1,-4-3-50,-2 6 1,2 1-1,-4 3 1,1 2-45,0 2 1,0-3 0,4 4-1,-3 3-46,0 0 1,-1-2-1,5 0-81,0 1 1,0 2 0,1 1-1,4-1-365,5-4 488,-4 4 0,64-11 0,10 4 0</inkml:trace>
  <inkml:trace contextRef="#ctx0" brushRef="#br0" timeOffset="267">27061 10561 8557,'0'-14'-1221,"0"-1"0,2 1 1431,3-1 1,3 1-1,6 0-82,1-1 0,-1 6 1,0-1-1,1-1-98,-1-2 1,1 3 0,-1 1 0,0-2-29,1-2 1,1-1 0,0-1 0,0 1 81,-4-1 1,-5 1 0,1 0 127,-2-1 0,-1 1-146,-5-1 0,-2 7 0,-2 5 0,-6 6 1,-3 5-1,-1 7 1,-1-1-22,1 1 0,5 4 0,-1 2 1,-1 1-50,-2 4 1,-1 1 0,-1 1-1,2 3-29,4 2 1,-4-2 0,3 2 0,-2-1-14,-3 2 0,6-4 1,-1 4-1,0-4-28,2-1 0,-3-5 0,6-2 1,1-1-84,-3-3 1,4-4-1,-5-3-750,2-1 620,1-7 1,5 2-1,0-10 287,0-4 0,-13-43 0,-3-10 0</inkml:trace>
  <inkml:trace contextRef="#ctx0" brushRef="#br0" timeOffset="268">26961 10690 8515,'0'-14'-228,"0"0"1,0-1 0,0 1-241,0 0 1,1 4 0,3 0 598,0-1 0,6 3 1,-4 0 11,2 2 0,2 1 0,4 5-120,1 0 0,-1 0 1,0 0-31,1 0 1,-1 5 0,-1 1-1,-2 1-559,-1-1 566,-1 5 0,6-3 0,-1 7 0</inkml:trace>
  <inkml:trace contextRef="#ctx0" brushRef="#br0" timeOffset="269">27277 10647 8401,'-5'-9'-925,"1"-1"1029,-8 7-65,11-10 1,-4 12-1,10-4-35,4 3 1,3 1-1,-1-3 1,-2 0-47,3 0 0,0 3 1,3 1-1,-2-2-20,-4-3 0,4 4 0,-3-6 11,2 1 0,-2 4 24,0-2 27,-7 2 0,-3 2 0,-10 0 81,-3 0 1,-1 6-63,0 4 1,-1 3-50,1 1 1,4 1-1,2-1-73,2 0 1,1-4 0,5-1-255,0 3 0,6 0 357,4 3 0,54-7 0,14-2 0</inkml:trace>
  <inkml:trace contextRef="#ctx0" brushRef="#br0" timeOffset="270">27594 10633 8401,'-2'-8'-641,"-1"2"26,-2-1 1,-6 6 767,1-4 1,-2 5-1,-3 3-22,1 2 1,4 6 0,2-2 0,0 4-94,0 2 1,3-6 0,-3 1-32,2 1 0,1 2 153,5 1 1,2-6-174,3-3 1,3-3 0,6-4 0,0-3-47,1-4 1,1-4 0,1-2-1,3 1-140,-3 0 0,-1-2 0,0-2 0,2-1 36,1 1 1,0-2 0,-5-1 0,1-2 94,-1-2 0,-4-1 1,-1 1-1,1 1 76,-2-2 0,-2-1 1,-6 0-1,0 1 12,0 2 1,0 7 0,0-3 245,0 4-143,0 8 1,-4 4 0,-3 10 0,1 7-18,-1 4 1,-2 4-1,2-3 1,1 3-91,0 1 1,-4 2 0,4 5 0,-1-1-38,1 1 1,1 0 0,3 0 0,-1 0-34,-2-1 0,1 6 0,4-1 0,0-1-123,0-1 1,0-2-1,1-1 1,4 0-208,5-4 384,2-4 0,41-31 0,10-6 0</inkml:trace>
  <inkml:trace contextRef="#ctx0" brushRef="#br0" timeOffset="271">28083 10676 8401,'-6'8'-226,"-4"-3"0,2 1 1,0 1-100,2 1 1,-1-4 411,2 6 0,4 0-94,-4 4 0,3-4-7,2-1 0,0-4-102,0 5-129,0-7 1,5-3 127,0-10 0,1-1 0,-2 0 0,2 1 47,2-1 1,-5-2 0,4 0 0,-3 2 69,1 2 0,5-1 0,-4-4 0,1-1 0,-1 1 0,11-7 0,-1-1 0</inkml:trace>
  <inkml:trace contextRef="#ctx0" brushRef="#br0" timeOffset="272">28198 10662 8401,'-6'-8'-593,"4"1"0,-4 9 544,6 3 1,0 3 47,0 6 1,0 0 0,0 1-148,0-1 0,0-4-67,0-1 99,0-5 1,6 2 68,4-6 1,2-6-1,1-4 37,-3-3 1,3 4-1,-4-1 24,4-1 0,-3 4 0,-2 1 0,0 1 111,0 0 0,-4 1 99,6 4 0,-7 1-138,2 4 1,-4-2 0,-1 7-64,0 1 0,0 2 0,0 1 1,0 1-106,0-1 0,-1-1 0,-2-2 0,-2-1-301,2 1 0,1-3 383,2 1 0,0-5 0,0 2 0</inkml:trace>
  <inkml:trace contextRef="#ctx0" brushRef="#br0" timeOffset="273">28673 10374 8376,'-13'2'-144,"2"1"0,3 3 87,1 2 1,1 2 0,3 4 0,-4 2 65,-1 3 0,5-3 0,-2 5 0,2 0-54,-2 3 1,4-2 0,-4 1-1,2-1 6,-2 0 1,3 1-1,-2 1 1,2-5-106,2-3 1,0 3-1,-2 0 1,-1-1-432,-2-2 575,1-8 0,4-8 0,0-8 0</inkml:trace>
  <inkml:trace contextRef="#ctx0" brushRef="#br0" timeOffset="274">28471 10690 8376,'2'-12'-150,"1"0"28,2 3 0,0 4 1,-4-3-1,4 2 40,5 2 0,-2 1 1,1 0-1,3-2 85,0 2 0,4 2 0,2 1 0,1 0 29,-1 0 0,2 0 0,0 0 0,-3 0-89,-1 0 1,-1 0-1,-1 1 30,0 4 1,-1-2 0,-2 5 0,-3 0 36,-1 0 0,-3-3 0,-2 3 0,1 0 38,2 0 1,0-3 0,-7 4-1,-3 2 1,4-3 0,-4 2-27,3 1 1,-2-3 0,-1 2-28,2 1-14,1-5 0,4 1-54,3-7 1,2 0-1,8 0-26,-1 0 1,-4-5-1,-1-1 1,1-2 67,-2-4 1,3 4 0,-6-1-1,-2-2 22,-1-2 0,-2 3 0,0 1 21,0-3 1,-2 1-1,-3 0 1,-4 3-44,-4 2 1,-1-1-1,-1 4 31,1-2 0,-7 20 0,-1 9 0</inkml:trace>
  <inkml:trace contextRef="#ctx0" brushRef="#br0" timeOffset="275">29263 10604 8518,'9'-14'-200,"1"-1"0,-5-1 1,3-1-1,0-1-306,0 5 1,-4 1 0,6 5 996,1-1 1,-3 5-242,2-2 0,-7 5 0,2 5 0,-4 5-185,-1 2 0,-1 3 0,-2-1 1,-2 1-67,2-1 1,-4 5-1,2 0 1,1-1 5,-3-2 0,4 3 0,-5 0 0,2-1-81,2-2 1,-2-7 0,1 1 0,0 1-6,-1 2 0,4-3 0,-4-2 41,0-2 22,4-1 1,-4-12 0,6-2 0,1-6-6,4-4 1,-2 3 0,5-5 0,0 2 7,0 0 1,0-5-1,3 3 1,-1 1-25,1-1 1,2-3 0,0 3 0,0-1-25,1-4 1,-8 4-1,9-1 1,-3 2 37,1 4 1,2 3 0,-3 2 0,0 4 40,-3 2 0,-4 1 14,5 5 1,-7 7-1,3 2 1,-1 4 46,0 1 0,0 5 0,-5 1 1,0-1-48,0 2 0,0-4 0,0 6 0,0-1-36,0 0 0,0-4 0,0 3 0,0-2-48,0 0 1,0 2 0,0-4-1,0 3-45,0-3 0,0-1 0,0-1 0,0-1-239,0 0 0,-5 1-147,0-1 485,-6 1 0,-10-27 0,-9-5 0</inkml:trace>
  <inkml:trace contextRef="#ctx0" brushRef="#br0" timeOffset="276">29291 10676 8518,'0'-14'0,"0"-1"-119,0 1 0,2 0 109,3-1 1,-2 7 0,7 3 0,1 4 12,2 1 1,1 0 0,2 0 0,2 0-112,1 0 0,1 0 0,-2 0 0,3 1-202,1 4 1,-4-2 0,1 5 309,-3-1 0,5 17 0,1 0 0</inkml:trace>
  <inkml:trace contextRef="#ctx0" brushRef="#br0" timeOffset="277">29723 10633 7986,'-14'0'-616,"4"5"1,2 1 531,2 2 0,-4 2 1,5 4 226,2 0 0,-3 1 0,1-1-128,2 1 1,1-1 0,2 0 9,0 1 26,0-7 1,0-3-66,0-10 1,0-3-1,2-7 1,1 1 11,2 0 0,1-1 1,-3-1-1,4-1-1,1-3 1,-4 0 0,6 2 0,0-1 1,-2 1 0,3 1 0,-5-1 1,2-1 4,3 1 1,-3 2-1,2 4 1,0 0-5,-2 3 0,4 1-1,-2-2 1,-2 5-1,0 10 2,-2 5 1,-1 7 0,-5 3 0,0-1 42,0 2 0,-1-1 1,-3 6-1,0-4-28,0-1 1,1 3 0,0-3 0,-2 0-15,2-1 0,1 0 0,2-6 0,0 0 9,0 1 0,0-1 1,0 1 1,2-7 0,3-5-15,4-6 0,-1-1 1,0-5-1,0-2-8,0-2 1,0-3 0,3-2-1,-1-1-4,1 1 1,-3 1 0,2-1 0,-1-1 9,-1 1 0,4 1 0,-6-1 1,2-1 2,3 2 1,-3-4 0,2 2 0,-1 1 1,-1 2 0,5 2 0,-5-1 0,0 1-34,-3-1 1,3 6-144,2-1 0,-4 9 1,0-1-131,1 5 1,-6 8 305,4-1 0,-3 35 0,-2 9 0</inkml:trace>
  <inkml:trace contextRef="#ctx0" brushRef="#br0" timeOffset="278">30227 10561 8482,'-15'0'-556,"6"0"306,-1 0 0,2 2 1,-3 2-1,3 6 348,1 3 0,-2 1 0,2 1 1,1-1-77,0 0 1,-1 1 0,4-1-23,-2 0 0,0 1 0,4-2 0,-2-2-96,-2-2 75,0-5 0,5 0 0,0-8 33,0-6 0,0-3 1,0-1-1,0-1-7,0 1 0,5 0 0,1-1 1,1 1-4,-1 0 1,0-6 0,-1 1 0,3 2-4,0 1 1,5-4 0,-5 1 0,2 2-4,-1 1 0,1 3 0,3 2 0,-2 3-5,-2 1 1,-4 2 16,5 5 1,-2 2 0,1 3 0,-4 6 18,-3 7 0,-2-1 0,0 6 0,0-1 18,0 0 0,0 1 1,0 2-1,0-1-24,0 2 0,0-5 1,0-2-1,0-3 31,0-2 0,1 1 34,4-1 1,3-6 0,7-3-57,-1-4 1,0-9-1,1-4 1,-1-6 2,0 0 1,1-4 0,-1 0 0,1-2-27,-1 0 1,0 0-1,1-3 1,-1 1-28,1 2 0,-1 5 0,0-4 1,1 3-360,-1 2 0,-4 2 379,-1 2 0,-12-7 0,1-1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7228DE-4808-974A-90E1-FCD7D23728E1}" type="datetimeFigureOut">
              <a:rPr lang="en-US" smtClean="0"/>
              <a:t>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19A3A7-89D4-6643-9AF7-1A859E0877F6}" type="slidenum">
              <a:rPr lang="en-US" smtClean="0"/>
              <a:t>‹#›</a:t>
            </a:fld>
            <a:endParaRPr lang="en-US"/>
          </a:p>
        </p:txBody>
      </p:sp>
    </p:spTree>
    <p:extLst>
      <p:ext uri="{BB962C8B-B14F-4D97-AF65-F5344CB8AC3E}">
        <p14:creationId xmlns:p14="http://schemas.microsoft.com/office/powerpoint/2010/main" val="1376992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9188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E7B51-9CEF-B095-CFD4-263CAA1C35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C39ABFD-8610-3C92-AB60-06E8414FB7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032486C-0764-774D-B813-5D24D0477113}"/>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5" name="Footer Placeholder 4">
            <a:extLst>
              <a:ext uri="{FF2B5EF4-FFF2-40B4-BE49-F238E27FC236}">
                <a16:creationId xmlns:a16="http://schemas.microsoft.com/office/drawing/2014/main" id="{51027352-17E8-1D44-0882-B1EA594024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DF5A2-B662-727C-04A1-A2E3F04D5807}"/>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1923440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44924-1C6B-261B-01DA-48B974BAF0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A93AF9-4CD6-8174-AD42-5EE6A1FFAE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348C8D-1948-C3AE-01F6-7B00ECB63D84}"/>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5" name="Footer Placeholder 4">
            <a:extLst>
              <a:ext uri="{FF2B5EF4-FFF2-40B4-BE49-F238E27FC236}">
                <a16:creationId xmlns:a16="http://schemas.microsoft.com/office/drawing/2014/main" id="{9CAED395-9CCB-9EB9-7A5C-2A93AAD058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822932-0C37-248E-C6C8-30EF6307A123}"/>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23005707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5A923-84F5-9D79-23CC-38AB308B10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5F6235-92CB-60B0-2C32-D148C1656A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204B6C-924E-6082-9CFF-6E7030011D44}"/>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5" name="Footer Placeholder 4">
            <a:extLst>
              <a:ext uri="{FF2B5EF4-FFF2-40B4-BE49-F238E27FC236}">
                <a16:creationId xmlns:a16="http://schemas.microsoft.com/office/drawing/2014/main" id="{9EB9413B-3974-2E5A-4CDF-F5B3DC939C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A23C9A-618C-10F3-49DA-1FE432EE2B61}"/>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1656411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73D0-9F2E-E98A-97F5-671C9F2C0F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DDA1CF-6FA3-B447-A2A2-6D3EC7110A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5019BB-C562-7ED3-D367-1EE4A2D221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6D80A6-7FE7-9FA4-2444-A0D5194A21E6}"/>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6" name="Footer Placeholder 5">
            <a:extLst>
              <a:ext uri="{FF2B5EF4-FFF2-40B4-BE49-F238E27FC236}">
                <a16:creationId xmlns:a16="http://schemas.microsoft.com/office/drawing/2014/main" id="{D0C7AF1C-2621-DFC7-F125-2CF8650324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1BC36C-E8B3-2322-4B47-F00C5A027277}"/>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501675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D1B5D-6F3A-D044-2B55-DA7E2C685BE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C2DCAA-F54B-8839-7D84-860D10EF81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0A56D9-8FA2-EC78-3B20-9E9A099C39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44CD24-321F-0D1D-E9F7-B7CC6E1F6E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BDBA85-BDFB-BC72-AB1A-B7DBE7A19B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5A6B45-FB04-5147-FF4D-87C6D3FFE094}"/>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8" name="Footer Placeholder 7">
            <a:extLst>
              <a:ext uri="{FF2B5EF4-FFF2-40B4-BE49-F238E27FC236}">
                <a16:creationId xmlns:a16="http://schemas.microsoft.com/office/drawing/2014/main" id="{A2196FDB-B1DB-EF5F-A4C2-94DF7F6DBD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9488715-4065-F15E-AF77-A563FBBB8ED8}"/>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1065677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2FE41-3F67-E50E-B623-0FB7777E77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C102FB-672D-495E-A778-CFD81A99D31B}"/>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4" name="Footer Placeholder 3">
            <a:extLst>
              <a:ext uri="{FF2B5EF4-FFF2-40B4-BE49-F238E27FC236}">
                <a16:creationId xmlns:a16="http://schemas.microsoft.com/office/drawing/2014/main" id="{A7CC562C-E6FF-C428-DF4B-7EEE68EBF39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58F395-64DB-4181-51A4-B9A84B85103A}"/>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1132217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0C6C9-244E-D8F3-BAD6-04229289CDA3}"/>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3" name="Footer Placeholder 2">
            <a:extLst>
              <a:ext uri="{FF2B5EF4-FFF2-40B4-BE49-F238E27FC236}">
                <a16:creationId xmlns:a16="http://schemas.microsoft.com/office/drawing/2014/main" id="{29B6DDF9-4985-9598-7C58-23007943E8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3152D6-0210-2098-8122-864C81AAC2F9}"/>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2700622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89A3-8141-9638-FDA7-896FA44BB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E4259A-9038-BA62-E5CB-62546BB93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C774929-7673-03ED-3884-D79C28D3C3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2A459B-E26F-EAC8-EB1C-B63A2EBCBF69}"/>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6" name="Footer Placeholder 5">
            <a:extLst>
              <a:ext uri="{FF2B5EF4-FFF2-40B4-BE49-F238E27FC236}">
                <a16:creationId xmlns:a16="http://schemas.microsoft.com/office/drawing/2014/main" id="{3B65AD80-1D17-1F8B-7CF7-6D4CB45102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0F40D3-C1CD-94FE-B8CD-20CAABECF8C4}"/>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3616958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B6939-D6AD-6730-73BF-368BC1A4C6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AB70AA-8B16-707F-148E-D6AC45935B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88E27F-15F6-0726-9CCC-0B567E0FA6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F2C7A1-F66D-3340-E8F2-76BE9B7CEBEC}"/>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6" name="Footer Placeholder 5">
            <a:extLst>
              <a:ext uri="{FF2B5EF4-FFF2-40B4-BE49-F238E27FC236}">
                <a16:creationId xmlns:a16="http://schemas.microsoft.com/office/drawing/2014/main" id="{722ECF52-6D48-B847-16E3-27353D5D43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D8B5D2-B4FD-B137-C6CF-1E93A5ABCC93}"/>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1272000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ECC7-010E-7466-25A5-DC64227D5B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67A29C-E6D2-22BD-9C5A-EC82B42AB1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419BE6-E059-B74A-24B4-48F7682B876E}"/>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5" name="Footer Placeholder 4">
            <a:extLst>
              <a:ext uri="{FF2B5EF4-FFF2-40B4-BE49-F238E27FC236}">
                <a16:creationId xmlns:a16="http://schemas.microsoft.com/office/drawing/2014/main" id="{4B440732-CAD3-EC2C-7FD9-A29E9425C3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72D509-B316-2A5A-49B5-05A51A8AC13B}"/>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1407997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C6D79-4FCC-6599-3D34-888615B3B0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E60DFC-0319-986A-95A3-91FA6ADC4A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540CF6-2CFD-F719-60C7-5E98FA2F8538}"/>
              </a:ext>
            </a:extLst>
          </p:cNvPr>
          <p:cNvSpPr>
            <a:spLocks noGrp="1"/>
          </p:cNvSpPr>
          <p:nvPr>
            <p:ph type="dt" sz="half" idx="10"/>
          </p:nvPr>
        </p:nvSpPr>
        <p:spPr/>
        <p:txBody>
          <a:bodyPr/>
          <a:lstStyle/>
          <a:p>
            <a:fld id="{6D76DC9E-AA80-BF45-982A-7A9E7BDE136A}" type="datetimeFigureOut">
              <a:rPr lang="en-US" smtClean="0"/>
              <a:t>1/5/25</a:t>
            </a:fld>
            <a:endParaRPr lang="en-US"/>
          </a:p>
        </p:txBody>
      </p:sp>
      <p:sp>
        <p:nvSpPr>
          <p:cNvPr id="5" name="Footer Placeholder 4">
            <a:extLst>
              <a:ext uri="{FF2B5EF4-FFF2-40B4-BE49-F238E27FC236}">
                <a16:creationId xmlns:a16="http://schemas.microsoft.com/office/drawing/2014/main" id="{6970E8D0-8C1F-3C70-63E6-ECAD6A3072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D7056D-3361-A9F8-3BD4-406D031A2256}"/>
              </a:ext>
            </a:extLst>
          </p:cNvPr>
          <p:cNvSpPr>
            <a:spLocks noGrp="1"/>
          </p:cNvSpPr>
          <p:nvPr>
            <p:ph type="sldNum" sz="quarter" idx="12"/>
          </p:nvPr>
        </p:nvSpPr>
        <p:spPr/>
        <p:txBody>
          <a:bodyPr/>
          <a:lstStyle/>
          <a:p>
            <a:fld id="{B38E93B8-7748-7647-AF2E-FE5F25C8ED83}" type="slidenum">
              <a:rPr lang="en-US" smtClean="0"/>
              <a:t>‹#›</a:t>
            </a:fld>
            <a:endParaRPr lang="en-US"/>
          </a:p>
        </p:txBody>
      </p:sp>
    </p:spTree>
    <p:extLst>
      <p:ext uri="{BB962C8B-B14F-4D97-AF65-F5344CB8AC3E}">
        <p14:creationId xmlns:p14="http://schemas.microsoft.com/office/powerpoint/2010/main" val="7539234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26511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10589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8851675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21160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289437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0481950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11286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2905958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45962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6071958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638398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6965E2-8E01-1749-2B0C-FF8F523E8F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C14D77-7856-6A2F-D05E-F88F2E32FE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A9BBF3-9CE7-8F51-93E6-7A95B0759C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D76DC9E-AA80-BF45-982A-7A9E7BDE136A}" type="datetimeFigureOut">
              <a:rPr lang="en-US" smtClean="0"/>
              <a:t>1/5/25</a:t>
            </a:fld>
            <a:endParaRPr lang="en-US"/>
          </a:p>
        </p:txBody>
      </p:sp>
      <p:sp>
        <p:nvSpPr>
          <p:cNvPr id="5" name="Footer Placeholder 4">
            <a:extLst>
              <a:ext uri="{FF2B5EF4-FFF2-40B4-BE49-F238E27FC236}">
                <a16:creationId xmlns:a16="http://schemas.microsoft.com/office/drawing/2014/main" id="{D53E0BFB-66C1-E48B-10EC-61CBF6DBAA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4411E04-9EF1-2D2D-3ECE-42D5E7C224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8E93B8-7748-7647-AF2E-FE5F25C8ED83}" type="slidenum">
              <a:rPr lang="en-US" smtClean="0"/>
              <a:t>‹#›</a:t>
            </a:fld>
            <a:endParaRPr lang="en-US"/>
          </a:p>
        </p:txBody>
      </p:sp>
    </p:spTree>
    <p:extLst>
      <p:ext uri="{BB962C8B-B14F-4D97-AF65-F5344CB8AC3E}">
        <p14:creationId xmlns:p14="http://schemas.microsoft.com/office/powerpoint/2010/main" val="29516286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3837348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customXml" Target="../ink/ink3.xml"/></Relationships>
</file>

<file path=ppt/slides/_rels/slide1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4.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customXml" Target="../ink/ink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customXml" Target="../ink/ink7.xml"/></Relationships>
</file>

<file path=ppt/slides/_rels/slide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image" Target="NULL"/><Relationship Id="rId18" Type="http://schemas.openxmlformats.org/officeDocument/2006/relationships/customXml" Target="../ink/ink18.xm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15.xml"/><Relationship Id="rId17" Type="http://schemas.openxmlformats.org/officeDocument/2006/relationships/image" Target="NULL"/><Relationship Id="rId2" Type="http://schemas.openxmlformats.org/officeDocument/2006/relationships/customXml" Target="../ink/ink10.xml"/><Relationship Id="rId16" Type="http://schemas.openxmlformats.org/officeDocument/2006/relationships/customXml" Target="../ink/ink17.xml"/><Relationship Id="rId1" Type="http://schemas.openxmlformats.org/officeDocument/2006/relationships/slideLayout" Target="../slideLayouts/slideLayout2.xml"/><Relationship Id="rId6" Type="http://schemas.openxmlformats.org/officeDocument/2006/relationships/customXml" Target="../ink/ink12.xm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customXml" Target="../ink/ink14.xml"/><Relationship Id="rId19" Type="http://schemas.openxmlformats.org/officeDocument/2006/relationships/image" Target="NULL"/><Relationship Id="rId4" Type="http://schemas.openxmlformats.org/officeDocument/2006/relationships/customXml" Target="../ink/ink11.xml"/><Relationship Id="rId9" Type="http://schemas.openxmlformats.org/officeDocument/2006/relationships/image" Target="NULL"/><Relationship Id="rId14" Type="http://schemas.openxmlformats.org/officeDocument/2006/relationships/customXml" Target="../ink/ink16.xml"/></Relationships>
</file>

<file path=ppt/slides/_rels/slide23.xml.rels><?xml version="1.0" encoding="UTF-8" standalone="yes"?>
<Relationships xmlns="http://schemas.openxmlformats.org/package/2006/relationships"><Relationship Id="rId8" Type="http://schemas.openxmlformats.org/officeDocument/2006/relationships/customXml" Target="../ink/ink22.xml"/><Relationship Id="rId13" Type="http://schemas.openxmlformats.org/officeDocument/2006/relationships/image" Target="NULL"/><Relationship Id="rId18" Type="http://schemas.openxmlformats.org/officeDocument/2006/relationships/customXml" Target="../ink/ink27.xml"/><Relationship Id="rId3" Type="http://schemas.openxmlformats.org/officeDocument/2006/relationships/image" Target="NULL"/><Relationship Id="rId21" Type="http://schemas.openxmlformats.org/officeDocument/2006/relationships/image" Target="NULL"/><Relationship Id="rId7" Type="http://schemas.openxmlformats.org/officeDocument/2006/relationships/image" Target="NULL"/><Relationship Id="rId12" Type="http://schemas.openxmlformats.org/officeDocument/2006/relationships/customXml" Target="../ink/ink24.xml"/><Relationship Id="rId17" Type="http://schemas.openxmlformats.org/officeDocument/2006/relationships/image" Target="NULL"/><Relationship Id="rId25" Type="http://schemas.openxmlformats.org/officeDocument/2006/relationships/image" Target="NULL"/><Relationship Id="rId2" Type="http://schemas.openxmlformats.org/officeDocument/2006/relationships/customXml" Target="../ink/ink19.xml"/><Relationship Id="rId16" Type="http://schemas.openxmlformats.org/officeDocument/2006/relationships/customXml" Target="../ink/ink26.xml"/><Relationship Id="rId20" Type="http://schemas.openxmlformats.org/officeDocument/2006/relationships/customXml" Target="../ink/ink28.xml"/><Relationship Id="rId1" Type="http://schemas.openxmlformats.org/officeDocument/2006/relationships/slideLayout" Target="../slideLayouts/slideLayout2.xml"/><Relationship Id="rId6" Type="http://schemas.openxmlformats.org/officeDocument/2006/relationships/customXml" Target="../ink/ink21.xml"/><Relationship Id="rId11" Type="http://schemas.openxmlformats.org/officeDocument/2006/relationships/image" Target="NULL"/><Relationship Id="rId24" Type="http://schemas.openxmlformats.org/officeDocument/2006/relationships/customXml" Target="../ink/ink30.xml"/><Relationship Id="rId5" Type="http://schemas.openxmlformats.org/officeDocument/2006/relationships/image" Target="NULL"/><Relationship Id="rId15" Type="http://schemas.openxmlformats.org/officeDocument/2006/relationships/image" Target="NULL"/><Relationship Id="rId23" Type="http://schemas.openxmlformats.org/officeDocument/2006/relationships/image" Target="NULL"/><Relationship Id="rId10" Type="http://schemas.openxmlformats.org/officeDocument/2006/relationships/customXml" Target="../ink/ink23.xml"/><Relationship Id="rId19" Type="http://schemas.openxmlformats.org/officeDocument/2006/relationships/image" Target="NULL"/><Relationship Id="rId4" Type="http://schemas.openxmlformats.org/officeDocument/2006/relationships/customXml" Target="../ink/ink20.xml"/><Relationship Id="rId9" Type="http://schemas.openxmlformats.org/officeDocument/2006/relationships/image" Target="NULL"/><Relationship Id="rId14" Type="http://schemas.openxmlformats.org/officeDocument/2006/relationships/customXml" Target="../ink/ink25.xml"/><Relationship Id="rId22" Type="http://schemas.openxmlformats.org/officeDocument/2006/relationships/customXml" Target="../ink/ink29.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p:nvPr/>
        </p:nvSpPr>
        <p:spPr>
          <a:xfrm>
            <a:off x="1769967" y="700233"/>
            <a:ext cx="9744000" cy="1477287"/>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US" sz="8000" b="0" i="0" u="none" strike="noStrike" kern="0" cap="none" spc="0" normalizeH="0" baseline="0" noProof="0" dirty="0">
                <a:ln>
                  <a:noFill/>
                </a:ln>
                <a:solidFill>
                  <a:srgbClr val="FFFFFF"/>
                </a:solidFill>
                <a:effectLst/>
                <a:uLnTx/>
                <a:uFillTx/>
                <a:latin typeface="Montserrat ExtraBold"/>
                <a:ea typeface="Montserrat ExtraBold"/>
                <a:cs typeface="Montserrat ExtraBold"/>
                <a:sym typeface="Montserrat ExtraBold"/>
              </a:rPr>
              <a:t>DSE6212</a:t>
            </a:r>
            <a:endParaRPr kumimoji="0" sz="8000" b="0" i="0" u="none" strike="noStrike" kern="0" cap="none" spc="0" normalizeH="0" baseline="0" noProof="0" dirty="0">
              <a:ln>
                <a:noFill/>
              </a:ln>
              <a:solidFill>
                <a:srgbClr val="FFFFFF"/>
              </a:solidFill>
              <a:effectLst/>
              <a:uLnTx/>
              <a:uFillTx/>
              <a:latin typeface="Montserrat ExtraBold"/>
              <a:ea typeface="Montserrat ExtraBold"/>
              <a:cs typeface="Montserrat ExtraBold"/>
              <a:sym typeface="Montserrat ExtraBold"/>
            </a:endParaRPr>
          </a:p>
        </p:txBody>
      </p:sp>
      <p:sp>
        <p:nvSpPr>
          <p:cNvPr id="55" name="Google Shape;55;p13"/>
          <p:cNvSpPr txBox="1"/>
          <p:nvPr/>
        </p:nvSpPr>
        <p:spPr>
          <a:xfrm>
            <a:off x="1769967" y="3470432"/>
            <a:ext cx="9744000" cy="1559489"/>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4267" b="1" i="0" u="none" strike="noStrike" kern="0" cap="none" spc="0" normalizeH="0" baseline="0" noProof="0" dirty="0">
                <a:ln>
                  <a:noFill/>
                </a:ln>
                <a:solidFill>
                  <a:srgbClr val="FFDD00"/>
                </a:solidFill>
                <a:effectLst/>
                <a:uLnTx/>
                <a:uFillTx/>
                <a:latin typeface="Montserrat"/>
                <a:ea typeface="Montserrat"/>
                <a:cs typeface="Montserrat"/>
                <a:sym typeface="Montserrat"/>
              </a:rPr>
              <a:t>Text and Image Mining</a:t>
            </a:r>
          </a:p>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4267" b="1" i="0" u="none" strike="noStrike" kern="0" cap="none" spc="0" normalizeH="0" baseline="0" noProof="0" dirty="0">
                <a:ln>
                  <a:noFill/>
                </a:ln>
                <a:solidFill>
                  <a:srgbClr val="FFDD00"/>
                </a:solidFill>
                <a:effectLst/>
                <a:uLnTx/>
                <a:uFillTx/>
                <a:latin typeface="Montserrat"/>
                <a:ea typeface="Montserrat"/>
                <a:cs typeface="Montserrat"/>
                <a:sym typeface="Montserrat"/>
              </a:rPr>
              <a:t>Session </a:t>
            </a:r>
            <a:r>
              <a:rPr kumimoji="0" lang="en" sz="4267" b="1" i="0" u="none" strike="noStrike" kern="0" cap="none" spc="0" normalizeH="0" baseline="0" noProof="0">
                <a:ln>
                  <a:noFill/>
                </a:ln>
                <a:solidFill>
                  <a:srgbClr val="FFDD00"/>
                </a:solidFill>
                <a:effectLst/>
                <a:uLnTx/>
                <a:uFillTx/>
                <a:latin typeface="Montserrat"/>
                <a:ea typeface="Montserrat"/>
                <a:cs typeface="Montserrat"/>
                <a:sym typeface="Montserrat"/>
              </a:rPr>
              <a:t># 5</a:t>
            </a:r>
            <a:endParaRPr kumimoji="0" sz="4267" b="1" i="0" u="none" strike="noStrike" kern="0" cap="none" spc="0" normalizeH="0" baseline="0" noProof="0" dirty="0">
              <a:ln>
                <a:noFill/>
              </a:ln>
              <a:solidFill>
                <a:srgbClr val="FFDD00"/>
              </a:solidFill>
              <a:effectLst/>
              <a:uLnTx/>
              <a:uFillTx/>
              <a:latin typeface="Montserrat"/>
              <a:ea typeface="Montserrat"/>
              <a:cs typeface="Montserrat"/>
              <a:sym typeface="Montserrat"/>
            </a:endParaRPr>
          </a:p>
        </p:txBody>
      </p:sp>
      <p:sp>
        <p:nvSpPr>
          <p:cNvPr id="56" name="Google Shape;56;p13"/>
          <p:cNvSpPr txBox="1"/>
          <p:nvPr/>
        </p:nvSpPr>
        <p:spPr>
          <a:xfrm>
            <a:off x="677867" y="5810900"/>
            <a:ext cx="7541200" cy="533504"/>
          </a:xfrm>
          <a:prstGeom prst="rect">
            <a:avLst/>
          </a:prstGeom>
          <a:noFill/>
          <a:ln>
            <a:noFill/>
          </a:ln>
        </p:spPr>
        <p:txBody>
          <a:bodyPr spcFirstLastPara="1" wrap="square" lIns="121900" tIns="121900" rIns="121900" bIns="12190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Tx/>
              <a:buFontTx/>
              <a:buNone/>
              <a:tabLst/>
              <a:defRPr/>
            </a:pPr>
            <a:r>
              <a:rPr kumimoji="0" lang="en" sz="1867" b="1" i="0" u="none" strike="noStrike" kern="0" cap="none" spc="0" normalizeH="0" baseline="0" noProof="0" dirty="0">
                <a:ln>
                  <a:noFill/>
                </a:ln>
                <a:solidFill>
                  <a:srgbClr val="FFFFFF"/>
                </a:solidFill>
                <a:effectLst/>
                <a:uLnTx/>
                <a:uFillTx/>
                <a:latin typeface="Montserrat"/>
                <a:ea typeface="Montserrat"/>
                <a:cs typeface="Montserrat"/>
                <a:sym typeface="Montserrat"/>
              </a:rPr>
              <a:t>Agarwal</a:t>
            </a:r>
            <a:endParaRPr kumimoji="0" sz="1867" b="0" i="1"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0E076-0361-51A4-363B-F0F1F9F53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A13D5A-5479-0013-3BC5-ED0AD825FDF8}"/>
              </a:ext>
            </a:extLst>
          </p:cNvPr>
          <p:cNvSpPr>
            <a:spLocks noGrp="1"/>
          </p:cNvSpPr>
          <p:nvPr>
            <p:ph type="ctrTitle"/>
          </p:nvPr>
        </p:nvSpPr>
        <p:spPr>
          <a:xfrm>
            <a:off x="1524000" y="2235200"/>
            <a:ext cx="9144000" cy="2387600"/>
          </a:xfrm>
        </p:spPr>
        <p:txBody>
          <a:bodyPr>
            <a:normAutofit/>
          </a:bodyPr>
          <a:lstStyle/>
          <a:p>
            <a:r>
              <a:rPr lang="en-US" dirty="0"/>
              <a:t>Sequence to Sequence Models</a:t>
            </a:r>
          </a:p>
        </p:txBody>
      </p:sp>
    </p:spTree>
    <p:extLst>
      <p:ext uri="{BB962C8B-B14F-4D97-AF65-F5344CB8AC3E}">
        <p14:creationId xmlns:p14="http://schemas.microsoft.com/office/powerpoint/2010/main" val="3542690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A1071-BFAB-C37F-8D59-29A1A087ABC4}"/>
              </a:ext>
            </a:extLst>
          </p:cNvPr>
          <p:cNvSpPr>
            <a:spLocks noGrp="1"/>
          </p:cNvSpPr>
          <p:nvPr>
            <p:ph type="title"/>
          </p:nvPr>
        </p:nvSpPr>
        <p:spPr>
          <a:xfrm>
            <a:off x="340659" y="345887"/>
            <a:ext cx="10515600" cy="670299"/>
          </a:xfrm>
        </p:spPr>
        <p:txBody>
          <a:bodyPr>
            <a:normAutofit fontScale="90000"/>
          </a:bodyPr>
          <a:lstStyle/>
          <a:p>
            <a:r>
              <a:rPr lang="en-US" dirty="0"/>
              <a:t>Introduction to Seq 2 Seq</a:t>
            </a:r>
          </a:p>
        </p:txBody>
      </p:sp>
      <p:sp>
        <p:nvSpPr>
          <p:cNvPr id="3" name="Content Placeholder 2">
            <a:extLst>
              <a:ext uri="{FF2B5EF4-FFF2-40B4-BE49-F238E27FC236}">
                <a16:creationId xmlns:a16="http://schemas.microsoft.com/office/drawing/2014/main" id="{9322E3E6-E589-DFF7-DEB7-A8B3487B9E8C}"/>
              </a:ext>
            </a:extLst>
          </p:cNvPr>
          <p:cNvSpPr>
            <a:spLocks noGrp="1"/>
          </p:cNvSpPr>
          <p:nvPr>
            <p:ph idx="1"/>
          </p:nvPr>
        </p:nvSpPr>
        <p:spPr>
          <a:xfrm>
            <a:off x="340659" y="1343025"/>
            <a:ext cx="11250706" cy="4950199"/>
          </a:xfrm>
        </p:spPr>
        <p:txBody>
          <a:bodyPr>
            <a:normAutofit fontScale="92500" lnSpcReduction="20000"/>
          </a:bodyPr>
          <a:lstStyle/>
          <a:p>
            <a:pPr>
              <a:lnSpc>
                <a:spcPct val="110000"/>
              </a:lnSpc>
            </a:pPr>
            <a:r>
              <a:rPr lang="en-US" sz="1900" dirty="0">
                <a:latin typeface="Arial" panose="020B0604020202020204" pitchFamily="34" charset="0"/>
                <a:cs typeface="Arial" panose="020B0604020202020204" pitchFamily="34" charset="0"/>
              </a:rPr>
              <a:t>RNN’s were introduced to handle the sequential nature of text data which allowed them to improve on the outcome of word embeddings approach of Word2Vec and GloVe</a:t>
            </a:r>
          </a:p>
          <a:p>
            <a:pPr>
              <a:lnSpc>
                <a:spcPct val="110000"/>
              </a:lnSpc>
            </a:pPr>
            <a:r>
              <a:rPr lang="en-US" sz="1900" dirty="0">
                <a:latin typeface="Arial" panose="020B0604020202020204" pitchFamily="34" charset="0"/>
                <a:cs typeface="Arial" panose="020B0604020202020204" pitchFamily="34" charset="0"/>
              </a:rPr>
              <a:t>RNN’s suffered from vanishing and exploding gradients as the text got longer and introduction of LSTM improved on that limitation by using gates – mechanism to decide what to keep or forget</a:t>
            </a:r>
          </a:p>
          <a:p>
            <a:pPr marL="0" indent="0" algn="ctr">
              <a:buNone/>
            </a:pPr>
            <a:r>
              <a:rPr lang="en-US" sz="1700" b="1" dirty="0">
                <a:solidFill>
                  <a:srgbClr val="0070C0"/>
                </a:solidFill>
                <a:effectLst/>
                <a:latin typeface="Arial" panose="020B0604020202020204" pitchFamily="34" charset="0"/>
                <a:cs typeface="Arial" panose="020B0604020202020204" pitchFamily="34" charset="0"/>
              </a:rPr>
              <a:t>“A curious cat climbed a tall tree to chase a bird, but the bird flew away.”</a:t>
            </a:r>
          </a:p>
          <a:p>
            <a:pPr>
              <a:lnSpc>
                <a:spcPct val="120000"/>
              </a:lnSpc>
            </a:pPr>
            <a:r>
              <a:rPr lang="en-US" sz="1900" dirty="0">
                <a:latin typeface="Arial" panose="020B0604020202020204" pitchFamily="34" charset="0"/>
                <a:cs typeface="Arial" panose="020B0604020202020204" pitchFamily="34" charset="0"/>
              </a:rPr>
              <a:t>LSTMs excel in capturing dependencies like </a:t>
            </a:r>
            <a:r>
              <a:rPr lang="en-US" sz="1900" b="1" dirty="0">
                <a:solidFill>
                  <a:srgbClr val="0070C0"/>
                </a:solidFill>
                <a:effectLst/>
                <a:latin typeface="Arial" panose="020B0604020202020204" pitchFamily="34" charset="0"/>
                <a:cs typeface="Arial" panose="020B0604020202020204" pitchFamily="34" charset="0"/>
              </a:rPr>
              <a:t>A curious cat </a:t>
            </a:r>
            <a:r>
              <a:rPr lang="en-US" sz="1900" dirty="0">
                <a:latin typeface="Arial" panose="020B0604020202020204" pitchFamily="34" charset="0"/>
                <a:cs typeface="Arial" panose="020B0604020202020204" pitchFamily="34" charset="0"/>
              </a:rPr>
              <a:t>but struggle with long –range dependencies like </a:t>
            </a:r>
            <a:r>
              <a:rPr lang="en-US" sz="1900" b="1" dirty="0">
                <a:solidFill>
                  <a:srgbClr val="0070C0"/>
                </a:solidFill>
                <a:effectLst/>
                <a:latin typeface="Arial" panose="020B0604020202020204" pitchFamily="34" charset="0"/>
                <a:cs typeface="Arial" panose="020B0604020202020204" pitchFamily="34" charset="0"/>
              </a:rPr>
              <a:t>chase a bird </a:t>
            </a:r>
            <a:r>
              <a:rPr lang="en-US" sz="1900" dirty="0">
                <a:latin typeface="Arial" panose="020B0604020202020204" pitchFamily="34" charset="0"/>
                <a:cs typeface="Arial" panose="020B0604020202020204" pitchFamily="34" charset="0"/>
              </a:rPr>
              <a:t>because they rely on fixed-size hidden state to store all information, which becomes a bottleneck for longer or more complex stories</a:t>
            </a:r>
          </a:p>
          <a:p>
            <a:r>
              <a:rPr lang="en-US" sz="1900" dirty="0">
                <a:latin typeface="Arial" panose="020B0604020202020204" pitchFamily="34" charset="0"/>
                <a:cs typeface="Arial" panose="020B0604020202020204" pitchFamily="34" charset="0"/>
              </a:rPr>
              <a:t>Consider another example in text translation:</a:t>
            </a:r>
          </a:p>
          <a:p>
            <a:pPr marL="0" indent="0">
              <a:buNone/>
            </a:pPr>
            <a:r>
              <a:rPr lang="en-US" sz="2000" dirty="0">
                <a:solidFill>
                  <a:srgbClr val="0E0E0E"/>
                </a:solidFill>
                <a:effectLst/>
                <a:latin typeface="Arial" panose="020B0604020202020204" pitchFamily="34" charset="0"/>
                <a:cs typeface="Arial" panose="020B0604020202020204" pitchFamily="34" charset="0"/>
              </a:rPr>
              <a:t>		</a:t>
            </a:r>
            <a:r>
              <a:rPr lang="en-US" sz="1700" dirty="0">
                <a:solidFill>
                  <a:srgbClr val="0070C0"/>
                </a:solidFill>
                <a:effectLst/>
                <a:latin typeface="Arial" panose="020B0604020202020204" pitchFamily="34" charset="0"/>
                <a:cs typeface="Arial" panose="020B0604020202020204" pitchFamily="34" charset="0"/>
              </a:rPr>
              <a:t>Input (English): “The curious cat climbed a tall tree.”</a:t>
            </a:r>
          </a:p>
          <a:p>
            <a:pPr marL="0" indent="0">
              <a:buNone/>
            </a:pPr>
            <a:r>
              <a:rPr lang="en-US" sz="1700" dirty="0">
                <a:solidFill>
                  <a:srgbClr val="0070C0"/>
                </a:solidFill>
                <a:latin typeface="Arial" panose="020B0604020202020204" pitchFamily="34" charset="0"/>
                <a:cs typeface="Arial" panose="020B0604020202020204" pitchFamily="34" charset="0"/>
              </a:rPr>
              <a:t>		</a:t>
            </a:r>
            <a:r>
              <a:rPr lang="en-US" sz="1700" dirty="0">
                <a:solidFill>
                  <a:srgbClr val="0070C0"/>
                </a:solidFill>
                <a:effectLst/>
                <a:latin typeface="Arial" panose="020B0604020202020204" pitchFamily="34" charset="0"/>
                <a:cs typeface="Arial" panose="020B0604020202020204" pitchFamily="34" charset="0"/>
              </a:rPr>
              <a:t>Output (French): “Le chat </a:t>
            </a:r>
            <a:r>
              <a:rPr lang="en-US" sz="1700" dirty="0" err="1">
                <a:solidFill>
                  <a:srgbClr val="0070C0"/>
                </a:solidFill>
                <a:effectLst/>
                <a:latin typeface="Arial" panose="020B0604020202020204" pitchFamily="34" charset="0"/>
                <a:cs typeface="Arial" panose="020B0604020202020204" pitchFamily="34" charset="0"/>
              </a:rPr>
              <a:t>curieux</a:t>
            </a:r>
            <a:r>
              <a:rPr lang="en-US" sz="1700" dirty="0">
                <a:solidFill>
                  <a:srgbClr val="0070C0"/>
                </a:solidFill>
                <a:effectLst/>
                <a:latin typeface="Arial" panose="020B0604020202020204" pitchFamily="34" charset="0"/>
                <a:cs typeface="Arial" panose="020B0604020202020204" pitchFamily="34" charset="0"/>
              </a:rPr>
              <a:t> a </a:t>
            </a:r>
            <a:r>
              <a:rPr lang="en-US" sz="1700" dirty="0" err="1">
                <a:solidFill>
                  <a:srgbClr val="0070C0"/>
                </a:solidFill>
                <a:effectLst/>
                <a:latin typeface="Arial" panose="020B0604020202020204" pitchFamily="34" charset="0"/>
                <a:cs typeface="Arial" panose="020B0604020202020204" pitchFamily="34" charset="0"/>
              </a:rPr>
              <a:t>grimpé</a:t>
            </a:r>
            <a:r>
              <a:rPr lang="en-US" sz="1700" dirty="0">
                <a:solidFill>
                  <a:srgbClr val="0070C0"/>
                </a:solidFill>
                <a:effectLst/>
                <a:latin typeface="Arial" panose="020B0604020202020204" pitchFamily="34" charset="0"/>
                <a:cs typeface="Arial" panose="020B0604020202020204" pitchFamily="34" charset="0"/>
              </a:rPr>
              <a:t> un grand </a:t>
            </a:r>
            <a:r>
              <a:rPr lang="en-US" sz="1700" dirty="0" err="1">
                <a:solidFill>
                  <a:srgbClr val="0070C0"/>
                </a:solidFill>
                <a:effectLst/>
                <a:latin typeface="Arial" panose="020B0604020202020204" pitchFamily="34" charset="0"/>
                <a:cs typeface="Arial" panose="020B0604020202020204" pitchFamily="34" charset="0"/>
              </a:rPr>
              <a:t>arbre</a:t>
            </a:r>
            <a:r>
              <a:rPr lang="en-US" sz="1700" dirty="0">
                <a:solidFill>
                  <a:srgbClr val="0070C0"/>
                </a:solidFill>
                <a:effectLst/>
                <a:latin typeface="Arial" panose="020B0604020202020204" pitchFamily="34" charset="0"/>
                <a:cs typeface="Arial" panose="020B0604020202020204" pitchFamily="34" charset="0"/>
              </a:rPr>
              <a:t>.”</a:t>
            </a:r>
          </a:p>
          <a:p>
            <a:pPr marL="0" indent="0">
              <a:buNone/>
            </a:pPr>
            <a:r>
              <a:rPr lang="en-US" sz="1900" dirty="0">
                <a:latin typeface="Arial" panose="020B0604020202020204" pitchFamily="34" charset="0"/>
                <a:cs typeface="Arial" panose="020B0604020202020204" pitchFamily="34" charset="0"/>
              </a:rPr>
              <a:t>		The input and output texts are of different lengths</a:t>
            </a:r>
            <a:endParaRPr lang="en-US" sz="1800" dirty="0">
              <a:latin typeface="Arial" panose="020B0604020202020204" pitchFamily="34" charset="0"/>
              <a:cs typeface="Arial" panose="020B0604020202020204" pitchFamily="34" charset="0"/>
            </a:endParaRPr>
          </a:p>
          <a:p>
            <a:pPr>
              <a:lnSpc>
                <a:spcPct val="110000"/>
              </a:lnSpc>
            </a:pPr>
            <a:r>
              <a:rPr lang="en-US" sz="1900" dirty="0">
                <a:solidFill>
                  <a:srgbClr val="0E0E0E"/>
                </a:solidFill>
                <a:effectLst/>
                <a:latin typeface="Arial" panose="020B0604020202020204" pitchFamily="34" charset="0"/>
                <a:cs typeface="Arial" panose="020B0604020202020204" pitchFamily="34" charset="0"/>
              </a:rPr>
              <a:t>Now imagine dividing the task:</a:t>
            </a:r>
          </a:p>
          <a:p>
            <a:pPr lvl="1">
              <a:lnSpc>
                <a:spcPct val="110000"/>
              </a:lnSpc>
              <a:spcBef>
                <a:spcPts val="900"/>
              </a:spcBef>
            </a:pPr>
            <a:r>
              <a:rPr lang="en-US" sz="1700" dirty="0">
                <a:solidFill>
                  <a:srgbClr val="0E0E0E"/>
                </a:solidFill>
                <a:effectLst/>
                <a:latin typeface="Arial" panose="020B0604020202020204" pitchFamily="34" charset="0"/>
                <a:cs typeface="Arial" panose="020B0604020202020204" pitchFamily="34" charset="0"/>
              </a:rPr>
              <a:t>One person listens to the entire story (the encoder) and condenses it into a </a:t>
            </a:r>
            <a:r>
              <a:rPr lang="en-US" sz="1700" dirty="0">
                <a:solidFill>
                  <a:srgbClr val="0070C0"/>
                </a:solidFill>
                <a:effectLst/>
                <a:latin typeface="Arial" panose="020B0604020202020204" pitchFamily="34" charset="0"/>
                <a:cs typeface="Arial" panose="020B0604020202020204" pitchFamily="34" charset="0"/>
              </a:rPr>
              <a:t>summary.</a:t>
            </a:r>
          </a:p>
          <a:p>
            <a:pPr lvl="1">
              <a:lnSpc>
                <a:spcPct val="110000"/>
              </a:lnSpc>
              <a:spcBef>
                <a:spcPts val="900"/>
              </a:spcBef>
            </a:pPr>
            <a:r>
              <a:rPr lang="en-US" sz="1700" dirty="0">
                <a:solidFill>
                  <a:srgbClr val="0E0E0E"/>
                </a:solidFill>
                <a:effectLst/>
                <a:latin typeface="Arial" panose="020B0604020202020204" pitchFamily="34" charset="0"/>
                <a:cs typeface="Arial" panose="020B0604020202020204" pitchFamily="34" charset="0"/>
              </a:rPr>
              <a:t>Another person uses the </a:t>
            </a:r>
            <a:r>
              <a:rPr lang="en-US" sz="1700" dirty="0">
                <a:solidFill>
                  <a:srgbClr val="0070C0"/>
                </a:solidFill>
                <a:effectLst/>
                <a:latin typeface="Arial" panose="020B0604020202020204" pitchFamily="34" charset="0"/>
                <a:cs typeface="Arial" panose="020B0604020202020204" pitchFamily="34" charset="0"/>
              </a:rPr>
              <a:t>summary</a:t>
            </a:r>
            <a:r>
              <a:rPr lang="en-US" sz="1700" dirty="0">
                <a:solidFill>
                  <a:srgbClr val="0E0E0E"/>
                </a:solidFill>
                <a:effectLst/>
                <a:latin typeface="Arial" panose="020B0604020202020204" pitchFamily="34" charset="0"/>
                <a:cs typeface="Arial" panose="020B0604020202020204" pitchFamily="34" charset="0"/>
              </a:rPr>
              <a:t> to retell the story in their own words (the decoder).</a:t>
            </a:r>
          </a:p>
          <a:p>
            <a:pPr marL="0" indent="0">
              <a:lnSpc>
                <a:spcPct val="110000"/>
              </a:lnSpc>
              <a:buNone/>
            </a:pPr>
            <a:endParaRPr lang="en-US" sz="1800" dirty="0">
              <a:effectLst/>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7452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BC9FE-C514-881C-272B-FA122E871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C0F3B-6C90-8DF2-A9FF-6F6C79EEA0E5}"/>
              </a:ext>
            </a:extLst>
          </p:cNvPr>
          <p:cNvSpPr>
            <a:spLocks noGrp="1"/>
          </p:cNvSpPr>
          <p:nvPr>
            <p:ph type="title"/>
          </p:nvPr>
        </p:nvSpPr>
        <p:spPr>
          <a:xfrm>
            <a:off x="340659" y="345887"/>
            <a:ext cx="10515600" cy="670299"/>
          </a:xfrm>
        </p:spPr>
        <p:txBody>
          <a:bodyPr>
            <a:normAutofit fontScale="90000"/>
          </a:bodyPr>
          <a:lstStyle/>
          <a:p>
            <a:r>
              <a:rPr lang="en-US" dirty="0"/>
              <a:t>Introduction to Seq 2 Seq</a:t>
            </a:r>
          </a:p>
        </p:txBody>
      </p:sp>
      <p:sp>
        <p:nvSpPr>
          <p:cNvPr id="3" name="Content Placeholder 2">
            <a:extLst>
              <a:ext uri="{FF2B5EF4-FFF2-40B4-BE49-F238E27FC236}">
                <a16:creationId xmlns:a16="http://schemas.microsoft.com/office/drawing/2014/main" id="{424AF0AC-E3CB-A9F8-D635-AAFE51408861}"/>
              </a:ext>
            </a:extLst>
          </p:cNvPr>
          <p:cNvSpPr>
            <a:spLocks noGrp="1"/>
          </p:cNvSpPr>
          <p:nvPr>
            <p:ph idx="1"/>
          </p:nvPr>
        </p:nvSpPr>
        <p:spPr>
          <a:xfrm>
            <a:off x="340659" y="1343025"/>
            <a:ext cx="11250706" cy="4950199"/>
          </a:xfrm>
        </p:spPr>
        <p:txBody>
          <a:bodyPr>
            <a:normAutofit/>
          </a:bodyPr>
          <a:lstStyle/>
          <a:p>
            <a:pPr>
              <a:lnSpc>
                <a:spcPct val="100000"/>
              </a:lnSpc>
            </a:pPr>
            <a:r>
              <a:rPr lang="en-US" sz="2000" dirty="0">
                <a:solidFill>
                  <a:srgbClr val="0E0E0E"/>
                </a:solidFill>
                <a:effectLst/>
                <a:latin typeface="Arial" panose="020B0604020202020204" pitchFamily="34" charset="0"/>
                <a:cs typeface="Arial" panose="020B0604020202020204" pitchFamily="34" charset="0"/>
              </a:rPr>
              <a:t>This is the essence of the Seq2Seq Architecture:</a:t>
            </a:r>
          </a:p>
          <a:p>
            <a:pPr lvl="1">
              <a:lnSpc>
                <a:spcPct val="100000"/>
              </a:lnSpc>
              <a:spcBef>
                <a:spcPts val="900"/>
              </a:spcBef>
            </a:pPr>
            <a:r>
              <a:rPr lang="en-US" sz="1600" dirty="0">
                <a:solidFill>
                  <a:srgbClr val="0E0E0E"/>
                </a:solidFill>
                <a:effectLst/>
                <a:latin typeface="Arial" panose="020B0604020202020204" pitchFamily="34" charset="0"/>
                <a:cs typeface="Arial" panose="020B0604020202020204" pitchFamily="34" charset="0"/>
              </a:rPr>
              <a:t>Encoder: Processes the input sequence into a context vector summarizing its meaning.</a:t>
            </a:r>
          </a:p>
          <a:p>
            <a:pPr lvl="1">
              <a:lnSpc>
                <a:spcPct val="100000"/>
              </a:lnSpc>
              <a:spcBef>
                <a:spcPts val="900"/>
              </a:spcBef>
            </a:pPr>
            <a:r>
              <a:rPr lang="en-US" sz="1600" dirty="0">
                <a:solidFill>
                  <a:srgbClr val="0E0E0E"/>
                </a:solidFill>
                <a:effectLst/>
                <a:latin typeface="Arial" panose="020B0604020202020204" pitchFamily="34" charset="0"/>
                <a:cs typeface="Arial" panose="020B0604020202020204" pitchFamily="34" charset="0"/>
              </a:rPr>
              <a:t>Decoder: Generates the output sequence step by step.</a:t>
            </a:r>
          </a:p>
          <a:p>
            <a:pPr>
              <a:lnSpc>
                <a:spcPct val="100000"/>
              </a:lnSpc>
            </a:pPr>
            <a:r>
              <a:rPr lang="en-US" sz="1800" dirty="0">
                <a:solidFill>
                  <a:srgbClr val="0E0E0E"/>
                </a:solidFill>
                <a:effectLst/>
                <a:latin typeface="Arial" panose="020B0604020202020204" pitchFamily="34" charset="0"/>
                <a:cs typeface="Arial" panose="020B0604020202020204" pitchFamily="34" charset="0"/>
              </a:rPr>
              <a:t>By splitting the task between encoder and decoder, Seq2Seq models overcome the limitations of fixed hidden states.</a:t>
            </a:r>
          </a:p>
          <a:p>
            <a:pPr>
              <a:lnSpc>
                <a:spcPct val="100000"/>
              </a:lnSpc>
              <a:spcBef>
                <a:spcPts val="900"/>
              </a:spcBef>
            </a:pPr>
            <a:r>
              <a:rPr lang="en-US" sz="1800" dirty="0">
                <a:solidFill>
                  <a:srgbClr val="0E0E0E"/>
                </a:solidFill>
                <a:effectLst/>
                <a:latin typeface="Arial" panose="020B0604020202020204" pitchFamily="34" charset="0"/>
                <a:cs typeface="Arial" panose="020B0604020202020204" pitchFamily="34" charset="0"/>
              </a:rPr>
              <a:t>They handle varying input and output lengths effortlessly—perfect for tasks like machine translation and summarization.</a:t>
            </a:r>
          </a:p>
          <a:p>
            <a:pPr>
              <a:lnSpc>
                <a:spcPct val="100000"/>
              </a:lnSpc>
              <a:spcBef>
                <a:spcPts val="900"/>
              </a:spcBef>
            </a:pPr>
            <a:r>
              <a:rPr lang="en-US" sz="1800" dirty="0">
                <a:solidFill>
                  <a:srgbClr val="0070C0"/>
                </a:solidFill>
                <a:effectLst/>
                <a:latin typeface="Arial" panose="020B0604020202020204" pitchFamily="34" charset="0"/>
                <a:cs typeface="Arial" panose="020B0604020202020204" pitchFamily="34" charset="0"/>
              </a:rPr>
              <a:t>Why does splitting the sequence processing task into encoder and decoder improve performance?</a:t>
            </a:r>
          </a:p>
          <a:p>
            <a:pPr lvl="1">
              <a:lnSpc>
                <a:spcPct val="100000"/>
              </a:lnSpc>
              <a:spcBef>
                <a:spcPts val="900"/>
              </a:spcBef>
            </a:pPr>
            <a:r>
              <a:rPr lang="en-US" sz="1600" dirty="0">
                <a:solidFill>
                  <a:srgbClr val="0E0E0E"/>
                </a:solidFill>
                <a:effectLst/>
                <a:latin typeface="Arial" panose="020B0604020202020204" pitchFamily="34" charset="0"/>
                <a:cs typeface="Arial" panose="020B0604020202020204" pitchFamily="34" charset="0"/>
              </a:rPr>
              <a:t>Response: Dividing the task allows the model to focus separately on understanding the input and generating the output, reducing the burden on a single fixed hidden state.</a:t>
            </a:r>
          </a:p>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28102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3F64A-7DB4-DABE-E62D-D810A5486A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E386D-644E-E7B1-D29D-F4941B0AD43A}"/>
              </a:ext>
            </a:extLst>
          </p:cNvPr>
          <p:cNvSpPr>
            <a:spLocks noGrp="1"/>
          </p:cNvSpPr>
          <p:nvPr>
            <p:ph type="title"/>
          </p:nvPr>
        </p:nvSpPr>
        <p:spPr>
          <a:xfrm>
            <a:off x="340659" y="345887"/>
            <a:ext cx="10515600" cy="670299"/>
          </a:xfrm>
        </p:spPr>
        <p:txBody>
          <a:bodyPr>
            <a:normAutofit fontScale="90000"/>
          </a:bodyPr>
          <a:lstStyle/>
          <a:p>
            <a:r>
              <a:rPr lang="en-US" dirty="0"/>
              <a:t>Seq 2 Seq Architecture</a:t>
            </a:r>
          </a:p>
        </p:txBody>
      </p:sp>
      <p:sp>
        <p:nvSpPr>
          <p:cNvPr id="3" name="Content Placeholder 2">
            <a:extLst>
              <a:ext uri="{FF2B5EF4-FFF2-40B4-BE49-F238E27FC236}">
                <a16:creationId xmlns:a16="http://schemas.microsoft.com/office/drawing/2014/main" id="{25E1BDAD-8AF0-995B-094E-A071F70A6729}"/>
              </a:ext>
            </a:extLst>
          </p:cNvPr>
          <p:cNvSpPr>
            <a:spLocks noGrp="1"/>
          </p:cNvSpPr>
          <p:nvPr>
            <p:ph idx="1"/>
          </p:nvPr>
        </p:nvSpPr>
        <p:spPr>
          <a:xfrm>
            <a:off x="2198042" y="4407729"/>
            <a:ext cx="4017029" cy="494271"/>
          </a:xfrm>
          <a:ln>
            <a:solidFill>
              <a:schemeClr val="tx1"/>
            </a:solidFill>
          </a:ln>
        </p:spPr>
        <p:txBody>
          <a:bodyPr>
            <a:normAutofit/>
          </a:bodyPr>
          <a:lstStyle/>
          <a:p>
            <a:pPr marL="0" indent="0">
              <a:buNone/>
            </a:pPr>
            <a:r>
              <a:rPr lang="en-US" sz="2000" dirty="0">
                <a:solidFill>
                  <a:srgbClr val="0070C0"/>
                </a:solidFill>
                <a:effectLst/>
                <a:latin typeface="Arial" panose="020B0604020202020204" pitchFamily="34" charset="0"/>
                <a:cs typeface="Arial" panose="020B0604020202020204" pitchFamily="34" charset="0"/>
              </a:rPr>
              <a:t>The curious cat climbed a tall tree</a:t>
            </a:r>
          </a:p>
          <a:p>
            <a:pPr marL="0" indent="0">
              <a:buNone/>
            </a:pPr>
            <a:endParaRPr lang="en-US" sz="1800"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201E65D4-AD8E-CFD4-B2A5-8E307DEBAF4C}"/>
              </a:ext>
            </a:extLst>
          </p:cNvPr>
          <p:cNvSpPr/>
          <p:nvPr/>
        </p:nvSpPr>
        <p:spPr>
          <a:xfrm>
            <a:off x="3228984" y="2357428"/>
            <a:ext cx="1585912" cy="145732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Encoder</a:t>
            </a:r>
          </a:p>
        </p:txBody>
      </p:sp>
      <p:sp>
        <p:nvSpPr>
          <p:cNvPr id="5" name="Rectangle 4">
            <a:extLst>
              <a:ext uri="{FF2B5EF4-FFF2-40B4-BE49-F238E27FC236}">
                <a16:creationId xmlns:a16="http://schemas.microsoft.com/office/drawing/2014/main" id="{2F4A7440-F163-51F1-19F2-D92F3C95B92F}"/>
              </a:ext>
            </a:extLst>
          </p:cNvPr>
          <p:cNvSpPr/>
          <p:nvPr/>
        </p:nvSpPr>
        <p:spPr>
          <a:xfrm>
            <a:off x="7010408" y="2357428"/>
            <a:ext cx="1585912" cy="145732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Decoder</a:t>
            </a:r>
          </a:p>
        </p:txBody>
      </p:sp>
      <p:sp>
        <p:nvSpPr>
          <p:cNvPr id="6" name="Content Placeholder 2">
            <a:extLst>
              <a:ext uri="{FF2B5EF4-FFF2-40B4-BE49-F238E27FC236}">
                <a16:creationId xmlns:a16="http://schemas.microsoft.com/office/drawing/2014/main" id="{5AD3B0DC-1926-E587-2922-FCE12EA9DA96}"/>
              </a:ext>
            </a:extLst>
          </p:cNvPr>
          <p:cNvSpPr txBox="1">
            <a:spLocks/>
          </p:cNvSpPr>
          <p:nvPr/>
        </p:nvSpPr>
        <p:spPr>
          <a:xfrm>
            <a:off x="5700720" y="1205466"/>
            <a:ext cx="4986338" cy="351862"/>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0070C0"/>
                </a:solidFill>
                <a:latin typeface="Arial" panose="020B0604020202020204" pitchFamily="34" charset="0"/>
                <a:cs typeface="Arial" panose="020B0604020202020204" pitchFamily="34" charset="0"/>
              </a:rPr>
              <a:t> Le chat </a:t>
            </a:r>
            <a:r>
              <a:rPr lang="en-US" sz="2000" dirty="0" err="1">
                <a:solidFill>
                  <a:srgbClr val="0070C0"/>
                </a:solidFill>
                <a:latin typeface="Arial" panose="020B0604020202020204" pitchFamily="34" charset="0"/>
                <a:cs typeface="Arial" panose="020B0604020202020204" pitchFamily="34" charset="0"/>
              </a:rPr>
              <a:t>curieux</a:t>
            </a:r>
            <a:r>
              <a:rPr lang="en-US" sz="2000" dirty="0">
                <a:solidFill>
                  <a:srgbClr val="0070C0"/>
                </a:solidFill>
                <a:latin typeface="Arial" panose="020B0604020202020204" pitchFamily="34" charset="0"/>
                <a:cs typeface="Arial" panose="020B0604020202020204" pitchFamily="34" charset="0"/>
              </a:rPr>
              <a:t> a </a:t>
            </a:r>
            <a:r>
              <a:rPr lang="en-US" sz="2000" dirty="0" err="1">
                <a:solidFill>
                  <a:srgbClr val="0070C0"/>
                </a:solidFill>
                <a:latin typeface="Arial" panose="020B0604020202020204" pitchFamily="34" charset="0"/>
                <a:cs typeface="Arial" panose="020B0604020202020204" pitchFamily="34" charset="0"/>
              </a:rPr>
              <a:t>grimpé</a:t>
            </a:r>
            <a:r>
              <a:rPr lang="en-US" sz="2000" dirty="0">
                <a:solidFill>
                  <a:srgbClr val="0070C0"/>
                </a:solidFill>
                <a:latin typeface="Arial" panose="020B0604020202020204" pitchFamily="34" charset="0"/>
                <a:cs typeface="Arial" panose="020B0604020202020204" pitchFamily="34" charset="0"/>
              </a:rPr>
              <a:t> un grand </a:t>
            </a:r>
            <a:r>
              <a:rPr lang="en-US" sz="2000" dirty="0" err="1">
                <a:solidFill>
                  <a:srgbClr val="0070C0"/>
                </a:solidFill>
                <a:latin typeface="Arial" panose="020B0604020202020204" pitchFamily="34" charset="0"/>
                <a:cs typeface="Arial" panose="020B0604020202020204" pitchFamily="34" charset="0"/>
              </a:rPr>
              <a:t>arbre</a:t>
            </a:r>
            <a:endParaRPr lang="en-US" sz="2000" dirty="0">
              <a:solidFill>
                <a:srgbClr val="0070C0"/>
              </a:solidFill>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cxnSp>
        <p:nvCxnSpPr>
          <p:cNvPr id="11" name="Straight Arrow Connector 10">
            <a:extLst>
              <a:ext uri="{FF2B5EF4-FFF2-40B4-BE49-F238E27FC236}">
                <a16:creationId xmlns:a16="http://schemas.microsoft.com/office/drawing/2014/main" id="{5509C2CD-44F9-DBAE-A5CC-B844EB9CE97F}"/>
              </a:ext>
            </a:extLst>
          </p:cNvPr>
          <p:cNvCxnSpPr>
            <a:cxnSpLocks/>
          </p:cNvCxnSpPr>
          <p:nvPr/>
        </p:nvCxnSpPr>
        <p:spPr>
          <a:xfrm flipV="1">
            <a:off x="4021940" y="3814753"/>
            <a:ext cx="0" cy="619076"/>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C1727ADB-6C71-44E5-0B1B-1D25C43449A9}"/>
              </a:ext>
            </a:extLst>
          </p:cNvPr>
          <p:cNvCxnSpPr>
            <a:cxnSpLocks/>
            <a:stCxn id="4" idx="3"/>
            <a:endCxn id="5" idx="1"/>
          </p:cNvCxnSpPr>
          <p:nvPr/>
        </p:nvCxnSpPr>
        <p:spPr>
          <a:xfrm>
            <a:off x="4814896" y="3086091"/>
            <a:ext cx="2195512"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3D8F5001-E1BD-7F17-2A5E-C07ED7856021}"/>
              </a:ext>
            </a:extLst>
          </p:cNvPr>
          <p:cNvCxnSpPr>
            <a:cxnSpLocks/>
          </p:cNvCxnSpPr>
          <p:nvPr/>
        </p:nvCxnSpPr>
        <p:spPr>
          <a:xfrm flipV="1">
            <a:off x="7803364" y="1557328"/>
            <a:ext cx="0" cy="80010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 name="Content Placeholder 2">
            <a:extLst>
              <a:ext uri="{FF2B5EF4-FFF2-40B4-BE49-F238E27FC236}">
                <a16:creationId xmlns:a16="http://schemas.microsoft.com/office/drawing/2014/main" id="{2E39B491-E3FF-335E-0D28-5A906885EED9}"/>
              </a:ext>
            </a:extLst>
          </p:cNvPr>
          <p:cNvSpPr txBox="1">
            <a:spLocks/>
          </p:cNvSpPr>
          <p:nvPr/>
        </p:nvSpPr>
        <p:spPr>
          <a:xfrm>
            <a:off x="4931647" y="2791378"/>
            <a:ext cx="1962010" cy="351862"/>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0070C0"/>
                </a:solidFill>
                <a:latin typeface="Arial" panose="020B0604020202020204" pitchFamily="34" charset="0"/>
                <a:cs typeface="Arial" panose="020B0604020202020204" pitchFamily="34" charset="0"/>
              </a:rPr>
              <a:t> context vector</a:t>
            </a:r>
          </a:p>
          <a:p>
            <a:endParaRPr lang="en-US" sz="1800" dirty="0">
              <a:latin typeface="Arial" panose="020B0604020202020204" pitchFamily="34" charset="0"/>
              <a:cs typeface="Arial" panose="020B0604020202020204" pitchFamily="34" charset="0"/>
            </a:endParaRPr>
          </a:p>
        </p:txBody>
      </p:sp>
      <p:sp>
        <p:nvSpPr>
          <p:cNvPr id="24" name="Content Placeholder 2">
            <a:extLst>
              <a:ext uri="{FF2B5EF4-FFF2-40B4-BE49-F238E27FC236}">
                <a16:creationId xmlns:a16="http://schemas.microsoft.com/office/drawing/2014/main" id="{4BE47BE1-A663-3FA7-C11D-688B9D4F9632}"/>
              </a:ext>
            </a:extLst>
          </p:cNvPr>
          <p:cNvSpPr txBox="1">
            <a:spLocks/>
          </p:cNvSpPr>
          <p:nvPr/>
        </p:nvSpPr>
        <p:spPr>
          <a:xfrm>
            <a:off x="287299" y="5213146"/>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0C2FB9F6-A799-5F82-FFE7-249B4B576CFB}"/>
              </a:ext>
            </a:extLst>
          </p:cNvPr>
          <p:cNvSpPr txBox="1"/>
          <p:nvPr/>
        </p:nvSpPr>
        <p:spPr>
          <a:xfrm>
            <a:off x="287300" y="5311931"/>
            <a:ext cx="6156364" cy="1431161"/>
          </a:xfrm>
          <a:prstGeom prst="rect">
            <a:avLst/>
          </a:prstGeom>
          <a:noFill/>
        </p:spPr>
        <p:txBody>
          <a:bodyPr wrap="square">
            <a:spAutoFit/>
          </a:bodyPr>
          <a:lstStyle/>
          <a:p>
            <a:pPr>
              <a:spcBef>
                <a:spcPts val="900"/>
              </a:spcBef>
            </a:pPr>
            <a:r>
              <a:rPr lang="en-US" dirty="0">
                <a:solidFill>
                  <a:srgbClr val="0E0E0E"/>
                </a:solidFill>
                <a:effectLst/>
                <a:latin typeface="Arial" panose="020B0604020202020204" pitchFamily="34" charset="0"/>
                <a:cs typeface="Arial" panose="020B0604020202020204" pitchFamily="34" charset="0"/>
              </a:rPr>
              <a:t>Encoder:</a:t>
            </a: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Processes the input sequence word by word.</a:t>
            </a: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Outputs a fixed-length context vector summarizing the input</a:t>
            </a:r>
            <a:r>
              <a:rPr lang="en-US" dirty="0">
                <a:solidFill>
                  <a:srgbClr val="0E0E0E"/>
                </a:solidFill>
                <a:effectLst/>
                <a:latin typeface=".AppleSystemUIFont"/>
              </a:rPr>
              <a:t>.</a:t>
            </a:r>
          </a:p>
        </p:txBody>
      </p:sp>
      <p:sp>
        <p:nvSpPr>
          <p:cNvPr id="27" name="TextBox 26">
            <a:extLst>
              <a:ext uri="{FF2B5EF4-FFF2-40B4-BE49-F238E27FC236}">
                <a16:creationId xmlns:a16="http://schemas.microsoft.com/office/drawing/2014/main" id="{942DA91C-CBBE-04A9-9B5A-E8864E030AD0}"/>
              </a:ext>
            </a:extLst>
          </p:cNvPr>
          <p:cNvSpPr txBox="1"/>
          <p:nvPr/>
        </p:nvSpPr>
        <p:spPr>
          <a:xfrm>
            <a:off x="7008027" y="4025302"/>
            <a:ext cx="4986334" cy="1708160"/>
          </a:xfrm>
          <a:prstGeom prst="rect">
            <a:avLst/>
          </a:prstGeom>
          <a:noFill/>
        </p:spPr>
        <p:txBody>
          <a:bodyPr wrap="square">
            <a:spAutoFit/>
          </a:bodyPr>
          <a:lstStyle/>
          <a:p>
            <a:pPr>
              <a:spcBef>
                <a:spcPts val="900"/>
              </a:spcBef>
            </a:pPr>
            <a:r>
              <a:rPr lang="en-US" dirty="0">
                <a:solidFill>
                  <a:srgbClr val="0E0E0E"/>
                </a:solidFill>
                <a:latin typeface="Arial" panose="020B0604020202020204" pitchFamily="34" charset="0"/>
                <a:cs typeface="Arial" panose="020B0604020202020204" pitchFamily="34" charset="0"/>
              </a:rPr>
              <a:t>Decoder:</a:t>
            </a:r>
          </a:p>
          <a:p>
            <a:pPr marL="285750" indent="-285750">
              <a:spcBef>
                <a:spcPts val="900"/>
              </a:spcBef>
              <a:buFont typeface="Arial" panose="020B0604020202020204" pitchFamily="34" charset="0"/>
              <a:buChar char="•"/>
            </a:pPr>
            <a:r>
              <a:rPr lang="en-US" dirty="0">
                <a:solidFill>
                  <a:srgbClr val="0E0E0E"/>
                </a:solidFill>
                <a:latin typeface="Arial" panose="020B0604020202020204" pitchFamily="34" charset="0"/>
                <a:cs typeface="Arial" panose="020B0604020202020204" pitchFamily="34" charset="0"/>
              </a:rPr>
              <a:t>Uses the context vector from the encoder as its starting point.</a:t>
            </a:r>
          </a:p>
          <a:p>
            <a:pPr marL="285750" indent="-285750">
              <a:spcBef>
                <a:spcPts val="900"/>
              </a:spcBef>
              <a:buFont typeface="Arial" panose="020B0604020202020204" pitchFamily="34" charset="0"/>
              <a:buChar char="•"/>
            </a:pPr>
            <a:r>
              <a:rPr lang="en-US" dirty="0">
                <a:solidFill>
                  <a:srgbClr val="0E0E0E"/>
                </a:solidFill>
                <a:latin typeface="Arial" panose="020B0604020202020204" pitchFamily="34" charset="0"/>
                <a:cs typeface="Arial" panose="020B0604020202020204" pitchFamily="34" charset="0"/>
              </a:rPr>
              <a:t>Predicts one word at a time, conditioned on the previous word and the context.</a:t>
            </a:r>
          </a:p>
        </p:txBody>
      </p:sp>
    </p:spTree>
    <p:extLst>
      <p:ext uri="{BB962C8B-B14F-4D97-AF65-F5344CB8AC3E}">
        <p14:creationId xmlns:p14="http://schemas.microsoft.com/office/powerpoint/2010/main" val="126711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809FA-3496-2B4F-3214-FF88DA3688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FBC55C-AB48-E1A1-2561-4646500CD3DB}"/>
              </a:ext>
            </a:extLst>
          </p:cNvPr>
          <p:cNvSpPr>
            <a:spLocks noGrp="1"/>
          </p:cNvSpPr>
          <p:nvPr>
            <p:ph type="title"/>
          </p:nvPr>
        </p:nvSpPr>
        <p:spPr>
          <a:xfrm>
            <a:off x="340659" y="345887"/>
            <a:ext cx="10515600" cy="670299"/>
          </a:xfrm>
        </p:spPr>
        <p:txBody>
          <a:bodyPr>
            <a:normAutofit fontScale="90000"/>
          </a:bodyPr>
          <a:lstStyle/>
          <a:p>
            <a:r>
              <a:rPr lang="en-US" dirty="0"/>
              <a:t>Seq 2 Seq Architecture</a:t>
            </a:r>
          </a:p>
        </p:txBody>
      </p:sp>
      <p:sp>
        <p:nvSpPr>
          <p:cNvPr id="24" name="Content Placeholder 2">
            <a:extLst>
              <a:ext uri="{FF2B5EF4-FFF2-40B4-BE49-F238E27FC236}">
                <a16:creationId xmlns:a16="http://schemas.microsoft.com/office/drawing/2014/main" id="{5C45B252-7BFC-2F52-794D-EF39888C5EE1}"/>
              </a:ext>
            </a:extLst>
          </p:cNvPr>
          <p:cNvSpPr txBox="1">
            <a:spLocks/>
          </p:cNvSpPr>
          <p:nvPr/>
        </p:nvSpPr>
        <p:spPr>
          <a:xfrm>
            <a:off x="287299" y="5213146"/>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2D93762D-374E-DEEB-A830-64937A85A766}"/>
              </a:ext>
            </a:extLst>
          </p:cNvPr>
          <p:cNvSpPr txBox="1"/>
          <p:nvPr/>
        </p:nvSpPr>
        <p:spPr>
          <a:xfrm>
            <a:off x="197638" y="4025302"/>
            <a:ext cx="7188999" cy="2885405"/>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Step-by-step Process:</a:t>
            </a: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Encoder:</a:t>
            </a:r>
          </a:p>
          <a:p>
            <a:pPr marL="742950" lvl="1"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Tokenizes the input: [“The”, “curious”, “cat”, “climbed”, “a”, “tall”, “tree”].</a:t>
            </a:r>
          </a:p>
          <a:p>
            <a:pPr marL="742950" lvl="1"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Embeds each word into a vector.</a:t>
            </a:r>
          </a:p>
          <a:p>
            <a:pPr marL="742950" lvl="1"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Processes each embedding through layers, producing the context vector: </a:t>
            </a:r>
            <a:r>
              <a:rPr lang="en-US" i="1" dirty="0">
                <a:effectLst/>
                <a:latin typeface="Cambria Math" panose="02040503050406030204" pitchFamily="18" charset="0"/>
                <a:ea typeface="Cambria Math" panose="02040503050406030204" pitchFamily="18" charset="0"/>
                <a:cs typeface="Arial" panose="020B0604020202020204" pitchFamily="34" charset="0"/>
              </a:rPr>
              <a:t>C =</a:t>
            </a:r>
            <a:r>
              <a:rPr lang="en-US" dirty="0">
                <a:effectLst/>
                <a:latin typeface="Cambria Math" panose="02040503050406030204" pitchFamily="18" charset="0"/>
                <a:ea typeface="Cambria Math" panose="02040503050406030204" pitchFamily="18" charset="0"/>
                <a:cs typeface="Arial" panose="020B0604020202020204" pitchFamily="34" charset="0"/>
              </a:rPr>
              <a:t> [1.2, -0.7, 0.8,…..]</a:t>
            </a:r>
          </a:p>
          <a:p>
            <a:pPr marL="285750" indent="-285750">
              <a:spcBef>
                <a:spcPts val="900"/>
              </a:spcBef>
              <a:buFont typeface="Arial" panose="020B0604020202020204" pitchFamily="34" charset="0"/>
              <a:buChar char="•"/>
            </a:pPr>
            <a:r>
              <a:rPr lang="en-US" dirty="0">
                <a:latin typeface="Arial" panose="020B0604020202020204" pitchFamily="34" charset="0"/>
                <a:cs typeface="Arial" panose="020B0604020202020204" pitchFamily="34" charset="0"/>
              </a:rPr>
              <a:t>Context vector is a summarized vector of the entire input text. </a:t>
            </a:r>
            <a:endParaRPr lang="en-US" dirty="0">
              <a:effectLst/>
              <a:latin typeface="Arial" panose="020B0604020202020204" pitchFamily="34" charset="0"/>
              <a:cs typeface="Arial" panose="020B0604020202020204" pitchFamily="34" charset="0"/>
            </a:endParaRPr>
          </a:p>
        </p:txBody>
      </p:sp>
      <p:pic>
        <p:nvPicPr>
          <p:cNvPr id="10" name="Picture 9">
            <a:extLst>
              <a:ext uri="{FF2B5EF4-FFF2-40B4-BE49-F238E27FC236}">
                <a16:creationId xmlns:a16="http://schemas.microsoft.com/office/drawing/2014/main" id="{AF2D5B34-E896-7711-8356-B3FCEBC8D057}"/>
              </a:ext>
            </a:extLst>
          </p:cNvPr>
          <p:cNvPicPr>
            <a:picLocks noChangeAspect="1"/>
          </p:cNvPicPr>
          <p:nvPr/>
        </p:nvPicPr>
        <p:blipFill>
          <a:blip r:embed="rId2"/>
          <a:stretch>
            <a:fillRect/>
          </a:stretch>
        </p:blipFill>
        <p:spPr>
          <a:xfrm>
            <a:off x="287299" y="1429634"/>
            <a:ext cx="5169677" cy="2304462"/>
          </a:xfrm>
          <a:prstGeom prst="rect">
            <a:avLst/>
          </a:prstGeom>
        </p:spPr>
      </p:pic>
      <p:sp>
        <p:nvSpPr>
          <p:cNvPr id="12" name="TextBox 11">
            <a:extLst>
              <a:ext uri="{FF2B5EF4-FFF2-40B4-BE49-F238E27FC236}">
                <a16:creationId xmlns:a16="http://schemas.microsoft.com/office/drawing/2014/main" id="{FE50EF42-695F-C9DC-9514-437C35F74A7C}"/>
              </a:ext>
            </a:extLst>
          </p:cNvPr>
          <p:cNvSpPr txBox="1"/>
          <p:nvPr/>
        </p:nvSpPr>
        <p:spPr>
          <a:xfrm>
            <a:off x="6858000" y="1805163"/>
            <a:ext cx="5046701" cy="1431161"/>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Step-by-step Process:</a:t>
            </a: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Decoder:</a:t>
            </a:r>
          </a:p>
          <a:p>
            <a:pPr>
              <a:spcBef>
                <a:spcPts val="900"/>
              </a:spcBef>
            </a:pPr>
            <a:r>
              <a:rPr lang="en-US" dirty="0">
                <a:latin typeface="Arial" panose="020B0604020202020204" pitchFamily="34" charset="0"/>
                <a:cs typeface="Arial" panose="020B0604020202020204" pitchFamily="34" charset="0"/>
              </a:rPr>
              <a:t>The decoder takes </a:t>
            </a:r>
            <a:r>
              <a:rPr lang="en-US" dirty="0">
                <a:latin typeface="Cambria Math" panose="02040503050406030204" pitchFamily="18" charset="0"/>
                <a:ea typeface="Cambria Math" panose="02040503050406030204" pitchFamily="18" charset="0"/>
                <a:cs typeface="Arial" panose="020B0604020202020204" pitchFamily="34" charset="0"/>
              </a:rPr>
              <a:t>C</a:t>
            </a:r>
            <a:r>
              <a:rPr lang="en-US" dirty="0">
                <a:latin typeface="Arial" panose="020B0604020202020204" pitchFamily="34" charset="0"/>
                <a:cs typeface="Arial" panose="020B0604020202020204" pitchFamily="34" charset="0"/>
              </a:rPr>
              <a:t> and generates the output sequence in French</a:t>
            </a:r>
          </a:p>
        </p:txBody>
      </p:sp>
    </p:spTree>
    <p:extLst>
      <p:ext uri="{BB962C8B-B14F-4D97-AF65-F5344CB8AC3E}">
        <p14:creationId xmlns:p14="http://schemas.microsoft.com/office/powerpoint/2010/main" val="176127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AA05B-FCFC-357E-DB1B-6E5C67860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395A6C-B4BD-0B20-8692-BA72ED3AEF2F}"/>
              </a:ext>
            </a:extLst>
          </p:cNvPr>
          <p:cNvSpPr>
            <a:spLocks noGrp="1"/>
          </p:cNvSpPr>
          <p:nvPr>
            <p:ph type="title"/>
          </p:nvPr>
        </p:nvSpPr>
        <p:spPr>
          <a:xfrm>
            <a:off x="340659" y="345887"/>
            <a:ext cx="10515600" cy="670299"/>
          </a:xfrm>
        </p:spPr>
        <p:txBody>
          <a:bodyPr>
            <a:normAutofit fontScale="90000"/>
          </a:bodyPr>
          <a:lstStyle/>
          <a:p>
            <a:r>
              <a:rPr lang="en-US" dirty="0"/>
              <a:t>Seq 2 Seq: Encoder Architecture</a:t>
            </a:r>
          </a:p>
        </p:txBody>
      </p:sp>
      <p:sp>
        <p:nvSpPr>
          <p:cNvPr id="24" name="Content Placeholder 2">
            <a:extLst>
              <a:ext uri="{FF2B5EF4-FFF2-40B4-BE49-F238E27FC236}">
                <a16:creationId xmlns:a16="http://schemas.microsoft.com/office/drawing/2014/main" id="{7388E369-BAC7-9E44-3411-D3675E6101AC}"/>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F08A36D8-C9AD-D118-81C7-1202D6434A88}"/>
              </a:ext>
            </a:extLst>
          </p:cNvPr>
          <p:cNvSpPr txBox="1"/>
          <p:nvPr/>
        </p:nvSpPr>
        <p:spPr>
          <a:xfrm>
            <a:off x="280095" y="4678579"/>
            <a:ext cx="11622286" cy="2100575"/>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Step-by-step Process:</a:t>
            </a: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As in an LSTM, at timestep 1, the accepts “The” as input token and performs the mathematical transformation using the random weights of </a:t>
            </a:r>
            <a:r>
              <a:rPr lang="en-US" dirty="0" err="1">
                <a:solidFill>
                  <a:srgbClr val="0E0E0E"/>
                </a:solidFill>
                <a:effectLst/>
                <a:latin typeface="Cambria Math" panose="02040503050406030204" pitchFamily="18" charset="0"/>
                <a:ea typeface="Cambria Math" panose="02040503050406030204" pitchFamily="18" charset="0"/>
                <a:cs typeface="Arial" panose="020B0604020202020204" pitchFamily="34" charset="0"/>
              </a:rPr>
              <a:t>h</a:t>
            </a:r>
            <a:r>
              <a:rPr lang="en-US" baseline="-25000" dirty="0" err="1">
                <a:solidFill>
                  <a:srgbClr val="0E0E0E"/>
                </a:solidFill>
                <a:effectLst/>
                <a:latin typeface="Cambria Math" panose="02040503050406030204" pitchFamily="18" charset="0"/>
                <a:ea typeface="Cambria Math" panose="02040503050406030204" pitchFamily="18" charset="0"/>
                <a:cs typeface="Arial" panose="020B0604020202020204" pitchFamily="34" charset="0"/>
              </a:rPr>
              <a:t>t</a:t>
            </a:r>
            <a:r>
              <a:rPr lang="en-US" dirty="0">
                <a:solidFill>
                  <a:srgbClr val="0E0E0E"/>
                </a:solidFill>
                <a:effectLst/>
                <a:latin typeface="Cambria Math" panose="02040503050406030204" pitchFamily="18" charset="0"/>
                <a:ea typeface="Cambria Math" panose="02040503050406030204" pitchFamily="18" charset="0"/>
                <a:cs typeface="Arial" panose="020B0604020202020204" pitchFamily="34" charset="0"/>
              </a:rPr>
              <a:t> &amp; C</a:t>
            </a:r>
            <a:r>
              <a:rPr lang="en-US" baseline="-25000" dirty="0">
                <a:solidFill>
                  <a:srgbClr val="0E0E0E"/>
                </a:solidFill>
                <a:effectLst/>
                <a:latin typeface="Cambria Math" panose="02040503050406030204" pitchFamily="18" charset="0"/>
                <a:ea typeface="Cambria Math" panose="02040503050406030204" pitchFamily="18" charset="0"/>
                <a:cs typeface="Arial" panose="020B0604020202020204" pitchFamily="34" charset="0"/>
              </a:rPr>
              <a:t>t</a:t>
            </a:r>
            <a:r>
              <a:rPr lang="en-US" dirty="0">
                <a:solidFill>
                  <a:srgbClr val="0E0E0E"/>
                </a:solidFill>
                <a:effectLst/>
                <a:latin typeface="Cambria Math" panose="02040503050406030204" pitchFamily="18" charset="0"/>
                <a:ea typeface="Cambria Math" panose="02040503050406030204" pitchFamily="18" charset="0"/>
                <a:cs typeface="Arial" panose="020B0604020202020204" pitchFamily="34" charset="0"/>
              </a:rPr>
              <a:t> </a:t>
            </a:r>
            <a:r>
              <a:rPr lang="en-US" dirty="0">
                <a:solidFill>
                  <a:srgbClr val="0E0E0E"/>
                </a:solidFill>
                <a:effectLst/>
                <a:latin typeface="Arial" panose="020B0604020202020204" pitchFamily="34" charset="0"/>
                <a:cs typeface="Arial" panose="020B0604020202020204" pitchFamily="34" charset="0"/>
              </a:rPr>
              <a:t>from previous state and passes it on timestep 2, where the token “curious” is the second input.</a:t>
            </a: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The architecture continues to encode all the tokens </a:t>
            </a:r>
            <a:r>
              <a:rPr lang="en-US" dirty="0">
                <a:solidFill>
                  <a:srgbClr val="0E0E0E"/>
                </a:solidFill>
                <a:latin typeface="Arial" panose="020B0604020202020204" pitchFamily="34" charset="0"/>
                <a:cs typeface="Arial" panose="020B0604020202020204" pitchFamily="34" charset="0"/>
              </a:rPr>
              <a:t>into dense vectors as a single </a:t>
            </a:r>
            <a:r>
              <a:rPr lang="en-US" dirty="0">
                <a:solidFill>
                  <a:srgbClr val="0070C0"/>
                </a:solidFill>
                <a:latin typeface="Arial" panose="020B0604020202020204" pitchFamily="34" charset="0"/>
                <a:cs typeface="Arial" panose="020B0604020202020204" pitchFamily="34" charset="0"/>
              </a:rPr>
              <a:t>context vector </a:t>
            </a:r>
            <a:r>
              <a:rPr lang="en-US" dirty="0">
                <a:solidFill>
                  <a:srgbClr val="0070C0"/>
                </a:solidFill>
                <a:latin typeface="Cambria Math" panose="02040503050406030204" pitchFamily="18" charset="0"/>
                <a:ea typeface="Cambria Math" panose="02040503050406030204" pitchFamily="18" charset="0"/>
                <a:cs typeface="Arial" panose="020B0604020202020204" pitchFamily="34" charset="0"/>
              </a:rPr>
              <a:t>C</a:t>
            </a:r>
          </a:p>
          <a:p>
            <a:pPr>
              <a:spcBef>
                <a:spcPts val="900"/>
              </a:spcBef>
            </a:pPr>
            <a:r>
              <a:rPr lang="en-US" dirty="0">
                <a:effectLst/>
                <a:latin typeface="Arial" panose="020B0604020202020204" pitchFamily="34" charset="0"/>
                <a:cs typeface="Arial" panose="020B0604020202020204" pitchFamily="34" charset="0"/>
              </a:rPr>
              <a:t>Note: In encoder the LSTM cell can be a GRU but its never RNN</a:t>
            </a:r>
          </a:p>
        </p:txBody>
      </p:sp>
      <p:grpSp>
        <p:nvGrpSpPr>
          <p:cNvPr id="71" name="Group 70">
            <a:extLst>
              <a:ext uri="{FF2B5EF4-FFF2-40B4-BE49-F238E27FC236}">
                <a16:creationId xmlns:a16="http://schemas.microsoft.com/office/drawing/2014/main" id="{BC0987D2-2DA5-7624-AA0B-C0FB6B4CF2CB}"/>
              </a:ext>
            </a:extLst>
          </p:cNvPr>
          <p:cNvGrpSpPr/>
          <p:nvPr/>
        </p:nvGrpSpPr>
        <p:grpSpPr>
          <a:xfrm>
            <a:off x="1412376" y="1333120"/>
            <a:ext cx="9034652" cy="3249355"/>
            <a:chOff x="1412376" y="1333120"/>
            <a:chExt cx="9034652" cy="3249355"/>
          </a:xfrm>
        </p:grpSpPr>
        <p:grpSp>
          <p:nvGrpSpPr>
            <p:cNvPr id="70" name="Group 69">
              <a:extLst>
                <a:ext uri="{FF2B5EF4-FFF2-40B4-BE49-F238E27FC236}">
                  <a16:creationId xmlns:a16="http://schemas.microsoft.com/office/drawing/2014/main" id="{6D30E35F-0BE6-366C-6226-FFB3222D150A}"/>
                </a:ext>
              </a:extLst>
            </p:cNvPr>
            <p:cNvGrpSpPr/>
            <p:nvPr/>
          </p:nvGrpSpPr>
          <p:grpSpPr>
            <a:xfrm>
              <a:off x="1942112" y="1333120"/>
              <a:ext cx="8504916" cy="3249355"/>
              <a:chOff x="496491" y="1359775"/>
              <a:chExt cx="8504916" cy="3249355"/>
            </a:xfrm>
          </p:grpSpPr>
          <p:grpSp>
            <p:nvGrpSpPr>
              <p:cNvPr id="46" name="Group 45">
                <a:extLst>
                  <a:ext uri="{FF2B5EF4-FFF2-40B4-BE49-F238E27FC236}">
                    <a16:creationId xmlns:a16="http://schemas.microsoft.com/office/drawing/2014/main" id="{D86C97DD-458E-17F9-6BEB-BED6B9BC81B3}"/>
                  </a:ext>
                </a:extLst>
              </p:cNvPr>
              <p:cNvGrpSpPr/>
              <p:nvPr/>
            </p:nvGrpSpPr>
            <p:grpSpPr>
              <a:xfrm>
                <a:off x="569217" y="1359775"/>
                <a:ext cx="8432190" cy="1736136"/>
                <a:chOff x="569217" y="1359775"/>
                <a:chExt cx="8432190" cy="1736136"/>
              </a:xfrm>
            </p:grpSpPr>
            <p:sp>
              <p:nvSpPr>
                <p:cNvPr id="3" name="Rounded Rectangle 2">
                  <a:extLst>
                    <a:ext uri="{FF2B5EF4-FFF2-40B4-BE49-F238E27FC236}">
                      <a16:creationId xmlns:a16="http://schemas.microsoft.com/office/drawing/2014/main" id="{1512D1B2-B06C-6AF7-9C4B-69D4586F8BC5}"/>
                    </a:ext>
                  </a:extLst>
                </p:cNvPr>
                <p:cNvSpPr/>
                <p:nvPr/>
              </p:nvSpPr>
              <p:spPr>
                <a:xfrm>
                  <a:off x="569217" y="1359775"/>
                  <a:ext cx="7400925" cy="17361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4FA1ED2-4644-E79C-2400-5DA2704D9F6A}"/>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5" name="Rectangle 4">
                  <a:extLst>
                    <a:ext uri="{FF2B5EF4-FFF2-40B4-BE49-F238E27FC236}">
                      <a16:creationId xmlns:a16="http://schemas.microsoft.com/office/drawing/2014/main" id="{39DF9524-F83D-9BD8-D56E-FE2F67A7D058}"/>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6" name="Rectangle 5">
                  <a:extLst>
                    <a:ext uri="{FF2B5EF4-FFF2-40B4-BE49-F238E27FC236}">
                      <a16:creationId xmlns:a16="http://schemas.microsoft.com/office/drawing/2014/main" id="{EE656C5C-859D-3B8E-4C89-483CB4DFFBCD}"/>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7" name="Rectangle 6">
                  <a:extLst>
                    <a:ext uri="{FF2B5EF4-FFF2-40B4-BE49-F238E27FC236}">
                      <a16:creationId xmlns:a16="http://schemas.microsoft.com/office/drawing/2014/main" id="{3BC68C70-D47A-1937-9523-C243430AE4DD}"/>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8" name="Rectangle 7">
                  <a:extLst>
                    <a:ext uri="{FF2B5EF4-FFF2-40B4-BE49-F238E27FC236}">
                      <a16:creationId xmlns:a16="http://schemas.microsoft.com/office/drawing/2014/main" id="{628168CB-1800-F344-6A02-8E1849D846C7}"/>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9" name="Rectangle 8">
                  <a:extLst>
                    <a:ext uri="{FF2B5EF4-FFF2-40B4-BE49-F238E27FC236}">
                      <a16:creationId xmlns:a16="http://schemas.microsoft.com/office/drawing/2014/main" id="{830D59F2-830C-E512-58FF-4849C4138171}"/>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11" name="Rectangle 10">
                  <a:extLst>
                    <a:ext uri="{FF2B5EF4-FFF2-40B4-BE49-F238E27FC236}">
                      <a16:creationId xmlns:a16="http://schemas.microsoft.com/office/drawing/2014/main" id="{4A48BBC1-C53B-1372-23FB-A4FEADEBD19C}"/>
                    </a:ext>
                  </a:extLst>
                </p:cNvPr>
                <p:cNvSpPr/>
                <p:nvPr/>
              </p:nvSpPr>
              <p:spPr>
                <a:xfrm>
                  <a:off x="6864077"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cxnSp>
              <p:nvCxnSpPr>
                <p:cNvPr id="17" name="Straight Arrow Connector 16">
                  <a:extLst>
                    <a:ext uri="{FF2B5EF4-FFF2-40B4-BE49-F238E27FC236}">
                      <a16:creationId xmlns:a16="http://schemas.microsoft.com/office/drawing/2014/main" id="{6C9D8FD6-6322-0D69-E184-8D8AE6587574}"/>
                    </a:ext>
                  </a:extLst>
                </p:cNvPr>
                <p:cNvCxnSpPr>
                  <a:cxnSpLocks/>
                </p:cNvCxnSpPr>
                <p:nvPr/>
              </p:nvCxnSpPr>
              <p:spPr>
                <a:xfrm>
                  <a:off x="7678455" y="2147887"/>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730E013-64FF-D250-B9C2-44B24FF99474}"/>
                    </a:ext>
                  </a:extLst>
                </p:cNvPr>
                <p:cNvCxnSpPr>
                  <a:cxnSpLocks/>
                </p:cNvCxnSpPr>
                <p:nvPr/>
              </p:nvCxnSpPr>
              <p:spPr>
                <a:xfrm>
                  <a:off x="7678455" y="2471737"/>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DE40D9E-E317-D5D3-3BD4-5D0E24A0FA20}"/>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6A6D0109-B06C-75AC-7108-865943CE9353}"/>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9BA6DB03-AF5B-6E62-C191-5E07BF2A9C5A}"/>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D4A9B7A5-C163-7AE2-28AE-A577987494A4}"/>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9042CC7-759B-0680-FA7A-98AAA0ACB3AC}"/>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AC75E8D-A1AE-F9D6-00B9-EFFA0D2DAB33}"/>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79AAF775-2760-E8F8-EA16-66D00A8075B4}"/>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AF33381F-9102-D4D7-6AF1-D9436552F87F}"/>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6A737311-FA20-C711-AD16-239B29347888}"/>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7BD2944C-1B89-6696-EFB4-C1EBD35FBF2B}"/>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06B27010-9995-7012-1C49-A36DA0933238}"/>
                    </a:ext>
                  </a:extLst>
                </p:cNvPr>
                <p:cNvCxnSpPr>
                  <a:cxnSpLocks/>
                </p:cNvCxnSpPr>
                <p:nvPr/>
              </p:nvCxnSpPr>
              <p:spPr>
                <a:xfrm>
                  <a:off x="6678328" y="222784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E062E97-CC44-A2DF-66BB-5F7D8D456EC1}"/>
                    </a:ext>
                  </a:extLst>
                </p:cNvPr>
                <p:cNvCxnSpPr>
                  <a:cxnSpLocks/>
                </p:cNvCxnSpPr>
                <p:nvPr/>
              </p:nvCxnSpPr>
              <p:spPr>
                <a:xfrm>
                  <a:off x="6678328" y="2466975"/>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Content Placeholder 2">
                  <a:extLst>
                    <a:ext uri="{FF2B5EF4-FFF2-40B4-BE49-F238E27FC236}">
                      <a16:creationId xmlns:a16="http://schemas.microsoft.com/office/drawing/2014/main" id="{C56FB043-B3D1-2CE0-7C49-1161D6141631}"/>
                    </a:ext>
                  </a:extLst>
                </p:cNvPr>
                <p:cNvSpPr txBox="1">
                  <a:spLocks/>
                </p:cNvSpPr>
                <p:nvPr/>
              </p:nvSpPr>
              <p:spPr>
                <a:xfrm>
                  <a:off x="8509556" y="199576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err="1">
                      <a:solidFill>
                        <a:srgbClr val="0070C0"/>
                      </a:solidFill>
                      <a:latin typeface="Arial" panose="020B0604020202020204" pitchFamily="34" charset="0"/>
                      <a:cs typeface="Arial" panose="020B0604020202020204" pitchFamily="34" charset="0"/>
                    </a:rPr>
                    <a:t>h</a:t>
                  </a:r>
                  <a:r>
                    <a:rPr lang="en-US" sz="2000" baseline="-25000" dirty="0" err="1">
                      <a:solidFill>
                        <a:srgbClr val="0070C0"/>
                      </a:solidFill>
                      <a:latin typeface="Arial" panose="020B0604020202020204" pitchFamily="34" charset="0"/>
                      <a:cs typeface="Arial" panose="020B0604020202020204" pitchFamily="34" charset="0"/>
                    </a:rPr>
                    <a:t>t</a:t>
                  </a:r>
                  <a:endParaRPr lang="en-US" sz="2000" baseline="-25000" dirty="0">
                    <a:solidFill>
                      <a:srgbClr val="0070C0"/>
                    </a:solidFill>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sp>
              <p:nvSpPr>
                <p:cNvPr id="44" name="Content Placeholder 2">
                  <a:extLst>
                    <a:ext uri="{FF2B5EF4-FFF2-40B4-BE49-F238E27FC236}">
                      <a16:creationId xmlns:a16="http://schemas.microsoft.com/office/drawing/2014/main" id="{6A1C9C26-BC35-8C4B-D487-324845A528BB}"/>
                    </a:ext>
                  </a:extLst>
                </p:cNvPr>
                <p:cNvSpPr txBox="1">
                  <a:spLocks/>
                </p:cNvSpPr>
                <p:nvPr/>
              </p:nvSpPr>
              <p:spPr>
                <a:xfrm>
                  <a:off x="8528694" y="231961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0070C0"/>
                      </a:solidFill>
                      <a:latin typeface="Arial" panose="020B0604020202020204" pitchFamily="34" charset="0"/>
                      <a:cs typeface="Arial" panose="020B0604020202020204" pitchFamily="34" charset="0"/>
                    </a:rPr>
                    <a:t>C</a:t>
                  </a:r>
                  <a:r>
                    <a:rPr lang="en-US" sz="2000" baseline="-25000" dirty="0">
                      <a:solidFill>
                        <a:srgbClr val="0070C0"/>
                      </a:solidFill>
                      <a:latin typeface="Arial" panose="020B0604020202020204" pitchFamily="34" charset="0"/>
                      <a:cs typeface="Arial" panose="020B0604020202020204" pitchFamily="34" charset="0"/>
                    </a:rPr>
                    <a:t>t</a:t>
                  </a:r>
                </a:p>
                <a:p>
                  <a:endParaRPr lang="en-US" sz="1800" dirty="0">
                    <a:latin typeface="Arial" panose="020B0604020202020204" pitchFamily="34" charset="0"/>
                    <a:cs typeface="Arial" panose="020B0604020202020204" pitchFamily="34" charset="0"/>
                  </a:endParaRPr>
                </a:p>
              </p:txBody>
            </p:sp>
            <p:cxnSp>
              <p:nvCxnSpPr>
                <p:cNvPr id="45" name="Straight Arrow Connector 44">
                  <a:extLst>
                    <a:ext uri="{FF2B5EF4-FFF2-40B4-BE49-F238E27FC236}">
                      <a16:creationId xmlns:a16="http://schemas.microsoft.com/office/drawing/2014/main" id="{4B56E21C-A7B4-A258-ED6F-1DBEE4218763}"/>
                    </a:ext>
                  </a:extLst>
                </p:cNvPr>
                <p:cNvCxnSpPr>
                  <a:cxnSpLocks/>
                </p:cNvCxnSpPr>
                <p:nvPr/>
              </p:nvCxnSpPr>
              <p:spPr>
                <a:xfrm flipV="1">
                  <a:off x="1495426"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49" name="Straight Arrow Connector 48">
                <a:extLst>
                  <a:ext uri="{FF2B5EF4-FFF2-40B4-BE49-F238E27FC236}">
                    <a16:creationId xmlns:a16="http://schemas.microsoft.com/office/drawing/2014/main" id="{52A55482-69A1-3BFD-CC26-F4038C9496C0}"/>
                  </a:ext>
                </a:extLst>
              </p:cNvPr>
              <p:cNvCxnSpPr>
                <a:cxnSpLocks/>
              </p:cNvCxnSpPr>
              <p:nvPr/>
            </p:nvCxnSpPr>
            <p:spPr>
              <a:xfrm flipV="1">
                <a:off x="2552702"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2C4CBB1C-BE19-2FBA-135E-408123292D91}"/>
                  </a:ext>
                </a:extLst>
              </p:cNvPr>
              <p:cNvCxnSpPr>
                <a:cxnSpLocks/>
              </p:cNvCxnSpPr>
              <p:nvPr/>
            </p:nvCxnSpPr>
            <p:spPr>
              <a:xfrm flipV="1">
                <a:off x="3543301"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4736793D-2D1C-4A41-C6D4-55C7F79599FE}"/>
                  </a:ext>
                </a:extLst>
              </p:cNvPr>
              <p:cNvCxnSpPr>
                <a:cxnSpLocks/>
              </p:cNvCxnSpPr>
              <p:nvPr/>
            </p:nvCxnSpPr>
            <p:spPr>
              <a:xfrm flipV="1">
                <a:off x="7562851"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136C86F2-797A-0B81-E825-66813E33D8E5}"/>
                  </a:ext>
                </a:extLst>
              </p:cNvPr>
              <p:cNvCxnSpPr>
                <a:cxnSpLocks/>
              </p:cNvCxnSpPr>
              <p:nvPr/>
            </p:nvCxnSpPr>
            <p:spPr>
              <a:xfrm flipV="1">
                <a:off x="6557963"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F865B0F1-A5BF-5966-CAD0-9DDA2C8B3F47}"/>
                  </a:ext>
                </a:extLst>
              </p:cNvPr>
              <p:cNvCxnSpPr>
                <a:cxnSpLocks/>
              </p:cNvCxnSpPr>
              <p:nvPr/>
            </p:nvCxnSpPr>
            <p:spPr>
              <a:xfrm flipV="1">
                <a:off x="5598459"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493D6CE0-ADA4-5D01-A458-70998CB374B3}"/>
                  </a:ext>
                </a:extLst>
              </p:cNvPr>
              <p:cNvCxnSpPr>
                <a:cxnSpLocks/>
              </p:cNvCxnSpPr>
              <p:nvPr/>
            </p:nvCxnSpPr>
            <p:spPr>
              <a:xfrm flipV="1">
                <a:off x="4562476"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24CC3B8A-911E-2919-D7D9-21A6F4113725}"/>
                  </a:ext>
                </a:extLst>
              </p:cNvPr>
              <p:cNvCxnSpPr>
                <a:cxnSpLocks/>
              </p:cNvCxnSpPr>
              <p:nvPr/>
            </p:nvCxnSpPr>
            <p:spPr>
              <a:xfrm flipV="1">
                <a:off x="9620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F282229D-D54E-1485-7B0F-8D2A1CA499D5}"/>
                  </a:ext>
                </a:extLst>
              </p:cNvPr>
              <p:cNvSpPr txBox="1"/>
              <p:nvPr/>
            </p:nvSpPr>
            <p:spPr>
              <a:xfrm>
                <a:off x="496491" y="3441557"/>
                <a:ext cx="7188989"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The 	    curious       cat 	      climbed</a:t>
                </a:r>
                <a:r>
                  <a:rPr lang="en-US" dirty="0">
                    <a:solidFill>
                      <a:srgbClr val="0E0E0E"/>
                    </a:solidFill>
                    <a:latin typeface="Arial" panose="020B0604020202020204" pitchFamily="34" charset="0"/>
                    <a:cs typeface="Arial" panose="020B0604020202020204" pitchFamily="34" charset="0"/>
                  </a:rPr>
                  <a:t>       </a:t>
                </a:r>
                <a:r>
                  <a:rPr lang="en-US" dirty="0">
                    <a:solidFill>
                      <a:srgbClr val="0E0E0E"/>
                    </a:solidFill>
                    <a:effectLst/>
                    <a:latin typeface="Arial" panose="020B0604020202020204" pitchFamily="34" charset="0"/>
                    <a:cs typeface="Arial" panose="020B0604020202020204" pitchFamily="34" charset="0"/>
                  </a:rPr>
                  <a:t>a</a:t>
                </a:r>
                <a:r>
                  <a:rPr lang="en-US" dirty="0">
                    <a:solidFill>
                      <a:srgbClr val="0E0E0E"/>
                    </a:solidFill>
                    <a:latin typeface="Arial" panose="020B0604020202020204" pitchFamily="34" charset="0"/>
                    <a:cs typeface="Arial" panose="020B0604020202020204" pitchFamily="34" charset="0"/>
                  </a:rPr>
                  <a:t> 	             </a:t>
                </a:r>
                <a:r>
                  <a:rPr lang="en-US" dirty="0">
                    <a:solidFill>
                      <a:srgbClr val="0E0E0E"/>
                    </a:solidFill>
                    <a:effectLst/>
                    <a:latin typeface="Arial" panose="020B0604020202020204" pitchFamily="34" charset="0"/>
                    <a:cs typeface="Arial" panose="020B0604020202020204" pitchFamily="34" charset="0"/>
                  </a:rPr>
                  <a:t>tall 	tree</a:t>
                </a:r>
                <a:endParaRPr lang="en-US" dirty="0"/>
              </a:p>
            </p:txBody>
          </p:sp>
          <p:cxnSp>
            <p:nvCxnSpPr>
              <p:cNvPr id="60" name="Straight Arrow Connector 59">
                <a:extLst>
                  <a:ext uri="{FF2B5EF4-FFF2-40B4-BE49-F238E27FC236}">
                    <a16:creationId xmlns:a16="http://schemas.microsoft.com/office/drawing/2014/main" id="{50DA5E50-ACD0-BA22-17E3-4C62C2A62767}"/>
                  </a:ext>
                </a:extLst>
              </p:cNvPr>
              <p:cNvCxnSpPr>
                <a:cxnSpLocks/>
              </p:cNvCxnSpPr>
              <p:nvPr/>
            </p:nvCxnSpPr>
            <p:spPr>
              <a:xfrm flipV="1">
                <a:off x="204311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6EE26F31-811C-F973-5142-9C5E8AD51924}"/>
                  </a:ext>
                </a:extLst>
              </p:cNvPr>
              <p:cNvCxnSpPr>
                <a:cxnSpLocks/>
              </p:cNvCxnSpPr>
              <p:nvPr/>
            </p:nvCxnSpPr>
            <p:spPr>
              <a:xfrm flipV="1">
                <a:off x="305276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91D2B125-9A43-009E-5D3D-2A94AC553DB9}"/>
                  </a:ext>
                </a:extLst>
              </p:cNvPr>
              <p:cNvCxnSpPr>
                <a:cxnSpLocks/>
              </p:cNvCxnSpPr>
              <p:nvPr/>
            </p:nvCxnSpPr>
            <p:spPr>
              <a:xfrm flipV="1">
                <a:off x="40338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33956198-A1C1-1652-8BE3-D0A1D430B7AC}"/>
                  </a:ext>
                </a:extLst>
              </p:cNvPr>
              <p:cNvCxnSpPr>
                <a:cxnSpLocks/>
              </p:cNvCxnSpPr>
              <p:nvPr/>
            </p:nvCxnSpPr>
            <p:spPr>
              <a:xfrm flipV="1">
                <a:off x="5029201"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A959BE61-3D75-7F93-B8EB-9F0B419FD5DE}"/>
                  </a:ext>
                </a:extLst>
              </p:cNvPr>
              <p:cNvCxnSpPr>
                <a:cxnSpLocks/>
              </p:cNvCxnSpPr>
              <p:nvPr/>
            </p:nvCxnSpPr>
            <p:spPr>
              <a:xfrm flipV="1">
                <a:off x="6091238"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05F6DA55-DA11-CBAF-8DEB-78F99DB7CFE1}"/>
                  </a:ext>
                </a:extLst>
              </p:cNvPr>
              <p:cNvCxnSpPr>
                <a:cxnSpLocks/>
              </p:cNvCxnSpPr>
              <p:nvPr/>
            </p:nvCxnSpPr>
            <p:spPr>
              <a:xfrm flipV="1">
                <a:off x="70866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6746368D-459D-0747-70AD-52994DCCDBA2}"/>
                  </a:ext>
                </a:extLst>
              </p:cNvPr>
              <p:cNvCxnSpPr>
                <a:cxnSpLocks/>
              </p:cNvCxnSpPr>
              <p:nvPr/>
            </p:nvCxnSpPr>
            <p:spPr>
              <a:xfrm flipV="1">
                <a:off x="814398" y="4171950"/>
                <a:ext cx="6864057" cy="1296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286A55B2-004C-7E5E-49E4-8BD3700B40B5}"/>
                  </a:ext>
                </a:extLst>
              </p:cNvPr>
              <p:cNvSpPr txBox="1"/>
              <p:nvPr/>
            </p:nvSpPr>
            <p:spPr>
              <a:xfrm>
                <a:off x="781153" y="4239798"/>
                <a:ext cx="7188989"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13" name="Straight Arrow Connector 12">
              <a:extLst>
                <a:ext uri="{FF2B5EF4-FFF2-40B4-BE49-F238E27FC236}">
                  <a16:creationId xmlns:a16="http://schemas.microsoft.com/office/drawing/2014/main" id="{17A972BD-3910-E5E2-09CF-87272F5563B1}"/>
                </a:ext>
              </a:extLst>
            </p:cNvPr>
            <p:cNvCxnSpPr>
              <a:cxnSpLocks/>
            </p:cNvCxnSpPr>
            <p:nvPr/>
          </p:nvCxnSpPr>
          <p:spPr>
            <a:xfrm>
              <a:off x="1412376" y="2168858"/>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A45FE0E-5000-C6DE-F7EC-90F287D03076}"/>
                </a:ext>
              </a:extLst>
            </p:cNvPr>
            <p:cNvCxnSpPr>
              <a:cxnSpLocks/>
            </p:cNvCxnSpPr>
            <p:nvPr/>
          </p:nvCxnSpPr>
          <p:spPr>
            <a:xfrm>
              <a:off x="1412376" y="2480801"/>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76839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A99E9-8A39-D52B-2E83-EDD842D6BA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7B601-71F3-A51A-C64C-DAAADB77F2F4}"/>
              </a:ext>
            </a:extLst>
          </p:cNvPr>
          <p:cNvSpPr>
            <a:spLocks noGrp="1"/>
          </p:cNvSpPr>
          <p:nvPr>
            <p:ph type="title"/>
          </p:nvPr>
        </p:nvSpPr>
        <p:spPr>
          <a:xfrm>
            <a:off x="340659" y="345887"/>
            <a:ext cx="10515600" cy="670299"/>
          </a:xfrm>
        </p:spPr>
        <p:txBody>
          <a:bodyPr>
            <a:normAutofit fontScale="90000"/>
          </a:bodyPr>
          <a:lstStyle/>
          <a:p>
            <a:r>
              <a:rPr lang="en-US" dirty="0"/>
              <a:t>Seq 2 Seq: Decoder Architecture</a:t>
            </a:r>
          </a:p>
        </p:txBody>
      </p:sp>
      <p:sp>
        <p:nvSpPr>
          <p:cNvPr id="24" name="Content Placeholder 2">
            <a:extLst>
              <a:ext uri="{FF2B5EF4-FFF2-40B4-BE49-F238E27FC236}">
                <a16:creationId xmlns:a16="http://schemas.microsoft.com/office/drawing/2014/main" id="{B4C96156-865B-8FF9-8B9A-3D07C7E11A40}"/>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E238BBB5-4D62-D34A-94C1-E7A62DC15C5A}"/>
              </a:ext>
            </a:extLst>
          </p:cNvPr>
          <p:cNvSpPr txBox="1"/>
          <p:nvPr/>
        </p:nvSpPr>
        <p:spPr>
          <a:xfrm>
            <a:off x="280095" y="4678579"/>
            <a:ext cx="11622286" cy="1823576"/>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Step-by-step Process:</a:t>
            </a:r>
          </a:p>
          <a:p>
            <a:pPr>
              <a:spcBef>
                <a:spcPts val="900"/>
              </a:spcBef>
            </a:pPr>
            <a:r>
              <a:rPr lang="en-US" dirty="0">
                <a:solidFill>
                  <a:srgbClr val="0E0E0E"/>
                </a:solidFill>
                <a:effectLst/>
                <a:latin typeface="Arial" panose="020B0604020202020204" pitchFamily="34" charset="0"/>
                <a:cs typeface="Arial" panose="020B0604020202020204" pitchFamily="34" charset="0"/>
              </a:rPr>
              <a:t>Initialization:</a:t>
            </a: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Uses the context vector </a:t>
            </a:r>
            <a:r>
              <a:rPr lang="en-US" dirty="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a:t>C</a:t>
            </a:r>
            <a:r>
              <a:rPr lang="en-US" dirty="0">
                <a:solidFill>
                  <a:srgbClr val="0E0E0E"/>
                </a:solidFill>
                <a:effectLst/>
                <a:latin typeface="Arial" panose="020B0604020202020204" pitchFamily="34" charset="0"/>
                <a:cs typeface="Arial" panose="020B0604020202020204" pitchFamily="34" charset="0"/>
              </a:rPr>
              <a:t> from the encoder to initialize the decoder’s hidden state</a:t>
            </a:r>
          </a:p>
          <a:p>
            <a:pPr marL="285750" indent="-285750">
              <a:spcBef>
                <a:spcPts val="900"/>
              </a:spcBef>
              <a:buFont typeface="Arial" panose="020B0604020202020204" pitchFamily="34" charset="0"/>
              <a:buChar char="•"/>
            </a:pPr>
            <a:r>
              <a:rPr lang="en-US" dirty="0">
                <a:solidFill>
                  <a:srgbClr val="0E0E0E"/>
                </a:solidFill>
                <a:latin typeface="Arial" panose="020B0604020202020204" pitchFamily="34" charset="0"/>
                <a:cs typeface="Arial" panose="020B0604020202020204" pitchFamily="34" charset="0"/>
              </a:rPr>
              <a:t>The word &lt;START&gt; triggers the start of the decoding process and word &lt;END&gt; indicates the end of the process. These two words are additional tokens in the decoder architecture</a:t>
            </a:r>
            <a:endParaRPr lang="en-US" dirty="0">
              <a:solidFill>
                <a:srgbClr val="0E0E0E"/>
              </a:solidFill>
              <a:effectLst/>
              <a:latin typeface="Arial" panose="020B0604020202020204" pitchFamily="34" charset="0"/>
              <a:cs typeface="Arial" panose="020B0604020202020204" pitchFamily="34" charset="0"/>
            </a:endParaRPr>
          </a:p>
        </p:txBody>
      </p:sp>
      <p:grpSp>
        <p:nvGrpSpPr>
          <p:cNvPr id="73" name="Group 72">
            <a:extLst>
              <a:ext uri="{FF2B5EF4-FFF2-40B4-BE49-F238E27FC236}">
                <a16:creationId xmlns:a16="http://schemas.microsoft.com/office/drawing/2014/main" id="{B9B2293A-C1B5-9DA1-4FDB-843D8D873EDA}"/>
              </a:ext>
            </a:extLst>
          </p:cNvPr>
          <p:cNvGrpSpPr/>
          <p:nvPr/>
        </p:nvGrpSpPr>
        <p:grpSpPr>
          <a:xfrm>
            <a:off x="356468" y="1355810"/>
            <a:ext cx="11305532" cy="3058194"/>
            <a:chOff x="356468" y="1355810"/>
            <a:chExt cx="11305532" cy="3058194"/>
          </a:xfrm>
        </p:grpSpPr>
        <p:grpSp>
          <p:nvGrpSpPr>
            <p:cNvPr id="48" name="Group 47">
              <a:extLst>
                <a:ext uri="{FF2B5EF4-FFF2-40B4-BE49-F238E27FC236}">
                  <a16:creationId xmlns:a16="http://schemas.microsoft.com/office/drawing/2014/main" id="{8B80930D-DD6A-961A-8C91-237DDB14313C}"/>
                </a:ext>
              </a:extLst>
            </p:cNvPr>
            <p:cNvGrpSpPr/>
            <p:nvPr/>
          </p:nvGrpSpPr>
          <p:grpSpPr>
            <a:xfrm>
              <a:off x="569217" y="1355810"/>
              <a:ext cx="11092783" cy="3058194"/>
              <a:chOff x="137186" y="1359774"/>
              <a:chExt cx="11092783" cy="3058194"/>
            </a:xfrm>
          </p:grpSpPr>
          <p:grpSp>
            <p:nvGrpSpPr>
              <p:cNvPr id="70" name="Group 69">
                <a:extLst>
                  <a:ext uri="{FF2B5EF4-FFF2-40B4-BE49-F238E27FC236}">
                    <a16:creationId xmlns:a16="http://schemas.microsoft.com/office/drawing/2014/main" id="{1E959058-670D-66D8-E2B3-9C3C59263A62}"/>
                  </a:ext>
                </a:extLst>
              </p:cNvPr>
              <p:cNvGrpSpPr/>
              <p:nvPr/>
            </p:nvGrpSpPr>
            <p:grpSpPr>
              <a:xfrm>
                <a:off x="137186" y="1359774"/>
                <a:ext cx="11092783" cy="3058194"/>
                <a:chOff x="137186" y="1359774"/>
                <a:chExt cx="11092783" cy="3058194"/>
              </a:xfrm>
            </p:grpSpPr>
            <p:grpSp>
              <p:nvGrpSpPr>
                <p:cNvPr id="46" name="Group 45">
                  <a:extLst>
                    <a:ext uri="{FF2B5EF4-FFF2-40B4-BE49-F238E27FC236}">
                      <a16:creationId xmlns:a16="http://schemas.microsoft.com/office/drawing/2014/main" id="{B4340357-4EF7-C34D-7DE7-CC7C7A35DCB1}"/>
                    </a:ext>
                  </a:extLst>
                </p:cNvPr>
                <p:cNvGrpSpPr/>
                <p:nvPr/>
              </p:nvGrpSpPr>
              <p:grpSpPr>
                <a:xfrm>
                  <a:off x="569217" y="1359774"/>
                  <a:ext cx="10660752" cy="1747795"/>
                  <a:chOff x="569217" y="1359774"/>
                  <a:chExt cx="10660752" cy="1747795"/>
                </a:xfrm>
              </p:grpSpPr>
              <p:sp>
                <p:nvSpPr>
                  <p:cNvPr id="3" name="Rounded Rectangle 2">
                    <a:extLst>
                      <a:ext uri="{FF2B5EF4-FFF2-40B4-BE49-F238E27FC236}">
                        <a16:creationId xmlns:a16="http://schemas.microsoft.com/office/drawing/2014/main" id="{3EB8D081-7805-B525-72F1-D6E39F6CD5BC}"/>
                      </a:ext>
                    </a:extLst>
                  </p:cNvPr>
                  <p:cNvSpPr/>
                  <p:nvPr/>
                </p:nvSpPr>
                <p:spPr>
                  <a:xfrm>
                    <a:off x="569217" y="1359774"/>
                    <a:ext cx="10660752" cy="174779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BFA69DA-6D52-61B3-8380-DAB76CEECDCB}"/>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5" name="Rectangle 4">
                    <a:extLst>
                      <a:ext uri="{FF2B5EF4-FFF2-40B4-BE49-F238E27FC236}">
                        <a16:creationId xmlns:a16="http://schemas.microsoft.com/office/drawing/2014/main" id="{943DE331-D52A-BD17-A382-EC0CE96B1769}"/>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6" name="Rectangle 5">
                    <a:extLst>
                      <a:ext uri="{FF2B5EF4-FFF2-40B4-BE49-F238E27FC236}">
                        <a16:creationId xmlns:a16="http://schemas.microsoft.com/office/drawing/2014/main" id="{F1EBFFC1-6EA5-515D-5DD0-9EEDFBE5B8DB}"/>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7" name="Rectangle 6">
                    <a:extLst>
                      <a:ext uri="{FF2B5EF4-FFF2-40B4-BE49-F238E27FC236}">
                        <a16:creationId xmlns:a16="http://schemas.microsoft.com/office/drawing/2014/main" id="{FA7379FA-1804-0C52-C837-F794CEF57635}"/>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8" name="Rectangle 7">
                    <a:extLst>
                      <a:ext uri="{FF2B5EF4-FFF2-40B4-BE49-F238E27FC236}">
                        <a16:creationId xmlns:a16="http://schemas.microsoft.com/office/drawing/2014/main" id="{B545453D-88A9-22EF-B365-64F6E5AE0F01}"/>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9" name="Rectangle 8">
                    <a:extLst>
                      <a:ext uri="{FF2B5EF4-FFF2-40B4-BE49-F238E27FC236}">
                        <a16:creationId xmlns:a16="http://schemas.microsoft.com/office/drawing/2014/main" id="{6C2B1AB7-D359-6555-813D-CB7B139A6CFA}"/>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11" name="Rectangle 10">
                    <a:extLst>
                      <a:ext uri="{FF2B5EF4-FFF2-40B4-BE49-F238E27FC236}">
                        <a16:creationId xmlns:a16="http://schemas.microsoft.com/office/drawing/2014/main" id="{07AB02AF-42B7-D4AB-52D4-B4420233E0D1}"/>
                      </a:ext>
                    </a:extLst>
                  </p:cNvPr>
                  <p:cNvSpPr/>
                  <p:nvPr/>
                </p:nvSpPr>
                <p:spPr>
                  <a:xfrm>
                    <a:off x="6864077"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cxnSp>
                <p:nvCxnSpPr>
                  <p:cNvPr id="17" name="Straight Arrow Connector 16">
                    <a:extLst>
                      <a:ext uri="{FF2B5EF4-FFF2-40B4-BE49-F238E27FC236}">
                        <a16:creationId xmlns:a16="http://schemas.microsoft.com/office/drawing/2014/main" id="{B68DF109-917F-B0F7-D321-01485E5EC04C}"/>
                      </a:ext>
                    </a:extLst>
                  </p:cNvPr>
                  <p:cNvCxnSpPr>
                    <a:cxnSpLocks/>
                  </p:cNvCxnSpPr>
                  <p:nvPr/>
                </p:nvCxnSpPr>
                <p:spPr>
                  <a:xfrm>
                    <a:off x="9778611" y="2204030"/>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F9EAB316-729A-DDCB-D23A-0679EBD742A1}"/>
                      </a:ext>
                    </a:extLst>
                  </p:cNvPr>
                  <p:cNvCxnSpPr>
                    <a:cxnSpLocks/>
                  </p:cNvCxnSpPr>
                  <p:nvPr/>
                </p:nvCxnSpPr>
                <p:spPr>
                  <a:xfrm>
                    <a:off x="9778611" y="2457447"/>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545BC7E-9D79-4EAE-E7E9-99EB55D73717}"/>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9B90896-09EF-B5D2-F1CB-A84BF6115FA5}"/>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F55E21A-9ED2-D3C2-7613-51E233435C46}"/>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F0D01853-2B62-2B2F-A7ED-851DDB34036F}"/>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9861E1BB-E637-6752-046E-E4512EF8F5A3}"/>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FDA3BC49-A114-548C-1B60-F2D89B5A8556}"/>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DA7EB6F9-F18F-6D23-E142-98C8199B4DFC}"/>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5D4F747B-CA70-1133-2027-1345B9460CD8}"/>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6D88BE6E-FA7E-9FBD-7798-36093E338F19}"/>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AA8A214-3FCB-1434-43FC-9515F6253877}"/>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C5BC050D-E45D-6DE8-F09B-6E55ACAA96DB}"/>
                      </a:ext>
                    </a:extLst>
                  </p:cNvPr>
                  <p:cNvCxnSpPr>
                    <a:cxnSpLocks/>
                  </p:cNvCxnSpPr>
                  <p:nvPr/>
                </p:nvCxnSpPr>
                <p:spPr>
                  <a:xfrm>
                    <a:off x="6678328" y="222784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09D207C2-81A4-3491-9F1F-5C469DDA3917}"/>
                      </a:ext>
                    </a:extLst>
                  </p:cNvPr>
                  <p:cNvCxnSpPr>
                    <a:cxnSpLocks/>
                  </p:cNvCxnSpPr>
                  <p:nvPr/>
                </p:nvCxnSpPr>
                <p:spPr>
                  <a:xfrm>
                    <a:off x="6678328" y="2466975"/>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B89ABF22-445E-1637-A433-716A380F0A8B}"/>
                      </a:ext>
                    </a:extLst>
                  </p:cNvPr>
                  <p:cNvCxnSpPr>
                    <a:cxnSpLocks/>
                  </p:cNvCxnSpPr>
                  <p:nvPr/>
                </p:nvCxnSpPr>
                <p:spPr>
                  <a:xfrm flipV="1">
                    <a:off x="1495426"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49" name="Straight Arrow Connector 48">
                  <a:extLst>
                    <a:ext uri="{FF2B5EF4-FFF2-40B4-BE49-F238E27FC236}">
                      <a16:creationId xmlns:a16="http://schemas.microsoft.com/office/drawing/2014/main" id="{DF72D72F-E62A-2676-59F5-26EB759F89C1}"/>
                    </a:ext>
                  </a:extLst>
                </p:cNvPr>
                <p:cNvCxnSpPr>
                  <a:cxnSpLocks/>
                </p:cNvCxnSpPr>
                <p:nvPr/>
              </p:nvCxnSpPr>
              <p:spPr>
                <a:xfrm flipV="1">
                  <a:off x="2552702"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5C2AC802-5E20-7F59-7296-36DEAE3B7666}"/>
                    </a:ext>
                  </a:extLst>
                </p:cNvPr>
                <p:cNvCxnSpPr>
                  <a:cxnSpLocks/>
                </p:cNvCxnSpPr>
                <p:nvPr/>
              </p:nvCxnSpPr>
              <p:spPr>
                <a:xfrm flipV="1">
                  <a:off x="3543301"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9AC29DFB-3FA1-F446-963B-FD670786909A}"/>
                    </a:ext>
                  </a:extLst>
                </p:cNvPr>
                <p:cNvCxnSpPr>
                  <a:cxnSpLocks/>
                </p:cNvCxnSpPr>
                <p:nvPr/>
              </p:nvCxnSpPr>
              <p:spPr>
                <a:xfrm flipV="1">
                  <a:off x="7562851"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65CC7044-456A-5359-39AA-ACF5C3DEFDAA}"/>
                    </a:ext>
                  </a:extLst>
                </p:cNvPr>
                <p:cNvCxnSpPr>
                  <a:cxnSpLocks/>
                </p:cNvCxnSpPr>
                <p:nvPr/>
              </p:nvCxnSpPr>
              <p:spPr>
                <a:xfrm flipV="1">
                  <a:off x="6557963"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625CFCD8-61A9-EDF7-686A-9F380F00AA63}"/>
                    </a:ext>
                  </a:extLst>
                </p:cNvPr>
                <p:cNvCxnSpPr>
                  <a:cxnSpLocks/>
                </p:cNvCxnSpPr>
                <p:nvPr/>
              </p:nvCxnSpPr>
              <p:spPr>
                <a:xfrm flipV="1">
                  <a:off x="5598459"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67CCF3F0-B0C0-2F61-BC94-DE3B395F56CB}"/>
                    </a:ext>
                  </a:extLst>
                </p:cNvPr>
                <p:cNvCxnSpPr>
                  <a:cxnSpLocks/>
                </p:cNvCxnSpPr>
                <p:nvPr/>
              </p:nvCxnSpPr>
              <p:spPr>
                <a:xfrm flipV="1">
                  <a:off x="4562476"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E6BD7C7D-7845-6445-B2C0-B83FC60CE96B}"/>
                    </a:ext>
                  </a:extLst>
                </p:cNvPr>
                <p:cNvCxnSpPr>
                  <a:cxnSpLocks/>
                </p:cNvCxnSpPr>
                <p:nvPr/>
              </p:nvCxnSpPr>
              <p:spPr>
                <a:xfrm flipV="1">
                  <a:off x="9620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304A549C-2FAA-8AA2-D86F-8DA6035CD835}"/>
                    </a:ext>
                  </a:extLst>
                </p:cNvPr>
                <p:cNvSpPr txBox="1"/>
                <p:nvPr/>
              </p:nvSpPr>
              <p:spPr>
                <a:xfrm>
                  <a:off x="137186" y="3455240"/>
                  <a:ext cx="10160693"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&lt;START&gt;        </a:t>
                  </a:r>
                  <a:r>
                    <a:rPr lang="en-US" dirty="0">
                      <a:solidFill>
                        <a:srgbClr val="0070C0"/>
                      </a:solidFill>
                      <a:latin typeface="Arial" panose="020B0604020202020204" pitchFamily="34" charset="0"/>
                      <a:cs typeface="Arial" panose="020B0604020202020204" pitchFamily="34" charset="0"/>
                    </a:rPr>
                    <a:t>Le           chat      </a:t>
                  </a:r>
                  <a:r>
                    <a:rPr lang="en-US" dirty="0" err="1">
                      <a:solidFill>
                        <a:srgbClr val="0070C0"/>
                      </a:solidFill>
                      <a:latin typeface="Arial" panose="020B0604020202020204" pitchFamily="34" charset="0"/>
                      <a:cs typeface="Arial" panose="020B0604020202020204" pitchFamily="34" charset="0"/>
                    </a:rPr>
                    <a:t>curieux</a:t>
                  </a:r>
                  <a:r>
                    <a:rPr lang="en-US" dirty="0">
                      <a:solidFill>
                        <a:srgbClr val="0070C0"/>
                      </a:solidFill>
                      <a:latin typeface="Arial" panose="020B0604020202020204" pitchFamily="34" charset="0"/>
                      <a:cs typeface="Arial" panose="020B0604020202020204" pitchFamily="34" charset="0"/>
                    </a:rPr>
                    <a:t> 	   a 	</a:t>
                  </a:r>
                  <a:r>
                    <a:rPr lang="en-US" dirty="0" err="1">
                      <a:solidFill>
                        <a:srgbClr val="0070C0"/>
                      </a:solidFill>
                      <a:latin typeface="Arial" panose="020B0604020202020204" pitchFamily="34" charset="0"/>
                      <a:cs typeface="Arial" panose="020B0604020202020204" pitchFamily="34" charset="0"/>
                    </a:rPr>
                    <a:t>grimpé</a:t>
                  </a:r>
                  <a:r>
                    <a:rPr lang="en-US" dirty="0">
                      <a:solidFill>
                        <a:srgbClr val="0070C0"/>
                      </a:solidFill>
                      <a:latin typeface="Arial" panose="020B0604020202020204" pitchFamily="34" charset="0"/>
                      <a:cs typeface="Arial" panose="020B0604020202020204" pitchFamily="34" charset="0"/>
                    </a:rPr>
                    <a:t> 	     un 	     grand        </a:t>
                  </a:r>
                  <a:r>
                    <a:rPr lang="en-US" dirty="0" err="1">
                      <a:solidFill>
                        <a:srgbClr val="0070C0"/>
                      </a:solidFill>
                      <a:latin typeface="Arial" panose="020B0604020202020204" pitchFamily="34" charset="0"/>
                      <a:cs typeface="Arial" panose="020B0604020202020204" pitchFamily="34" charset="0"/>
                    </a:rPr>
                    <a:t>arbre</a:t>
                  </a:r>
                  <a:endParaRPr lang="en-US" dirty="0"/>
                </a:p>
              </p:txBody>
            </p:sp>
            <p:cxnSp>
              <p:nvCxnSpPr>
                <p:cNvPr id="60" name="Straight Arrow Connector 59">
                  <a:extLst>
                    <a:ext uri="{FF2B5EF4-FFF2-40B4-BE49-F238E27FC236}">
                      <a16:creationId xmlns:a16="http://schemas.microsoft.com/office/drawing/2014/main" id="{2F84F882-AEDE-E05C-9FCA-707DDA278E6A}"/>
                    </a:ext>
                  </a:extLst>
                </p:cNvPr>
                <p:cNvCxnSpPr>
                  <a:cxnSpLocks/>
                </p:cNvCxnSpPr>
                <p:nvPr/>
              </p:nvCxnSpPr>
              <p:spPr>
                <a:xfrm flipV="1">
                  <a:off x="204311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97812264-167F-E02D-8A7B-BE6112E8E100}"/>
                    </a:ext>
                  </a:extLst>
                </p:cNvPr>
                <p:cNvCxnSpPr>
                  <a:cxnSpLocks/>
                </p:cNvCxnSpPr>
                <p:nvPr/>
              </p:nvCxnSpPr>
              <p:spPr>
                <a:xfrm flipV="1">
                  <a:off x="305276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99CEDA1F-5B3B-D43C-95CE-1721637E0E02}"/>
                    </a:ext>
                  </a:extLst>
                </p:cNvPr>
                <p:cNvCxnSpPr>
                  <a:cxnSpLocks/>
                </p:cNvCxnSpPr>
                <p:nvPr/>
              </p:nvCxnSpPr>
              <p:spPr>
                <a:xfrm flipV="1">
                  <a:off x="40338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2E686AE-DEE9-6751-D0D0-F2DDF181DF18}"/>
                    </a:ext>
                  </a:extLst>
                </p:cNvPr>
                <p:cNvCxnSpPr>
                  <a:cxnSpLocks/>
                </p:cNvCxnSpPr>
                <p:nvPr/>
              </p:nvCxnSpPr>
              <p:spPr>
                <a:xfrm flipV="1">
                  <a:off x="5029201"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42C61AAD-4C3D-CE1A-1D04-41A77FBD6D9C}"/>
                    </a:ext>
                  </a:extLst>
                </p:cNvPr>
                <p:cNvCxnSpPr>
                  <a:cxnSpLocks/>
                </p:cNvCxnSpPr>
                <p:nvPr/>
              </p:nvCxnSpPr>
              <p:spPr>
                <a:xfrm flipV="1">
                  <a:off x="6091238"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0415B795-52F2-3F34-5FE2-74771E58CDA3}"/>
                    </a:ext>
                  </a:extLst>
                </p:cNvPr>
                <p:cNvCxnSpPr>
                  <a:cxnSpLocks/>
                </p:cNvCxnSpPr>
                <p:nvPr/>
              </p:nvCxnSpPr>
              <p:spPr>
                <a:xfrm flipV="1">
                  <a:off x="70866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97056B65-CBDF-06DB-0EEE-D10503ABD1D3}"/>
                    </a:ext>
                  </a:extLst>
                </p:cNvPr>
                <p:cNvCxnSpPr>
                  <a:cxnSpLocks/>
                </p:cNvCxnSpPr>
                <p:nvPr/>
              </p:nvCxnSpPr>
              <p:spPr>
                <a:xfrm>
                  <a:off x="753742" y="4011675"/>
                  <a:ext cx="9658340" cy="1367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BBF56EA2-FD5D-A929-E5B7-7F60955DA7CA}"/>
                    </a:ext>
                  </a:extLst>
                </p:cNvPr>
                <p:cNvSpPr txBox="1"/>
                <p:nvPr/>
              </p:nvSpPr>
              <p:spPr>
                <a:xfrm>
                  <a:off x="1434706" y="4048636"/>
                  <a:ext cx="7188989"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13" name="Straight Arrow Connector 12">
                <a:extLst>
                  <a:ext uri="{FF2B5EF4-FFF2-40B4-BE49-F238E27FC236}">
                    <a16:creationId xmlns:a16="http://schemas.microsoft.com/office/drawing/2014/main" id="{68F4BC3B-BF33-9FBD-E152-13623DB3E144}"/>
                  </a:ext>
                </a:extLst>
              </p:cNvPr>
              <p:cNvCxnSpPr>
                <a:cxnSpLocks/>
              </p:cNvCxnSpPr>
              <p:nvPr/>
            </p:nvCxnSpPr>
            <p:spPr>
              <a:xfrm>
                <a:off x="171157" y="2171700"/>
                <a:ext cx="643241"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C1DA6F01-F87A-D0D7-74F7-67A332E3D030}"/>
                  </a:ext>
                </a:extLst>
              </p:cNvPr>
              <p:cNvCxnSpPr>
                <a:cxnSpLocks/>
              </p:cNvCxnSpPr>
              <p:nvPr/>
            </p:nvCxnSpPr>
            <p:spPr>
              <a:xfrm flipV="1">
                <a:off x="171157" y="2495550"/>
                <a:ext cx="643241"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Content Placeholder 2">
                <a:extLst>
                  <a:ext uri="{FF2B5EF4-FFF2-40B4-BE49-F238E27FC236}">
                    <a16:creationId xmlns:a16="http://schemas.microsoft.com/office/drawing/2014/main" id="{785B7286-2A70-6D9E-CCE0-081755D20A7B}"/>
                  </a:ext>
                </a:extLst>
              </p:cNvPr>
              <p:cNvSpPr txBox="1">
                <a:spLocks/>
              </p:cNvSpPr>
              <p:nvPr/>
            </p:nvSpPr>
            <p:spPr>
              <a:xfrm>
                <a:off x="1222237" y="1365689"/>
                <a:ext cx="9634012" cy="351862"/>
              </a:xfrm>
              <a:prstGeom prst="rect">
                <a:avLst/>
              </a:prstGeom>
              <a:ln>
                <a:solidFill>
                  <a:schemeClr val="tx1"/>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0070C0"/>
                    </a:solidFill>
                    <a:latin typeface="Arial" panose="020B0604020202020204" pitchFamily="34" charset="0"/>
                    <a:cs typeface="Arial" panose="020B0604020202020204" pitchFamily="34" charset="0"/>
                  </a:rPr>
                  <a:t> </a:t>
                </a:r>
                <a:r>
                  <a:rPr lang="en-US" sz="1800" dirty="0">
                    <a:solidFill>
                      <a:srgbClr val="0070C0"/>
                    </a:solidFill>
                    <a:latin typeface="Arial" panose="020B0604020202020204" pitchFamily="34" charset="0"/>
                    <a:cs typeface="Arial" panose="020B0604020202020204" pitchFamily="34" charset="0"/>
                  </a:rPr>
                  <a:t>Le 	chat 	</a:t>
                </a:r>
                <a:r>
                  <a:rPr lang="en-US" sz="1800" dirty="0" err="1">
                    <a:solidFill>
                      <a:srgbClr val="0070C0"/>
                    </a:solidFill>
                    <a:latin typeface="Arial" panose="020B0604020202020204" pitchFamily="34" charset="0"/>
                    <a:cs typeface="Arial" panose="020B0604020202020204" pitchFamily="34" charset="0"/>
                  </a:rPr>
                  <a:t>curieux</a:t>
                </a:r>
                <a:r>
                  <a:rPr lang="en-US" sz="1800" dirty="0">
                    <a:solidFill>
                      <a:srgbClr val="0070C0"/>
                    </a:solidFill>
                    <a:latin typeface="Arial" panose="020B0604020202020204" pitchFamily="34" charset="0"/>
                    <a:cs typeface="Arial" panose="020B0604020202020204" pitchFamily="34" charset="0"/>
                  </a:rPr>
                  <a:t> 	       a 	      </a:t>
                </a:r>
                <a:r>
                  <a:rPr lang="en-US" sz="1800" dirty="0" err="1">
                    <a:solidFill>
                      <a:srgbClr val="0070C0"/>
                    </a:solidFill>
                    <a:latin typeface="Arial" panose="020B0604020202020204" pitchFamily="34" charset="0"/>
                    <a:cs typeface="Arial" panose="020B0604020202020204" pitchFamily="34" charset="0"/>
                  </a:rPr>
                  <a:t>grimpé</a:t>
                </a:r>
                <a:r>
                  <a:rPr lang="en-US" sz="1800" dirty="0">
                    <a:solidFill>
                      <a:srgbClr val="0070C0"/>
                    </a:solidFill>
                    <a:latin typeface="Arial" panose="020B0604020202020204" pitchFamily="34" charset="0"/>
                    <a:cs typeface="Arial" panose="020B0604020202020204" pitchFamily="34" charset="0"/>
                  </a:rPr>
                  <a:t>      un 	        grand       </a:t>
                </a:r>
                <a:r>
                  <a:rPr lang="en-US" sz="1800" dirty="0" err="1">
                    <a:solidFill>
                      <a:srgbClr val="0070C0"/>
                    </a:solidFill>
                    <a:latin typeface="Arial" panose="020B0604020202020204" pitchFamily="34" charset="0"/>
                    <a:cs typeface="Arial" panose="020B0604020202020204" pitchFamily="34" charset="0"/>
                  </a:rPr>
                  <a:t>arbre</a:t>
                </a:r>
                <a:r>
                  <a:rPr lang="en-US" sz="1800" dirty="0">
                    <a:solidFill>
                      <a:srgbClr val="0070C0"/>
                    </a:solidFill>
                    <a:latin typeface="Arial" panose="020B0604020202020204" pitchFamily="34" charset="0"/>
                    <a:cs typeface="Arial" panose="020B0604020202020204" pitchFamily="34" charset="0"/>
                  </a:rPr>
                  <a:t>       &lt;END&gt;</a:t>
                </a:r>
              </a:p>
              <a:p>
                <a:endParaRPr lang="en-US" sz="1800" dirty="0">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5B6935E4-E91D-FFB8-8C8E-6F6C15148C8D}"/>
                  </a:ext>
                </a:extLst>
              </p:cNvPr>
              <p:cNvSpPr/>
              <p:nvPr/>
            </p:nvSpPr>
            <p:spPr>
              <a:xfrm>
                <a:off x="7900978" y="2061139"/>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cxnSp>
            <p:nvCxnSpPr>
              <p:cNvPr id="14" name="Straight Arrow Connector 13">
                <a:extLst>
                  <a:ext uri="{FF2B5EF4-FFF2-40B4-BE49-F238E27FC236}">
                    <a16:creationId xmlns:a16="http://schemas.microsoft.com/office/drawing/2014/main" id="{0729E2FD-8541-6DFD-64BE-E64816D923B4}"/>
                  </a:ext>
                </a:extLst>
              </p:cNvPr>
              <p:cNvCxnSpPr>
                <a:cxnSpLocks/>
              </p:cNvCxnSpPr>
              <p:nvPr/>
            </p:nvCxnSpPr>
            <p:spPr>
              <a:xfrm flipV="1">
                <a:off x="8123501" y="2632629"/>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188510C9-694B-C298-67AA-A143CDAF7A3D}"/>
                  </a:ext>
                </a:extLst>
              </p:cNvPr>
              <p:cNvSpPr/>
              <p:nvPr/>
            </p:nvSpPr>
            <p:spPr>
              <a:xfrm>
                <a:off x="8964233" y="2050606"/>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cxnSp>
            <p:nvCxnSpPr>
              <p:cNvPr id="19" name="Straight Arrow Connector 18">
                <a:extLst>
                  <a:ext uri="{FF2B5EF4-FFF2-40B4-BE49-F238E27FC236}">
                    <a16:creationId xmlns:a16="http://schemas.microsoft.com/office/drawing/2014/main" id="{C9BC6AC1-0F8A-3724-706E-629F5CA5D118}"/>
                  </a:ext>
                </a:extLst>
              </p:cNvPr>
              <p:cNvCxnSpPr>
                <a:cxnSpLocks/>
              </p:cNvCxnSpPr>
              <p:nvPr/>
            </p:nvCxnSpPr>
            <p:spPr>
              <a:xfrm flipV="1">
                <a:off x="9186756" y="2622096"/>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049DB890-831E-C050-8E76-4353BDD846AF}"/>
                  </a:ext>
                </a:extLst>
              </p:cNvPr>
              <p:cNvCxnSpPr>
                <a:cxnSpLocks/>
              </p:cNvCxnSpPr>
              <p:nvPr/>
            </p:nvCxnSpPr>
            <p:spPr>
              <a:xfrm flipV="1">
                <a:off x="8569392" y="1717551"/>
                <a:ext cx="0" cy="34656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11055D25-4752-7BD7-E82B-8A633535C800}"/>
                  </a:ext>
                </a:extLst>
              </p:cNvPr>
              <p:cNvCxnSpPr>
                <a:cxnSpLocks/>
              </p:cNvCxnSpPr>
              <p:nvPr/>
            </p:nvCxnSpPr>
            <p:spPr>
              <a:xfrm>
                <a:off x="7691382" y="2232606"/>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CD87F647-6D4C-0842-EAF9-8A79989FB1FD}"/>
                  </a:ext>
                </a:extLst>
              </p:cNvPr>
              <p:cNvCxnSpPr>
                <a:cxnSpLocks/>
              </p:cNvCxnSpPr>
              <p:nvPr/>
            </p:nvCxnSpPr>
            <p:spPr>
              <a:xfrm>
                <a:off x="7691382" y="2457448"/>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FBF794CC-F7FD-CFF5-6936-217252C04795}"/>
                  </a:ext>
                </a:extLst>
              </p:cNvPr>
              <p:cNvCxnSpPr>
                <a:cxnSpLocks/>
              </p:cNvCxnSpPr>
              <p:nvPr/>
            </p:nvCxnSpPr>
            <p:spPr>
              <a:xfrm flipV="1">
                <a:off x="9621905" y="1710839"/>
                <a:ext cx="0" cy="346561"/>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2EEB4569-F4D2-CC10-E3DC-91BEA9C294B0}"/>
                  </a:ext>
                </a:extLst>
              </p:cNvPr>
              <p:cNvCxnSpPr>
                <a:cxnSpLocks/>
              </p:cNvCxnSpPr>
              <p:nvPr/>
            </p:nvCxnSpPr>
            <p:spPr>
              <a:xfrm>
                <a:off x="8715356" y="2227843"/>
                <a:ext cx="248877"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8F8F210F-672F-9DE8-2B47-B50ED26BC7E9}"/>
                  </a:ext>
                </a:extLst>
              </p:cNvPr>
              <p:cNvCxnSpPr>
                <a:cxnSpLocks/>
              </p:cNvCxnSpPr>
              <p:nvPr/>
            </p:nvCxnSpPr>
            <p:spPr>
              <a:xfrm>
                <a:off x="8715356" y="2424107"/>
                <a:ext cx="248877" cy="2453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51" name="Content Placeholder 2">
              <a:extLst>
                <a:ext uri="{FF2B5EF4-FFF2-40B4-BE49-F238E27FC236}">
                  <a16:creationId xmlns:a16="http://schemas.microsoft.com/office/drawing/2014/main" id="{62F6DD29-0DBD-06C2-2CEA-1BF8381043E4}"/>
                </a:ext>
              </a:extLst>
            </p:cNvPr>
            <p:cNvSpPr txBox="1">
              <a:spLocks/>
            </p:cNvSpPr>
            <p:nvPr/>
          </p:nvSpPr>
          <p:spPr>
            <a:xfrm>
              <a:off x="394475" y="1811127"/>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err="1">
                  <a:solidFill>
                    <a:srgbClr val="0070C0"/>
                  </a:solidFill>
                  <a:latin typeface="Arial" panose="020B0604020202020204" pitchFamily="34" charset="0"/>
                  <a:cs typeface="Arial" panose="020B0604020202020204" pitchFamily="34" charset="0"/>
                </a:rPr>
                <a:t>h</a:t>
              </a:r>
              <a:r>
                <a:rPr lang="en-US" sz="2000" baseline="-25000" dirty="0" err="1">
                  <a:solidFill>
                    <a:srgbClr val="0070C0"/>
                  </a:solidFill>
                  <a:latin typeface="Arial" panose="020B0604020202020204" pitchFamily="34" charset="0"/>
                  <a:cs typeface="Arial" panose="020B0604020202020204" pitchFamily="34" charset="0"/>
                </a:rPr>
                <a:t>t</a:t>
              </a:r>
              <a:endParaRPr lang="en-US" sz="2000" baseline="-25000" dirty="0">
                <a:solidFill>
                  <a:srgbClr val="0070C0"/>
                </a:solidFill>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sp>
          <p:nvSpPr>
            <p:cNvPr id="57" name="Content Placeholder 2">
              <a:extLst>
                <a:ext uri="{FF2B5EF4-FFF2-40B4-BE49-F238E27FC236}">
                  <a16:creationId xmlns:a16="http://schemas.microsoft.com/office/drawing/2014/main" id="{E842F40B-5844-7AE4-8319-5724B746CBC6}"/>
                </a:ext>
              </a:extLst>
            </p:cNvPr>
            <p:cNvSpPr txBox="1">
              <a:spLocks/>
            </p:cNvSpPr>
            <p:nvPr/>
          </p:nvSpPr>
          <p:spPr>
            <a:xfrm>
              <a:off x="356468" y="2529881"/>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0070C0"/>
                  </a:solidFill>
                  <a:latin typeface="Arial" panose="020B0604020202020204" pitchFamily="34" charset="0"/>
                  <a:cs typeface="Arial" panose="020B0604020202020204" pitchFamily="34" charset="0"/>
                </a:rPr>
                <a:t>C</a:t>
              </a:r>
              <a:r>
                <a:rPr lang="en-US" sz="2000" baseline="-25000" dirty="0">
                  <a:solidFill>
                    <a:srgbClr val="0070C0"/>
                  </a:solidFill>
                  <a:latin typeface="Arial" panose="020B0604020202020204" pitchFamily="34" charset="0"/>
                  <a:cs typeface="Arial" panose="020B0604020202020204" pitchFamily="34" charset="0"/>
                </a:rPr>
                <a:t>t</a:t>
              </a:r>
            </a:p>
            <a:p>
              <a:endParaRPr lang="en-US" sz="18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38077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5DBFD-3796-DB01-B5F9-410457DBF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B3419-5A00-274D-F835-6F259ED8AB9E}"/>
              </a:ext>
            </a:extLst>
          </p:cNvPr>
          <p:cNvSpPr>
            <a:spLocks noGrp="1"/>
          </p:cNvSpPr>
          <p:nvPr>
            <p:ph type="ctrTitle"/>
          </p:nvPr>
        </p:nvSpPr>
        <p:spPr>
          <a:xfrm>
            <a:off x="1107281" y="2235200"/>
            <a:ext cx="9977438" cy="2387600"/>
          </a:xfrm>
        </p:spPr>
        <p:txBody>
          <a:bodyPr>
            <a:normAutofit/>
          </a:bodyPr>
          <a:lstStyle/>
          <a:p>
            <a:r>
              <a:rPr lang="en-US" dirty="0"/>
              <a:t>Sequence to Sequence Models Training</a:t>
            </a:r>
          </a:p>
        </p:txBody>
      </p:sp>
    </p:spTree>
    <p:extLst>
      <p:ext uri="{BB962C8B-B14F-4D97-AF65-F5344CB8AC3E}">
        <p14:creationId xmlns:p14="http://schemas.microsoft.com/office/powerpoint/2010/main" val="21735989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3182D2B-3213-560C-CAAA-79AB985F6C83}"/>
                  </a:ext>
                </a:extLst>
              </p14:cNvPr>
              <p14:cNvContentPartPr/>
              <p14:nvPr/>
            </p14:nvContentPartPr>
            <p14:xfrm>
              <a:off x="88560" y="658440"/>
              <a:ext cx="11962800" cy="6199560"/>
            </p14:xfrm>
          </p:contentPart>
        </mc:Choice>
        <mc:Fallback xmlns="">
          <p:pic>
            <p:nvPicPr>
              <p:cNvPr id="4" name="Ink 3">
                <a:extLst>
                  <a:ext uri="{FF2B5EF4-FFF2-40B4-BE49-F238E27FC236}">
                    <a16:creationId xmlns:a16="http://schemas.microsoft.com/office/drawing/2014/main" id="{73182D2B-3213-560C-CAAA-79AB985F6C83}"/>
                  </a:ext>
                </a:extLst>
              </p:cNvPr>
              <p:cNvPicPr/>
              <p:nvPr/>
            </p:nvPicPr>
            <p:blipFill>
              <a:blip r:embed="rId3"/>
              <a:stretch>
                <a:fillRect/>
              </a:stretch>
            </p:blipFill>
            <p:spPr>
              <a:xfrm>
                <a:off x="79200" y="649080"/>
                <a:ext cx="11981520" cy="6218280"/>
              </a:xfrm>
              <a:prstGeom prst="rect">
                <a:avLst/>
              </a:prstGeom>
            </p:spPr>
          </p:pic>
        </mc:Fallback>
      </mc:AlternateContent>
    </p:spTree>
    <p:extLst>
      <p:ext uri="{BB962C8B-B14F-4D97-AF65-F5344CB8AC3E}">
        <p14:creationId xmlns:p14="http://schemas.microsoft.com/office/powerpoint/2010/main" val="3083130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DE56164-025D-62A5-3890-CA4613D155D8}"/>
                  </a:ext>
                </a:extLst>
              </p14:cNvPr>
              <p14:cNvContentPartPr/>
              <p14:nvPr/>
            </p14:nvContentPartPr>
            <p14:xfrm>
              <a:off x="486720" y="342000"/>
              <a:ext cx="6723000" cy="4057560"/>
            </p14:xfrm>
          </p:contentPart>
        </mc:Choice>
        <mc:Fallback xmlns="">
          <p:pic>
            <p:nvPicPr>
              <p:cNvPr id="4" name="Ink 3">
                <a:extLst>
                  <a:ext uri="{FF2B5EF4-FFF2-40B4-BE49-F238E27FC236}">
                    <a16:creationId xmlns:a16="http://schemas.microsoft.com/office/drawing/2014/main" id="{CDE56164-025D-62A5-3890-CA4613D155D8}"/>
                  </a:ext>
                </a:extLst>
              </p:cNvPr>
              <p:cNvPicPr/>
              <p:nvPr/>
            </p:nvPicPr>
            <p:blipFill>
              <a:blip r:embed="rId3"/>
              <a:stretch>
                <a:fillRect/>
              </a:stretch>
            </p:blipFill>
            <p:spPr>
              <a:xfrm>
                <a:off x="477360" y="332640"/>
                <a:ext cx="6741720" cy="40762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8302A720-507A-466C-D1C0-13D07458593B}"/>
                  </a:ext>
                </a:extLst>
              </p14:cNvPr>
              <p14:cNvContentPartPr/>
              <p14:nvPr/>
            </p14:nvContentPartPr>
            <p14:xfrm>
              <a:off x="963360" y="1181160"/>
              <a:ext cx="11026800" cy="5428080"/>
            </p14:xfrm>
          </p:contentPart>
        </mc:Choice>
        <mc:Fallback xmlns="">
          <p:pic>
            <p:nvPicPr>
              <p:cNvPr id="5" name="Ink 4">
                <a:extLst>
                  <a:ext uri="{FF2B5EF4-FFF2-40B4-BE49-F238E27FC236}">
                    <a16:creationId xmlns:a16="http://schemas.microsoft.com/office/drawing/2014/main" id="{8302A720-507A-466C-D1C0-13D07458593B}"/>
                  </a:ext>
                </a:extLst>
              </p:cNvPr>
              <p:cNvPicPr/>
              <p:nvPr/>
            </p:nvPicPr>
            <p:blipFill>
              <a:blip r:embed="rId5"/>
              <a:stretch>
                <a:fillRect/>
              </a:stretch>
            </p:blipFill>
            <p:spPr>
              <a:xfrm>
                <a:off x="954000" y="1171800"/>
                <a:ext cx="11045520" cy="5446800"/>
              </a:xfrm>
              <a:prstGeom prst="rect">
                <a:avLst/>
              </a:prstGeom>
            </p:spPr>
          </p:pic>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D3162076-B88A-2514-774F-0A483E831894}"/>
                  </a:ext>
                </a:extLst>
              </p:cNvPr>
              <p:cNvSpPr txBox="1"/>
              <p:nvPr/>
            </p:nvSpPr>
            <p:spPr>
              <a:xfrm>
                <a:off x="5636419" y="2971800"/>
                <a:ext cx="200054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a:fld id="{825F15A7-03F4-43D7-82C5-3E23DA2F108C}" type="mathplaceholder">
                        <a:rPr lang="en-US" i="1" smtClean="0">
                          <a:latin typeface="Cambria Math" panose="02040503050406030204" pitchFamily="18" charset="0"/>
                        </a:rPr>
                        <a:t>Type equation here.</a:t>
                      </a:fld>
                    </m:oMath>
                  </m:oMathPara>
                </a14:m>
                <a:endParaRPr lang="en-US" dirty="0"/>
              </a:p>
            </p:txBody>
          </p:sp>
        </mc:Choice>
        <mc:Fallback>
          <p:sp>
            <p:nvSpPr>
              <p:cNvPr id="2" name="TextBox 1">
                <a:extLst>
                  <a:ext uri="{FF2B5EF4-FFF2-40B4-BE49-F238E27FC236}">
                    <a16:creationId xmlns:a16="http://schemas.microsoft.com/office/drawing/2014/main" id="{D3162076-B88A-2514-774F-0A483E831894}"/>
                  </a:ext>
                </a:extLst>
              </p:cNvPr>
              <p:cNvSpPr txBox="1">
                <a:spLocks noRot="1" noChangeAspect="1" noMove="1" noResize="1" noEditPoints="1" noAdjustHandles="1" noChangeArrowheads="1" noChangeShapeType="1" noTextEdit="1"/>
              </p:cNvSpPr>
              <p:nvPr/>
            </p:nvSpPr>
            <p:spPr>
              <a:xfrm>
                <a:off x="5636419" y="2971800"/>
                <a:ext cx="2000548" cy="276999"/>
              </a:xfrm>
              <a:prstGeom prst="rect">
                <a:avLst/>
              </a:prstGeom>
              <a:blipFill>
                <a:blip r:embed="rId6"/>
                <a:stretch>
                  <a:fillRect l="-3797" t="-9091" r="-2532" b="-363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38F0F827-8A95-688B-56E7-F6BD1B0A17EE}"/>
                  </a:ext>
                </a:extLst>
              </p:cNvPr>
              <p:cNvSpPr txBox="1"/>
              <p:nvPr/>
            </p:nvSpPr>
            <p:spPr>
              <a:xfrm>
                <a:off x="7782092" y="800100"/>
                <a:ext cx="3969868"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m:rPr>
                          <m:sty m:val="p"/>
                        </m:rPr>
                        <a:rPr lang="el-GR" i="1" smtClean="0">
                          <a:latin typeface="Cambria Math" panose="02040503050406030204" pitchFamily="18" charset="0"/>
                          <a:ea typeface="Cambria Math" panose="02040503050406030204" pitchFamily="18" charset="0"/>
                        </a:rPr>
                        <m:t>Ρ</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𝑦</m:t>
                          </m:r>
                          <m:r>
                            <a:rPr lang="en-US" b="0" i="1" baseline="-25000" smtClean="0">
                              <a:latin typeface="Cambria Math" panose="02040503050406030204" pitchFamily="18" charset="0"/>
                              <a:ea typeface="Cambria Math" panose="02040503050406030204" pitchFamily="18" charset="0"/>
                            </a:rPr>
                            <m:t>𝑡</m:t>
                          </m:r>
                        </m:e>
                        <m:e>
                          <m:r>
                            <a:rPr lang="en-US" b="0" i="1" smtClean="0">
                              <a:latin typeface="Cambria Math" panose="02040503050406030204" pitchFamily="18" charset="0"/>
                              <a:ea typeface="Cambria Math" panose="02040503050406030204" pitchFamily="18" charset="0"/>
                            </a:rPr>
                            <m:t>h</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𝑦𝑡</m:t>
                          </m:r>
                          <m:r>
                            <a:rPr lang="en-US" b="0" i="1" baseline="-25000"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𝑠𝑜𝑓𝑡𝑚𝑎𝑥</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𝑊𝑑</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𝑠𝑡</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𝑏𝑦</m:t>
                      </m:r>
                    </m:oMath>
                  </m:oMathPara>
                </a14:m>
                <a:endParaRPr lang="en-US" baseline="-25000" dirty="0"/>
              </a:p>
            </p:txBody>
          </p:sp>
        </mc:Choice>
        <mc:Fallback>
          <p:sp>
            <p:nvSpPr>
              <p:cNvPr id="3" name="TextBox 2">
                <a:extLst>
                  <a:ext uri="{FF2B5EF4-FFF2-40B4-BE49-F238E27FC236}">
                    <a16:creationId xmlns:a16="http://schemas.microsoft.com/office/drawing/2014/main" id="{38F0F827-8A95-688B-56E7-F6BD1B0A17EE}"/>
                  </a:ext>
                </a:extLst>
              </p:cNvPr>
              <p:cNvSpPr txBox="1">
                <a:spLocks noRot="1" noChangeAspect="1" noMove="1" noResize="1" noEditPoints="1" noAdjustHandles="1" noChangeArrowheads="1" noChangeShapeType="1" noTextEdit="1"/>
              </p:cNvSpPr>
              <p:nvPr/>
            </p:nvSpPr>
            <p:spPr>
              <a:xfrm>
                <a:off x="7782092" y="800100"/>
                <a:ext cx="3969868" cy="276999"/>
              </a:xfrm>
              <a:prstGeom prst="rect">
                <a:avLst/>
              </a:prstGeom>
              <a:blipFill>
                <a:blip r:embed="rId7"/>
                <a:stretch>
                  <a:fillRect b="-34783"/>
                </a:stretch>
              </a:blipFill>
            </p:spPr>
            <p:txBody>
              <a:bodyPr/>
              <a:lstStyle/>
              <a:p>
                <a:r>
                  <a:rPr lang="en-US">
                    <a:noFill/>
                  </a:rPr>
                  <a:t> </a:t>
                </a:r>
              </a:p>
            </p:txBody>
          </p:sp>
        </mc:Fallback>
      </mc:AlternateContent>
    </p:spTree>
    <p:extLst>
      <p:ext uri="{BB962C8B-B14F-4D97-AF65-F5344CB8AC3E}">
        <p14:creationId xmlns:p14="http://schemas.microsoft.com/office/powerpoint/2010/main" val="2967942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191FB49-2507-CA68-D995-6B232E3F7957}"/>
                  </a:ext>
                </a:extLst>
              </p14:cNvPr>
              <p14:cNvContentPartPr/>
              <p14:nvPr/>
            </p14:nvContentPartPr>
            <p14:xfrm>
              <a:off x="398880" y="160560"/>
              <a:ext cx="11581200" cy="1464120"/>
            </p14:xfrm>
          </p:contentPart>
        </mc:Choice>
        <mc:Fallback xmlns="">
          <p:pic>
            <p:nvPicPr>
              <p:cNvPr id="4" name="Ink 3">
                <a:extLst>
                  <a:ext uri="{FF2B5EF4-FFF2-40B4-BE49-F238E27FC236}">
                    <a16:creationId xmlns:a16="http://schemas.microsoft.com/office/drawing/2014/main" id="{6191FB49-2507-CA68-D995-6B232E3F7957}"/>
                  </a:ext>
                </a:extLst>
              </p:cNvPr>
              <p:cNvPicPr/>
              <p:nvPr/>
            </p:nvPicPr>
            <p:blipFill>
              <a:blip r:embed="rId3"/>
              <a:stretch>
                <a:fillRect/>
              </a:stretch>
            </p:blipFill>
            <p:spPr>
              <a:xfrm>
                <a:off x="389520" y="151200"/>
                <a:ext cx="11599920" cy="1482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AFD674A4-BB49-59AD-B3B3-77DCCE640CAC}"/>
                  </a:ext>
                </a:extLst>
              </p14:cNvPr>
              <p14:cNvContentPartPr/>
              <p14:nvPr/>
            </p14:nvContentPartPr>
            <p14:xfrm>
              <a:off x="684000" y="1325880"/>
              <a:ext cx="11446200" cy="5144040"/>
            </p14:xfrm>
          </p:contentPart>
        </mc:Choice>
        <mc:Fallback xmlns="">
          <p:pic>
            <p:nvPicPr>
              <p:cNvPr id="5" name="Ink 4">
                <a:extLst>
                  <a:ext uri="{FF2B5EF4-FFF2-40B4-BE49-F238E27FC236}">
                    <a16:creationId xmlns:a16="http://schemas.microsoft.com/office/drawing/2014/main" id="{AFD674A4-BB49-59AD-B3B3-77DCCE640CAC}"/>
                  </a:ext>
                </a:extLst>
              </p:cNvPr>
              <p:cNvPicPr/>
              <p:nvPr/>
            </p:nvPicPr>
            <p:blipFill>
              <a:blip r:embed="rId5"/>
              <a:stretch>
                <a:fillRect/>
              </a:stretch>
            </p:blipFill>
            <p:spPr>
              <a:xfrm>
                <a:off x="674640" y="1316520"/>
                <a:ext cx="11464920" cy="5162760"/>
              </a:xfrm>
              <a:prstGeom prst="rect">
                <a:avLst/>
              </a:prstGeom>
            </p:spPr>
          </p:pic>
        </mc:Fallback>
      </mc:AlternateContent>
    </p:spTree>
    <p:extLst>
      <p:ext uri="{BB962C8B-B14F-4D97-AF65-F5344CB8AC3E}">
        <p14:creationId xmlns:p14="http://schemas.microsoft.com/office/powerpoint/2010/main" val="2412597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4FC73A0-70F9-3812-0BFA-41EFACA47EF4}"/>
                  </a:ext>
                </a:extLst>
              </p14:cNvPr>
              <p14:cNvContentPartPr/>
              <p14:nvPr/>
            </p14:nvContentPartPr>
            <p14:xfrm>
              <a:off x="336600" y="298080"/>
              <a:ext cx="11715840" cy="6278760"/>
            </p14:xfrm>
          </p:contentPart>
        </mc:Choice>
        <mc:Fallback xmlns="">
          <p:pic>
            <p:nvPicPr>
              <p:cNvPr id="4" name="Ink 3">
                <a:extLst>
                  <a:ext uri="{FF2B5EF4-FFF2-40B4-BE49-F238E27FC236}">
                    <a16:creationId xmlns:a16="http://schemas.microsoft.com/office/drawing/2014/main" id="{14FC73A0-70F9-3812-0BFA-41EFACA47EF4}"/>
                  </a:ext>
                </a:extLst>
              </p:cNvPr>
              <p:cNvPicPr/>
              <p:nvPr/>
            </p:nvPicPr>
            <p:blipFill>
              <a:blip r:embed="rId3"/>
              <a:stretch>
                <a:fillRect/>
              </a:stretch>
            </p:blipFill>
            <p:spPr>
              <a:xfrm>
                <a:off x="327240" y="288720"/>
                <a:ext cx="11734560" cy="62974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13094F8A-7F15-5915-C523-4EE297322E9E}"/>
                  </a:ext>
                </a:extLst>
              </p14:cNvPr>
              <p14:cNvContentPartPr/>
              <p14:nvPr/>
            </p14:nvContentPartPr>
            <p14:xfrm>
              <a:off x="2252880" y="5969880"/>
              <a:ext cx="9845640" cy="567360"/>
            </p14:xfrm>
          </p:contentPart>
        </mc:Choice>
        <mc:Fallback xmlns="">
          <p:pic>
            <p:nvPicPr>
              <p:cNvPr id="5" name="Ink 4">
                <a:extLst>
                  <a:ext uri="{FF2B5EF4-FFF2-40B4-BE49-F238E27FC236}">
                    <a16:creationId xmlns:a16="http://schemas.microsoft.com/office/drawing/2014/main" id="{13094F8A-7F15-5915-C523-4EE297322E9E}"/>
                  </a:ext>
                </a:extLst>
              </p:cNvPr>
              <p:cNvPicPr/>
              <p:nvPr/>
            </p:nvPicPr>
            <p:blipFill>
              <a:blip r:embed="rId5"/>
              <a:stretch>
                <a:fillRect/>
              </a:stretch>
            </p:blipFill>
            <p:spPr>
              <a:xfrm>
                <a:off x="2243520" y="5960520"/>
                <a:ext cx="9864360" cy="586080"/>
              </a:xfrm>
              <a:prstGeom prst="rect">
                <a:avLst/>
              </a:prstGeom>
            </p:spPr>
          </p:pic>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B8A5099D-3C49-BABD-9BDE-7EDAC9C7CB94}"/>
                  </a:ext>
                </a:extLst>
              </p:cNvPr>
              <p:cNvSpPr txBox="1"/>
              <p:nvPr/>
            </p:nvSpPr>
            <p:spPr>
              <a:xfrm>
                <a:off x="9401177" y="3404674"/>
                <a:ext cx="2343150" cy="543034"/>
              </a:xfrm>
              <a:prstGeom prst="rect">
                <a:avLst/>
              </a:prstGeom>
              <a:noFill/>
            </p:spPr>
            <p:txBody>
              <a:bodyPr wrap="square" lIns="0" tIns="0" rIns="0" bIns="0" rtlCol="0">
                <a:spAutoFit/>
              </a:bodyPr>
              <a:lstStyle/>
              <a:p>
                <a14:m>
                  <m:oMath xmlns:m="http://schemas.openxmlformats.org/officeDocument/2006/math">
                    <m:f>
                      <m:fPr>
                        <m:ctrlPr>
                          <a:rPr lang="en-US" sz="2400" i="1" smtClean="0">
                            <a:latin typeface="Cambria Math" panose="02040503050406030204" pitchFamily="18" charset="0"/>
                            <a:ea typeface="Cambria Math" panose="02040503050406030204" pitchFamily="18" charset="0"/>
                          </a:rPr>
                        </m:ctrlPr>
                      </m:fPr>
                      <m:num>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𝐿𝑜𝑠𝑠</m:t>
                        </m:r>
                      </m:num>
                      <m:den>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𝑊</m:t>
                        </m:r>
                        <m:r>
                          <a:rPr lang="en-US" sz="2400" b="0" i="1" baseline="-25000" smtClean="0">
                            <a:latin typeface="Cambria Math" panose="02040503050406030204" pitchFamily="18" charset="0"/>
                            <a:ea typeface="Cambria Math" panose="02040503050406030204" pitchFamily="18" charset="0"/>
                          </a:rPr>
                          <m:t>𝑑</m:t>
                        </m:r>
                      </m:den>
                    </m:f>
                  </m:oMath>
                </a14:m>
                <a:r>
                  <a:rPr lang="en-US" sz="2400" baseline="-25000" dirty="0">
                    <a:latin typeface="Cambria Math" panose="02040503050406030204" pitchFamily="18" charset="0"/>
                    <a:ea typeface="Cambria Math" panose="02040503050406030204" pitchFamily="18" charset="0"/>
                  </a:rPr>
                  <a:t> </a:t>
                </a:r>
                <a14:m>
                  <m:oMath xmlns:m="http://schemas.openxmlformats.org/officeDocument/2006/math">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𝐿𝑜𝑠𝑠</m:t>
                        </m:r>
                      </m:num>
                      <m:den>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𝑊h</m:t>
                        </m:r>
                      </m:den>
                    </m:f>
                  </m:oMath>
                </a14:m>
                <a:endParaRPr lang="en-US" sz="2400" baseline="-25000" dirty="0">
                  <a:latin typeface="Cambria Math" panose="02040503050406030204" pitchFamily="18" charset="0"/>
                  <a:ea typeface="Cambria Math" panose="02040503050406030204" pitchFamily="18" charset="0"/>
                </a:endParaRPr>
              </a:p>
            </p:txBody>
          </p:sp>
        </mc:Choice>
        <mc:Fallback>
          <p:sp>
            <p:nvSpPr>
              <p:cNvPr id="2" name="TextBox 1">
                <a:extLst>
                  <a:ext uri="{FF2B5EF4-FFF2-40B4-BE49-F238E27FC236}">
                    <a16:creationId xmlns:a16="http://schemas.microsoft.com/office/drawing/2014/main" id="{B8A5099D-3C49-BABD-9BDE-7EDAC9C7CB94}"/>
                  </a:ext>
                </a:extLst>
              </p:cNvPr>
              <p:cNvSpPr txBox="1">
                <a:spLocks noRot="1" noChangeAspect="1" noMove="1" noResize="1" noEditPoints="1" noAdjustHandles="1" noChangeArrowheads="1" noChangeShapeType="1" noTextEdit="1"/>
              </p:cNvSpPr>
              <p:nvPr/>
            </p:nvSpPr>
            <p:spPr>
              <a:xfrm>
                <a:off x="9401177" y="3404674"/>
                <a:ext cx="2343150" cy="543034"/>
              </a:xfrm>
              <a:prstGeom prst="rect">
                <a:avLst/>
              </a:prstGeom>
              <a:blipFill>
                <a:blip r:embed="rId6"/>
                <a:stretch>
                  <a:fillRect l="-3784" b="-18182"/>
                </a:stretch>
              </a:blipFill>
            </p:spPr>
            <p:txBody>
              <a:bodyPr/>
              <a:lstStyle/>
              <a:p>
                <a:r>
                  <a:rPr lang="en-US">
                    <a:noFill/>
                  </a:rPr>
                  <a:t> </a:t>
                </a:r>
              </a:p>
            </p:txBody>
          </p:sp>
        </mc:Fallback>
      </mc:AlternateContent>
    </p:spTree>
    <p:extLst>
      <p:ext uri="{BB962C8B-B14F-4D97-AF65-F5344CB8AC3E}">
        <p14:creationId xmlns:p14="http://schemas.microsoft.com/office/powerpoint/2010/main" val="3089642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5FCBE26-75D0-C5AC-1C11-798BE592C314}"/>
                  </a:ext>
                </a:extLst>
              </p14:cNvPr>
              <p14:cNvContentPartPr/>
              <p14:nvPr/>
            </p14:nvContentPartPr>
            <p14:xfrm>
              <a:off x="523080" y="1099800"/>
              <a:ext cx="8168040" cy="3100320"/>
            </p14:xfrm>
          </p:contentPart>
        </mc:Choice>
        <mc:Fallback xmlns="">
          <p:pic>
            <p:nvPicPr>
              <p:cNvPr id="4" name="Ink 3">
                <a:extLst>
                  <a:ext uri="{FF2B5EF4-FFF2-40B4-BE49-F238E27FC236}">
                    <a16:creationId xmlns:a16="http://schemas.microsoft.com/office/drawing/2014/main" id="{05FCBE26-75D0-C5AC-1C11-798BE592C314}"/>
                  </a:ext>
                </a:extLst>
              </p:cNvPr>
              <p:cNvPicPr/>
              <p:nvPr/>
            </p:nvPicPr>
            <p:blipFill>
              <a:blip r:embed="rId3"/>
              <a:stretch>
                <a:fillRect/>
              </a:stretch>
            </p:blipFill>
            <p:spPr>
              <a:xfrm>
                <a:off x="513720" y="1090440"/>
                <a:ext cx="8186760" cy="3119040"/>
              </a:xfrm>
              <a:prstGeom prst="rect">
                <a:avLst/>
              </a:prstGeom>
            </p:spPr>
          </p:pic>
        </mc:Fallback>
      </mc:AlternateContent>
      <p:sp>
        <p:nvSpPr>
          <p:cNvPr id="2" name="TextBox 1">
            <a:extLst>
              <a:ext uri="{FF2B5EF4-FFF2-40B4-BE49-F238E27FC236}">
                <a16:creationId xmlns:a16="http://schemas.microsoft.com/office/drawing/2014/main" id="{352B16FA-5264-28E3-3A73-417DF7805591}"/>
              </a:ext>
            </a:extLst>
          </p:cNvPr>
          <p:cNvSpPr txBox="1"/>
          <p:nvPr/>
        </p:nvSpPr>
        <p:spPr>
          <a:xfrm>
            <a:off x="1066006" y="3771902"/>
            <a:ext cx="8449470" cy="400110"/>
          </a:xfrm>
          <a:prstGeom prst="rect">
            <a:avLst/>
          </a:prstGeom>
          <a:solidFill>
            <a:schemeClr val="bg1"/>
          </a:solidFill>
        </p:spPr>
        <p:txBody>
          <a:bodyPr wrap="square" rtlCol="0">
            <a:spAutoFit/>
          </a:bodyPr>
          <a:lstStyle/>
          <a:p>
            <a:r>
              <a:rPr lang="en-US" sz="2000" dirty="0"/>
              <a:t>The training then moves to next sample text and repeats the above process</a:t>
            </a:r>
          </a:p>
        </p:txBody>
      </p:sp>
    </p:spTree>
    <p:extLst>
      <p:ext uri="{BB962C8B-B14F-4D97-AF65-F5344CB8AC3E}">
        <p14:creationId xmlns:p14="http://schemas.microsoft.com/office/powerpoint/2010/main" val="299735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5BE75-DFA7-F8F3-17E1-DBEAE7476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C1B65-E5A1-44E2-8D83-062C753DA560}"/>
              </a:ext>
            </a:extLst>
          </p:cNvPr>
          <p:cNvSpPr>
            <a:spLocks noGrp="1"/>
          </p:cNvSpPr>
          <p:nvPr>
            <p:ph type="title"/>
          </p:nvPr>
        </p:nvSpPr>
        <p:spPr>
          <a:xfrm>
            <a:off x="340659" y="345887"/>
            <a:ext cx="10515600" cy="670299"/>
          </a:xfrm>
        </p:spPr>
        <p:txBody>
          <a:bodyPr>
            <a:normAutofit fontScale="90000"/>
          </a:bodyPr>
          <a:lstStyle/>
          <a:p>
            <a:r>
              <a:rPr lang="en-US" dirty="0"/>
              <a:t>Seq2Seq Architecture:  Improvements</a:t>
            </a:r>
          </a:p>
        </p:txBody>
      </p:sp>
      <p:sp>
        <p:nvSpPr>
          <p:cNvPr id="24" name="Content Placeholder 2">
            <a:extLst>
              <a:ext uri="{FF2B5EF4-FFF2-40B4-BE49-F238E27FC236}">
                <a16:creationId xmlns:a16="http://schemas.microsoft.com/office/drawing/2014/main" id="{CDA6E69C-2B30-A99C-3695-1094E0AF356A}"/>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5365DF2D-5563-52DF-D3AF-4A7CEA9B8407}"/>
              </a:ext>
            </a:extLst>
          </p:cNvPr>
          <p:cNvSpPr txBox="1"/>
          <p:nvPr/>
        </p:nvSpPr>
        <p:spPr>
          <a:xfrm>
            <a:off x="197637" y="5331906"/>
            <a:ext cx="11622286" cy="1477328"/>
          </a:xfrm>
          <a:prstGeom prst="rect">
            <a:avLst/>
          </a:prstGeom>
          <a:noFill/>
        </p:spPr>
        <p:txBody>
          <a:bodyPr wrap="square">
            <a:spAutoFit/>
          </a:bodyPr>
          <a:lstStyle/>
          <a:p>
            <a:pPr marL="342900" indent="-342900">
              <a:buFont typeface="+mj-lt"/>
              <a:buAutoNum type="arabicPeriod"/>
            </a:pPr>
            <a:r>
              <a:rPr lang="en-US" dirty="0">
                <a:solidFill>
                  <a:srgbClr val="0E0E0E"/>
                </a:solidFill>
                <a:effectLst/>
                <a:latin typeface="Arial" panose="020B0604020202020204" pitchFamily="34" charset="0"/>
                <a:cs typeface="Arial" panose="020B0604020202020204" pitchFamily="34" charset="0"/>
              </a:rPr>
              <a:t>Use Embeddings:</a:t>
            </a:r>
          </a:p>
          <a:p>
            <a:pPr marL="742950" lvl="1" indent="-285750">
              <a:buFont typeface="Arial" panose="020B0604020202020204" pitchFamily="34" charset="0"/>
              <a:buChar char="•"/>
            </a:pPr>
            <a:r>
              <a:rPr lang="en-US" dirty="0">
                <a:solidFill>
                  <a:srgbClr val="0E0E0E"/>
                </a:solidFill>
                <a:latin typeface="Arial" panose="020B0604020202020204" pitchFamily="34" charset="0"/>
                <a:cs typeface="Arial" panose="020B0604020202020204" pitchFamily="34" charset="0"/>
              </a:rPr>
              <a:t>Allows capturing the context of the word in the sentence and as seen earlier, is big improvement over high dim. Sparse vectors as in One hot encoding</a:t>
            </a:r>
          </a:p>
          <a:p>
            <a:pPr marL="742950" lvl="1" indent="-285750">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Allo</a:t>
            </a:r>
            <a:r>
              <a:rPr lang="en-US" dirty="0">
                <a:solidFill>
                  <a:srgbClr val="0E0E0E"/>
                </a:solidFill>
                <a:latin typeface="Arial" panose="020B0604020202020204" pitchFamily="34" charset="0"/>
                <a:cs typeface="Arial" panose="020B0604020202020204" pitchFamily="34" charset="0"/>
              </a:rPr>
              <a:t>ws use of pretrained embeddings such as Word2Vec to GloVe</a:t>
            </a:r>
          </a:p>
          <a:p>
            <a:pPr marL="742950" lvl="1" indent="-285750">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Alternately allows training a localized embeddings for domain specific dataset</a:t>
            </a:r>
            <a:endParaRPr lang="en-US" dirty="0">
              <a:effectLst/>
              <a:latin typeface="Arial" panose="020B0604020202020204" pitchFamily="34" charset="0"/>
              <a:cs typeface="Arial" panose="020B0604020202020204" pitchFamily="34" charset="0"/>
            </a:endParaRPr>
          </a:p>
        </p:txBody>
      </p:sp>
      <p:grpSp>
        <p:nvGrpSpPr>
          <p:cNvPr id="71" name="Group 70">
            <a:extLst>
              <a:ext uri="{FF2B5EF4-FFF2-40B4-BE49-F238E27FC236}">
                <a16:creationId xmlns:a16="http://schemas.microsoft.com/office/drawing/2014/main" id="{3590EA10-7D88-D463-F673-C20E1447C6E7}"/>
              </a:ext>
            </a:extLst>
          </p:cNvPr>
          <p:cNvGrpSpPr/>
          <p:nvPr/>
        </p:nvGrpSpPr>
        <p:grpSpPr>
          <a:xfrm>
            <a:off x="1412376" y="1333120"/>
            <a:ext cx="9034652" cy="3777758"/>
            <a:chOff x="1412376" y="1333120"/>
            <a:chExt cx="9034652" cy="3777758"/>
          </a:xfrm>
        </p:grpSpPr>
        <p:grpSp>
          <p:nvGrpSpPr>
            <p:cNvPr id="70" name="Group 69">
              <a:extLst>
                <a:ext uri="{FF2B5EF4-FFF2-40B4-BE49-F238E27FC236}">
                  <a16:creationId xmlns:a16="http://schemas.microsoft.com/office/drawing/2014/main" id="{31B12D4A-CDE5-19D3-5A53-B7AB86CEA9E0}"/>
                </a:ext>
              </a:extLst>
            </p:cNvPr>
            <p:cNvGrpSpPr/>
            <p:nvPr/>
          </p:nvGrpSpPr>
          <p:grpSpPr>
            <a:xfrm>
              <a:off x="1935087" y="1333120"/>
              <a:ext cx="8511941" cy="3777758"/>
              <a:chOff x="489466" y="1359775"/>
              <a:chExt cx="8511941" cy="3777758"/>
            </a:xfrm>
          </p:grpSpPr>
          <p:grpSp>
            <p:nvGrpSpPr>
              <p:cNvPr id="46" name="Group 45">
                <a:extLst>
                  <a:ext uri="{FF2B5EF4-FFF2-40B4-BE49-F238E27FC236}">
                    <a16:creationId xmlns:a16="http://schemas.microsoft.com/office/drawing/2014/main" id="{AD952FF3-834C-576E-BF21-779D0BCE2B95}"/>
                  </a:ext>
                </a:extLst>
              </p:cNvPr>
              <p:cNvGrpSpPr/>
              <p:nvPr/>
            </p:nvGrpSpPr>
            <p:grpSpPr>
              <a:xfrm>
                <a:off x="569217" y="1359775"/>
                <a:ext cx="8432190" cy="1736136"/>
                <a:chOff x="569217" y="1359775"/>
                <a:chExt cx="8432190" cy="1736136"/>
              </a:xfrm>
            </p:grpSpPr>
            <p:sp>
              <p:nvSpPr>
                <p:cNvPr id="3" name="Rounded Rectangle 2">
                  <a:extLst>
                    <a:ext uri="{FF2B5EF4-FFF2-40B4-BE49-F238E27FC236}">
                      <a16:creationId xmlns:a16="http://schemas.microsoft.com/office/drawing/2014/main" id="{45031B42-E35E-904A-7F4B-DEF6ABDEAC39}"/>
                    </a:ext>
                  </a:extLst>
                </p:cNvPr>
                <p:cNvSpPr/>
                <p:nvPr/>
              </p:nvSpPr>
              <p:spPr>
                <a:xfrm>
                  <a:off x="569217" y="1359775"/>
                  <a:ext cx="7400925" cy="173613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35B666BB-4344-59C7-089D-802464D55E18}"/>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5" name="Rectangle 4">
                  <a:extLst>
                    <a:ext uri="{FF2B5EF4-FFF2-40B4-BE49-F238E27FC236}">
                      <a16:creationId xmlns:a16="http://schemas.microsoft.com/office/drawing/2014/main" id="{F8E7466F-56B9-0C82-DDD2-051B68A312EB}"/>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6" name="Rectangle 5">
                  <a:extLst>
                    <a:ext uri="{FF2B5EF4-FFF2-40B4-BE49-F238E27FC236}">
                      <a16:creationId xmlns:a16="http://schemas.microsoft.com/office/drawing/2014/main" id="{9ECCA883-C502-BDF3-8E66-CBE2AB8FCA0F}"/>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7" name="Rectangle 6">
                  <a:extLst>
                    <a:ext uri="{FF2B5EF4-FFF2-40B4-BE49-F238E27FC236}">
                      <a16:creationId xmlns:a16="http://schemas.microsoft.com/office/drawing/2014/main" id="{795CB309-0707-0387-C742-312B221FC87C}"/>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8" name="Rectangle 7">
                  <a:extLst>
                    <a:ext uri="{FF2B5EF4-FFF2-40B4-BE49-F238E27FC236}">
                      <a16:creationId xmlns:a16="http://schemas.microsoft.com/office/drawing/2014/main" id="{E8CACBEE-28F1-88B9-E057-6B6DC46ACC50}"/>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9" name="Rectangle 8">
                  <a:extLst>
                    <a:ext uri="{FF2B5EF4-FFF2-40B4-BE49-F238E27FC236}">
                      <a16:creationId xmlns:a16="http://schemas.microsoft.com/office/drawing/2014/main" id="{3734BB3B-464F-2D24-A888-B74E60913753}"/>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11" name="Rectangle 10">
                  <a:extLst>
                    <a:ext uri="{FF2B5EF4-FFF2-40B4-BE49-F238E27FC236}">
                      <a16:creationId xmlns:a16="http://schemas.microsoft.com/office/drawing/2014/main" id="{4EC7DBF0-FD30-AB7A-9524-CFE23C6D6300}"/>
                    </a:ext>
                  </a:extLst>
                </p:cNvPr>
                <p:cNvSpPr/>
                <p:nvPr/>
              </p:nvSpPr>
              <p:spPr>
                <a:xfrm>
                  <a:off x="6864077"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cxnSp>
              <p:nvCxnSpPr>
                <p:cNvPr id="17" name="Straight Arrow Connector 16">
                  <a:extLst>
                    <a:ext uri="{FF2B5EF4-FFF2-40B4-BE49-F238E27FC236}">
                      <a16:creationId xmlns:a16="http://schemas.microsoft.com/office/drawing/2014/main" id="{9BC5E0DE-D49B-5594-12BB-AFC4AFFC8A07}"/>
                    </a:ext>
                  </a:extLst>
                </p:cNvPr>
                <p:cNvCxnSpPr>
                  <a:cxnSpLocks/>
                </p:cNvCxnSpPr>
                <p:nvPr/>
              </p:nvCxnSpPr>
              <p:spPr>
                <a:xfrm>
                  <a:off x="7678455" y="2147887"/>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DDA6AC87-1C8B-C67B-4F45-BC5A0F157FBF}"/>
                    </a:ext>
                  </a:extLst>
                </p:cNvPr>
                <p:cNvCxnSpPr>
                  <a:cxnSpLocks/>
                </p:cNvCxnSpPr>
                <p:nvPr/>
              </p:nvCxnSpPr>
              <p:spPr>
                <a:xfrm>
                  <a:off x="7678455" y="2471737"/>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0B7DBC86-1869-1B7F-553F-6891417232D6}"/>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28A12BA2-6FC1-A229-5BB3-7F6870DB2B1C}"/>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D227ADFB-6891-9CF0-4457-41E7B4D7D240}"/>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7E2434F-54C2-33C7-73E8-56640F05AB3F}"/>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F3DDE6BD-083A-20C9-74F2-4C0B538E4EF9}"/>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1F892610-DC30-D444-768D-9BCE9AF25A97}"/>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32DCB8BB-CCA1-0059-9BF6-7E1BC92B6E8E}"/>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6C22A39-0060-206E-778D-6AEFD91773D1}"/>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C88BF29D-DCD6-DBB6-D7D6-FEDE202E9B95}"/>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ED61ABD9-824F-29C4-8663-46569F3975A7}"/>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730E410-E1DE-9F9D-2EF8-73FB12277F69}"/>
                    </a:ext>
                  </a:extLst>
                </p:cNvPr>
                <p:cNvCxnSpPr>
                  <a:cxnSpLocks/>
                </p:cNvCxnSpPr>
                <p:nvPr/>
              </p:nvCxnSpPr>
              <p:spPr>
                <a:xfrm>
                  <a:off x="6678328" y="222784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6DF984D2-6CA6-81D0-4F43-6E7CD39916C2}"/>
                    </a:ext>
                  </a:extLst>
                </p:cNvPr>
                <p:cNvCxnSpPr>
                  <a:cxnSpLocks/>
                </p:cNvCxnSpPr>
                <p:nvPr/>
              </p:nvCxnSpPr>
              <p:spPr>
                <a:xfrm>
                  <a:off x="6678328" y="2466975"/>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Content Placeholder 2">
                  <a:extLst>
                    <a:ext uri="{FF2B5EF4-FFF2-40B4-BE49-F238E27FC236}">
                      <a16:creationId xmlns:a16="http://schemas.microsoft.com/office/drawing/2014/main" id="{38CC3320-06CF-C0FF-1B1A-5948EB6693DA}"/>
                    </a:ext>
                  </a:extLst>
                </p:cNvPr>
                <p:cNvSpPr txBox="1">
                  <a:spLocks/>
                </p:cNvSpPr>
                <p:nvPr/>
              </p:nvSpPr>
              <p:spPr>
                <a:xfrm>
                  <a:off x="8509556" y="199576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err="1">
                      <a:solidFill>
                        <a:srgbClr val="0070C0"/>
                      </a:solidFill>
                      <a:latin typeface="Arial" panose="020B0604020202020204" pitchFamily="34" charset="0"/>
                      <a:cs typeface="Arial" panose="020B0604020202020204" pitchFamily="34" charset="0"/>
                    </a:rPr>
                    <a:t>h</a:t>
                  </a:r>
                  <a:r>
                    <a:rPr lang="en-US" sz="2000" baseline="-25000" dirty="0" err="1">
                      <a:solidFill>
                        <a:srgbClr val="0070C0"/>
                      </a:solidFill>
                      <a:latin typeface="Arial" panose="020B0604020202020204" pitchFamily="34" charset="0"/>
                      <a:cs typeface="Arial" panose="020B0604020202020204" pitchFamily="34" charset="0"/>
                    </a:rPr>
                    <a:t>t</a:t>
                  </a:r>
                  <a:endParaRPr lang="en-US" sz="2000" baseline="-25000" dirty="0">
                    <a:solidFill>
                      <a:srgbClr val="0070C0"/>
                    </a:solidFill>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sp>
              <p:nvSpPr>
                <p:cNvPr id="44" name="Content Placeholder 2">
                  <a:extLst>
                    <a:ext uri="{FF2B5EF4-FFF2-40B4-BE49-F238E27FC236}">
                      <a16:creationId xmlns:a16="http://schemas.microsoft.com/office/drawing/2014/main" id="{3557CA74-9267-F4C2-D089-8FC8CF4D1BDF}"/>
                    </a:ext>
                  </a:extLst>
                </p:cNvPr>
                <p:cNvSpPr txBox="1">
                  <a:spLocks/>
                </p:cNvSpPr>
                <p:nvPr/>
              </p:nvSpPr>
              <p:spPr>
                <a:xfrm>
                  <a:off x="8528694" y="231961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rgbClr val="0070C0"/>
                      </a:solidFill>
                      <a:latin typeface="Arial" panose="020B0604020202020204" pitchFamily="34" charset="0"/>
                      <a:cs typeface="Arial" panose="020B0604020202020204" pitchFamily="34" charset="0"/>
                    </a:rPr>
                    <a:t>C</a:t>
                  </a:r>
                  <a:r>
                    <a:rPr lang="en-US" sz="2000" baseline="-25000" dirty="0">
                      <a:solidFill>
                        <a:srgbClr val="0070C0"/>
                      </a:solidFill>
                      <a:latin typeface="Arial" panose="020B0604020202020204" pitchFamily="34" charset="0"/>
                      <a:cs typeface="Arial" panose="020B0604020202020204" pitchFamily="34" charset="0"/>
                    </a:rPr>
                    <a:t>t</a:t>
                  </a:r>
                </a:p>
                <a:p>
                  <a:endParaRPr lang="en-US" sz="1800" dirty="0">
                    <a:latin typeface="Arial" panose="020B0604020202020204" pitchFamily="34" charset="0"/>
                    <a:cs typeface="Arial" panose="020B0604020202020204" pitchFamily="34" charset="0"/>
                  </a:endParaRPr>
                </a:p>
              </p:txBody>
            </p:sp>
            <p:cxnSp>
              <p:nvCxnSpPr>
                <p:cNvPr id="45" name="Straight Arrow Connector 44">
                  <a:extLst>
                    <a:ext uri="{FF2B5EF4-FFF2-40B4-BE49-F238E27FC236}">
                      <a16:creationId xmlns:a16="http://schemas.microsoft.com/office/drawing/2014/main" id="{E352BF41-569A-E421-14FB-D1273465F2FE}"/>
                    </a:ext>
                  </a:extLst>
                </p:cNvPr>
                <p:cNvCxnSpPr>
                  <a:cxnSpLocks/>
                </p:cNvCxnSpPr>
                <p:nvPr/>
              </p:nvCxnSpPr>
              <p:spPr>
                <a:xfrm flipV="1">
                  <a:off x="1495426"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49" name="Straight Arrow Connector 48">
                <a:extLst>
                  <a:ext uri="{FF2B5EF4-FFF2-40B4-BE49-F238E27FC236}">
                    <a16:creationId xmlns:a16="http://schemas.microsoft.com/office/drawing/2014/main" id="{6EB23E30-1C47-4C55-71DB-56F196F48A61}"/>
                  </a:ext>
                </a:extLst>
              </p:cNvPr>
              <p:cNvCxnSpPr>
                <a:cxnSpLocks/>
              </p:cNvCxnSpPr>
              <p:nvPr/>
            </p:nvCxnSpPr>
            <p:spPr>
              <a:xfrm flipV="1">
                <a:off x="2552702"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DACC07F4-713D-741E-8969-1CE2081BF691}"/>
                  </a:ext>
                </a:extLst>
              </p:cNvPr>
              <p:cNvCxnSpPr>
                <a:cxnSpLocks/>
              </p:cNvCxnSpPr>
              <p:nvPr/>
            </p:nvCxnSpPr>
            <p:spPr>
              <a:xfrm flipV="1">
                <a:off x="3543301"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EF279398-0479-10D2-3A78-D3DD7C1924C3}"/>
                  </a:ext>
                </a:extLst>
              </p:cNvPr>
              <p:cNvCxnSpPr>
                <a:cxnSpLocks/>
              </p:cNvCxnSpPr>
              <p:nvPr/>
            </p:nvCxnSpPr>
            <p:spPr>
              <a:xfrm flipV="1">
                <a:off x="7562851"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C026F30D-651F-5E6E-E27C-2B100A3B078B}"/>
                  </a:ext>
                </a:extLst>
              </p:cNvPr>
              <p:cNvCxnSpPr>
                <a:cxnSpLocks/>
              </p:cNvCxnSpPr>
              <p:nvPr/>
            </p:nvCxnSpPr>
            <p:spPr>
              <a:xfrm flipV="1">
                <a:off x="6557963"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6506EC01-2AB9-CB5B-0F61-32309AAEE049}"/>
                  </a:ext>
                </a:extLst>
              </p:cNvPr>
              <p:cNvCxnSpPr>
                <a:cxnSpLocks/>
              </p:cNvCxnSpPr>
              <p:nvPr/>
            </p:nvCxnSpPr>
            <p:spPr>
              <a:xfrm flipV="1">
                <a:off x="5598459"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43EF7399-9A72-A384-72B6-C31600BBECA7}"/>
                  </a:ext>
                </a:extLst>
              </p:cNvPr>
              <p:cNvCxnSpPr>
                <a:cxnSpLocks/>
              </p:cNvCxnSpPr>
              <p:nvPr/>
            </p:nvCxnSpPr>
            <p:spPr>
              <a:xfrm flipV="1">
                <a:off x="4562476" y="1702052"/>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9B7B2695-3500-BA94-1168-1866A8A8E951}"/>
                  </a:ext>
                </a:extLst>
              </p:cNvPr>
              <p:cNvCxnSpPr>
                <a:cxnSpLocks/>
              </p:cNvCxnSpPr>
              <p:nvPr/>
            </p:nvCxnSpPr>
            <p:spPr>
              <a:xfrm flipV="1">
                <a:off x="9620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77CFC884-141F-FF00-CA11-21DE5C5782CB}"/>
                  </a:ext>
                </a:extLst>
              </p:cNvPr>
              <p:cNvSpPr txBox="1"/>
              <p:nvPr/>
            </p:nvSpPr>
            <p:spPr>
              <a:xfrm>
                <a:off x="489466" y="3795893"/>
                <a:ext cx="7188989" cy="369332"/>
              </a:xfrm>
              <a:prstGeom prst="rect">
                <a:avLst/>
              </a:prstGeom>
              <a:solidFill>
                <a:schemeClr val="accent2"/>
              </a:solidFill>
              <a:ln>
                <a:solidFill>
                  <a:schemeClr val="tx1"/>
                </a:solidFill>
              </a:ln>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Embedding layer</a:t>
                </a:r>
                <a:endParaRPr lang="en-US" dirty="0"/>
              </a:p>
            </p:txBody>
          </p:sp>
          <p:cxnSp>
            <p:nvCxnSpPr>
              <p:cNvPr id="60" name="Straight Arrow Connector 59">
                <a:extLst>
                  <a:ext uri="{FF2B5EF4-FFF2-40B4-BE49-F238E27FC236}">
                    <a16:creationId xmlns:a16="http://schemas.microsoft.com/office/drawing/2014/main" id="{3B2C8ADA-B6A4-B251-47AA-16DDD0CED7AF}"/>
                  </a:ext>
                </a:extLst>
              </p:cNvPr>
              <p:cNvCxnSpPr>
                <a:cxnSpLocks/>
              </p:cNvCxnSpPr>
              <p:nvPr/>
            </p:nvCxnSpPr>
            <p:spPr>
              <a:xfrm flipV="1">
                <a:off x="204311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6D7A0841-1446-5285-67AD-A91CE04A2116}"/>
                  </a:ext>
                </a:extLst>
              </p:cNvPr>
              <p:cNvCxnSpPr>
                <a:cxnSpLocks/>
              </p:cNvCxnSpPr>
              <p:nvPr/>
            </p:nvCxnSpPr>
            <p:spPr>
              <a:xfrm flipV="1">
                <a:off x="305276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73349691-9F96-B996-75F5-FF01E2F7B1B4}"/>
                  </a:ext>
                </a:extLst>
              </p:cNvPr>
              <p:cNvCxnSpPr>
                <a:cxnSpLocks/>
              </p:cNvCxnSpPr>
              <p:nvPr/>
            </p:nvCxnSpPr>
            <p:spPr>
              <a:xfrm flipV="1">
                <a:off x="40338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A25CCC28-6103-2357-8310-F239656A5D20}"/>
                  </a:ext>
                </a:extLst>
              </p:cNvPr>
              <p:cNvCxnSpPr>
                <a:cxnSpLocks/>
              </p:cNvCxnSpPr>
              <p:nvPr/>
            </p:nvCxnSpPr>
            <p:spPr>
              <a:xfrm flipV="1">
                <a:off x="5029201"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18FFA935-0B93-D89F-B89A-A1E5A5D658AF}"/>
                  </a:ext>
                </a:extLst>
              </p:cNvPr>
              <p:cNvCxnSpPr>
                <a:cxnSpLocks/>
              </p:cNvCxnSpPr>
              <p:nvPr/>
            </p:nvCxnSpPr>
            <p:spPr>
              <a:xfrm flipV="1">
                <a:off x="6091238"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EFDC9758-AA7E-C6A5-E6C3-7D91FACA09D2}"/>
                  </a:ext>
                </a:extLst>
              </p:cNvPr>
              <p:cNvCxnSpPr>
                <a:cxnSpLocks/>
              </p:cNvCxnSpPr>
              <p:nvPr/>
            </p:nvCxnSpPr>
            <p:spPr>
              <a:xfrm flipV="1">
                <a:off x="70866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88762C26-967F-3007-B310-2AC735CD49B2}"/>
                  </a:ext>
                </a:extLst>
              </p:cNvPr>
              <p:cNvCxnSpPr>
                <a:cxnSpLocks/>
              </p:cNvCxnSpPr>
              <p:nvPr/>
            </p:nvCxnSpPr>
            <p:spPr>
              <a:xfrm flipV="1">
                <a:off x="781153" y="4644214"/>
                <a:ext cx="6864057" cy="1296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6AABDA88-76F2-95A4-113C-5613CADB16FF}"/>
                  </a:ext>
                </a:extLst>
              </p:cNvPr>
              <p:cNvSpPr txBox="1"/>
              <p:nvPr/>
            </p:nvSpPr>
            <p:spPr>
              <a:xfrm>
                <a:off x="755301" y="4768201"/>
                <a:ext cx="7188989"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13" name="Straight Arrow Connector 12">
              <a:extLst>
                <a:ext uri="{FF2B5EF4-FFF2-40B4-BE49-F238E27FC236}">
                  <a16:creationId xmlns:a16="http://schemas.microsoft.com/office/drawing/2014/main" id="{755FFB90-EF15-5236-C6AD-E54D5536A0EB}"/>
                </a:ext>
              </a:extLst>
            </p:cNvPr>
            <p:cNvCxnSpPr>
              <a:cxnSpLocks/>
            </p:cNvCxnSpPr>
            <p:nvPr/>
          </p:nvCxnSpPr>
          <p:spPr>
            <a:xfrm>
              <a:off x="1412376" y="2168858"/>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BC818120-196B-ABF0-1F0C-EF70B7A8FD40}"/>
                </a:ext>
              </a:extLst>
            </p:cNvPr>
            <p:cNvCxnSpPr>
              <a:cxnSpLocks/>
            </p:cNvCxnSpPr>
            <p:nvPr/>
          </p:nvCxnSpPr>
          <p:spPr>
            <a:xfrm>
              <a:off x="1412376" y="2480801"/>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0" name="TextBox 9">
            <a:extLst>
              <a:ext uri="{FF2B5EF4-FFF2-40B4-BE49-F238E27FC236}">
                <a16:creationId xmlns:a16="http://schemas.microsoft.com/office/drawing/2014/main" id="{63A6EB4C-83E5-C6E2-1D87-174131672D98}"/>
              </a:ext>
            </a:extLst>
          </p:cNvPr>
          <p:cNvSpPr txBox="1"/>
          <p:nvPr/>
        </p:nvSpPr>
        <p:spPr>
          <a:xfrm>
            <a:off x="1884964" y="4187204"/>
            <a:ext cx="7188989"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The 	    curious       cat 	      climbed</a:t>
            </a:r>
            <a:r>
              <a:rPr lang="en-US" dirty="0">
                <a:solidFill>
                  <a:srgbClr val="0E0E0E"/>
                </a:solidFill>
                <a:latin typeface="Arial" panose="020B0604020202020204" pitchFamily="34" charset="0"/>
                <a:cs typeface="Arial" panose="020B0604020202020204" pitchFamily="34" charset="0"/>
              </a:rPr>
              <a:t>       </a:t>
            </a:r>
            <a:r>
              <a:rPr lang="en-US" dirty="0">
                <a:solidFill>
                  <a:srgbClr val="0E0E0E"/>
                </a:solidFill>
                <a:effectLst/>
                <a:latin typeface="Arial" panose="020B0604020202020204" pitchFamily="34" charset="0"/>
                <a:cs typeface="Arial" panose="020B0604020202020204" pitchFamily="34" charset="0"/>
              </a:rPr>
              <a:t>a</a:t>
            </a:r>
            <a:r>
              <a:rPr lang="en-US" dirty="0">
                <a:solidFill>
                  <a:srgbClr val="0E0E0E"/>
                </a:solidFill>
                <a:latin typeface="Arial" panose="020B0604020202020204" pitchFamily="34" charset="0"/>
                <a:cs typeface="Arial" panose="020B0604020202020204" pitchFamily="34" charset="0"/>
              </a:rPr>
              <a:t> 	             </a:t>
            </a:r>
            <a:r>
              <a:rPr lang="en-US" dirty="0">
                <a:solidFill>
                  <a:srgbClr val="0E0E0E"/>
                </a:solidFill>
                <a:effectLst/>
                <a:latin typeface="Arial" panose="020B0604020202020204" pitchFamily="34" charset="0"/>
                <a:cs typeface="Arial" panose="020B0604020202020204" pitchFamily="34" charset="0"/>
              </a:rPr>
              <a:t>tall 	tree</a:t>
            </a:r>
            <a:endParaRPr lang="en-US" dirty="0"/>
          </a:p>
        </p:txBody>
      </p:sp>
      <p:sp>
        <p:nvSpPr>
          <p:cNvPr id="12" name="Rectangle 11">
            <a:extLst>
              <a:ext uri="{FF2B5EF4-FFF2-40B4-BE49-F238E27FC236}">
                <a16:creationId xmlns:a16="http://schemas.microsoft.com/office/drawing/2014/main" id="{3C8DD33D-06EB-6D42-E534-BFEAE2C2A345}"/>
              </a:ext>
            </a:extLst>
          </p:cNvPr>
          <p:cNvSpPr/>
          <p:nvPr/>
        </p:nvSpPr>
        <p:spPr>
          <a:xfrm>
            <a:off x="1595770" y="3171550"/>
            <a:ext cx="1416839" cy="571490"/>
          </a:xfrm>
          <a:prstGeom prst="rect">
            <a:avLst/>
          </a:prstGeom>
          <a:solidFill>
            <a:schemeClr val="accent5">
              <a:lumMod val="60000"/>
              <a:lumOff val="4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Arial" panose="020B0604020202020204" pitchFamily="34" charset="0"/>
                <a:cs typeface="Arial" panose="020B0604020202020204" pitchFamily="34" charset="0"/>
              </a:rPr>
              <a:t>Low dimensional vectors</a:t>
            </a:r>
          </a:p>
        </p:txBody>
      </p:sp>
      <p:sp>
        <p:nvSpPr>
          <p:cNvPr id="14" name="Rectangle 13">
            <a:extLst>
              <a:ext uri="{FF2B5EF4-FFF2-40B4-BE49-F238E27FC236}">
                <a16:creationId xmlns:a16="http://schemas.microsoft.com/office/drawing/2014/main" id="{F0739EA2-AF5B-92B8-65EC-356EAC7CD2B7}"/>
              </a:ext>
            </a:extLst>
          </p:cNvPr>
          <p:cNvSpPr/>
          <p:nvPr/>
        </p:nvSpPr>
        <p:spPr>
          <a:xfrm>
            <a:off x="3084037" y="3150404"/>
            <a:ext cx="938222" cy="571490"/>
          </a:xfrm>
          <a:prstGeom prst="rect">
            <a:avLst/>
          </a:prstGeom>
          <a:solidFill>
            <a:schemeClr val="accent5">
              <a:lumMod val="60000"/>
              <a:lumOff val="40000"/>
            </a:schemeClr>
          </a:solidFill>
          <a:ln>
            <a:solidFill>
              <a:schemeClr val="accent5">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dirty="0">
                <a:latin typeface="Arial" panose="020B0604020202020204" pitchFamily="34" charset="0"/>
                <a:cs typeface="Arial" panose="020B0604020202020204" pitchFamily="34" charset="0"/>
              </a:rPr>
              <a:t>Low dim. vectors</a:t>
            </a:r>
          </a:p>
        </p:txBody>
      </p:sp>
    </p:spTree>
    <p:extLst>
      <p:ext uri="{BB962C8B-B14F-4D97-AF65-F5344CB8AC3E}">
        <p14:creationId xmlns:p14="http://schemas.microsoft.com/office/powerpoint/2010/main" val="1697870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3421D-3FE7-F20D-8DD4-08414BF1B8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68C32-583A-BC78-41AD-49A29B6D3779}"/>
              </a:ext>
            </a:extLst>
          </p:cNvPr>
          <p:cNvSpPr>
            <a:spLocks noGrp="1"/>
          </p:cNvSpPr>
          <p:nvPr>
            <p:ph type="title"/>
          </p:nvPr>
        </p:nvSpPr>
        <p:spPr>
          <a:xfrm>
            <a:off x="340659" y="345887"/>
            <a:ext cx="10515600" cy="670299"/>
          </a:xfrm>
        </p:spPr>
        <p:txBody>
          <a:bodyPr>
            <a:normAutofit fontScale="90000"/>
          </a:bodyPr>
          <a:lstStyle/>
          <a:p>
            <a:r>
              <a:rPr lang="en-US" dirty="0"/>
              <a:t>Final Architecture</a:t>
            </a:r>
          </a:p>
        </p:txBody>
      </p:sp>
      <p:sp>
        <p:nvSpPr>
          <p:cNvPr id="24" name="Content Placeholder 2">
            <a:extLst>
              <a:ext uri="{FF2B5EF4-FFF2-40B4-BE49-F238E27FC236}">
                <a16:creationId xmlns:a16="http://schemas.microsoft.com/office/drawing/2014/main" id="{97C934AA-2D76-F37E-B1DA-AD8A3B11D1EC}"/>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A9C5300A-E2C4-B688-DC5D-738B9FE71EE4}"/>
              </a:ext>
            </a:extLst>
          </p:cNvPr>
          <p:cNvSpPr txBox="1"/>
          <p:nvPr/>
        </p:nvSpPr>
        <p:spPr>
          <a:xfrm>
            <a:off x="235827" y="5165172"/>
            <a:ext cx="11622286" cy="1477328"/>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2. Use deep layered LSTM</a:t>
            </a:r>
          </a:p>
          <a:p>
            <a:pPr marL="742950" lvl="1" indent="-285750">
              <a:buFont typeface="Arial" panose="020B0604020202020204" pitchFamily="34" charset="0"/>
              <a:buChar char="•"/>
            </a:pPr>
            <a:r>
              <a:rPr lang="en-US" dirty="0">
                <a:solidFill>
                  <a:srgbClr val="0E0E0E"/>
                </a:solidFill>
                <a:latin typeface="Arial" panose="020B0604020202020204" pitchFamily="34" charset="0"/>
                <a:cs typeface="Arial" panose="020B0604020202020204" pitchFamily="34" charset="0"/>
              </a:rPr>
              <a:t>Add multiple LSTM layers stacked on both encoder &amp; decoder</a:t>
            </a:r>
          </a:p>
          <a:p>
            <a:pPr marL="742950" lvl="1" indent="-285750">
              <a:buFont typeface="Arial" panose="020B0604020202020204" pitchFamily="34" charset="0"/>
              <a:buChar char="•"/>
            </a:pPr>
            <a:r>
              <a:rPr lang="en-US" dirty="0">
                <a:solidFill>
                  <a:srgbClr val="0E0E0E"/>
                </a:solidFill>
                <a:latin typeface="Arial" panose="020B0604020202020204" pitchFamily="34" charset="0"/>
                <a:cs typeface="Arial" panose="020B0604020202020204" pitchFamily="34" charset="0"/>
              </a:rPr>
              <a:t>This is preferred especially for long term dependencies as a single context vector has limited ability to capture long term dependency as a summarized output</a:t>
            </a:r>
          </a:p>
          <a:p>
            <a:pPr marL="742950" lvl="1" indent="-285750">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Allows addition of more weights and biases and therefore trainable parameters</a:t>
            </a:r>
            <a:endParaRPr lang="en-US" dirty="0">
              <a:effectLst/>
              <a:latin typeface="Arial" panose="020B0604020202020204" pitchFamily="34" charset="0"/>
              <a:cs typeface="Arial" panose="020B0604020202020204" pitchFamily="34" charset="0"/>
            </a:endParaRPr>
          </a:p>
        </p:txBody>
      </p:sp>
      <p:grpSp>
        <p:nvGrpSpPr>
          <p:cNvPr id="72" name="Group 71">
            <a:extLst>
              <a:ext uri="{FF2B5EF4-FFF2-40B4-BE49-F238E27FC236}">
                <a16:creationId xmlns:a16="http://schemas.microsoft.com/office/drawing/2014/main" id="{E0ED9C15-5E39-1F45-FAAD-B5AD92FBDF1A}"/>
              </a:ext>
            </a:extLst>
          </p:cNvPr>
          <p:cNvGrpSpPr/>
          <p:nvPr/>
        </p:nvGrpSpPr>
        <p:grpSpPr>
          <a:xfrm>
            <a:off x="1537760" y="1232285"/>
            <a:ext cx="8942039" cy="3454115"/>
            <a:chOff x="1300167" y="1117985"/>
            <a:chExt cx="8942039" cy="3454115"/>
          </a:xfrm>
        </p:grpSpPr>
        <p:sp>
          <p:nvSpPr>
            <p:cNvPr id="15" name="Rounded Rectangle 14">
              <a:extLst>
                <a:ext uri="{FF2B5EF4-FFF2-40B4-BE49-F238E27FC236}">
                  <a16:creationId xmlns:a16="http://schemas.microsoft.com/office/drawing/2014/main" id="{BDD7029E-C480-7864-F8ED-266526AC4189}"/>
                </a:ext>
              </a:extLst>
            </p:cNvPr>
            <p:cNvSpPr/>
            <p:nvPr/>
          </p:nvSpPr>
          <p:spPr>
            <a:xfrm>
              <a:off x="5945263" y="2075704"/>
              <a:ext cx="4296943" cy="188638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a:extLst>
                <a:ext uri="{FF2B5EF4-FFF2-40B4-BE49-F238E27FC236}">
                  <a16:creationId xmlns:a16="http://schemas.microsoft.com/office/drawing/2014/main" id="{A79B7AB5-C875-070B-EB64-150626FD0340}"/>
                </a:ext>
              </a:extLst>
            </p:cNvPr>
            <p:cNvGrpSpPr/>
            <p:nvPr/>
          </p:nvGrpSpPr>
          <p:grpSpPr>
            <a:xfrm>
              <a:off x="1300167" y="1117985"/>
              <a:ext cx="8595149" cy="3430711"/>
              <a:chOff x="2014838" y="380122"/>
              <a:chExt cx="8595149" cy="3430711"/>
            </a:xfrm>
          </p:grpSpPr>
          <p:grpSp>
            <p:nvGrpSpPr>
              <p:cNvPr id="70" name="Group 69">
                <a:extLst>
                  <a:ext uri="{FF2B5EF4-FFF2-40B4-BE49-F238E27FC236}">
                    <a16:creationId xmlns:a16="http://schemas.microsoft.com/office/drawing/2014/main" id="{BF468E77-1EF8-9096-5407-EFE3CE73FBF4}"/>
                  </a:ext>
                </a:extLst>
              </p:cNvPr>
              <p:cNvGrpSpPr/>
              <p:nvPr/>
            </p:nvGrpSpPr>
            <p:grpSpPr>
              <a:xfrm>
                <a:off x="2014838" y="380122"/>
                <a:ext cx="8595149" cy="3430711"/>
                <a:chOff x="569217" y="406777"/>
                <a:chExt cx="8595149" cy="3430711"/>
              </a:xfrm>
            </p:grpSpPr>
            <p:grpSp>
              <p:nvGrpSpPr>
                <p:cNvPr id="46" name="Group 45">
                  <a:extLst>
                    <a:ext uri="{FF2B5EF4-FFF2-40B4-BE49-F238E27FC236}">
                      <a16:creationId xmlns:a16="http://schemas.microsoft.com/office/drawing/2014/main" id="{FED27E87-3771-C725-F6DD-2F4EC30BB794}"/>
                    </a:ext>
                  </a:extLst>
                </p:cNvPr>
                <p:cNvGrpSpPr/>
                <p:nvPr/>
              </p:nvGrpSpPr>
              <p:grpSpPr>
                <a:xfrm>
                  <a:off x="569217" y="1359774"/>
                  <a:ext cx="8595149" cy="1886381"/>
                  <a:chOff x="569217" y="1359774"/>
                  <a:chExt cx="8595149" cy="1886381"/>
                </a:xfrm>
              </p:grpSpPr>
              <p:sp>
                <p:nvSpPr>
                  <p:cNvPr id="3" name="Rounded Rectangle 2">
                    <a:extLst>
                      <a:ext uri="{FF2B5EF4-FFF2-40B4-BE49-F238E27FC236}">
                        <a16:creationId xmlns:a16="http://schemas.microsoft.com/office/drawing/2014/main" id="{30C82476-B1F6-B111-8165-776D34D06B46}"/>
                      </a:ext>
                    </a:extLst>
                  </p:cNvPr>
                  <p:cNvSpPr/>
                  <p:nvPr/>
                </p:nvSpPr>
                <p:spPr>
                  <a:xfrm>
                    <a:off x="569217" y="1359774"/>
                    <a:ext cx="4296943" cy="1886381"/>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678072B-9393-6C06-FE5B-FAE94F29E3FD}"/>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5" name="Rectangle 4">
                    <a:extLst>
                      <a:ext uri="{FF2B5EF4-FFF2-40B4-BE49-F238E27FC236}">
                        <a16:creationId xmlns:a16="http://schemas.microsoft.com/office/drawing/2014/main" id="{D4E75161-C499-9DFF-16CF-06DAE5F24086}"/>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6" name="Rectangle 5">
                    <a:extLst>
                      <a:ext uri="{FF2B5EF4-FFF2-40B4-BE49-F238E27FC236}">
                        <a16:creationId xmlns:a16="http://schemas.microsoft.com/office/drawing/2014/main" id="{F2975FD0-E971-7BE3-0E96-36035D2EFD0F}"/>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7" name="Rectangle 6">
                    <a:extLst>
                      <a:ext uri="{FF2B5EF4-FFF2-40B4-BE49-F238E27FC236}">
                        <a16:creationId xmlns:a16="http://schemas.microsoft.com/office/drawing/2014/main" id="{DABF1B01-EBAE-B15E-A830-A17F0613FC2F}"/>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LSTM</a:t>
                    </a:r>
                  </a:p>
                </p:txBody>
              </p:sp>
              <p:sp>
                <p:nvSpPr>
                  <p:cNvPr id="8" name="Rectangle 7">
                    <a:extLst>
                      <a:ext uri="{FF2B5EF4-FFF2-40B4-BE49-F238E27FC236}">
                        <a16:creationId xmlns:a16="http://schemas.microsoft.com/office/drawing/2014/main" id="{657A6AAF-61A0-FBF1-EA92-B69D0F8E799C}"/>
                      </a:ext>
                    </a:extLst>
                  </p:cNvPr>
                  <p:cNvSpPr/>
                  <p:nvPr/>
                </p:nvSpPr>
                <p:spPr>
                  <a:xfrm>
                    <a:off x="6313878" y="2067682"/>
                    <a:ext cx="814378" cy="57149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LSTM</a:t>
                    </a:r>
                  </a:p>
                </p:txBody>
              </p:sp>
              <p:sp>
                <p:nvSpPr>
                  <p:cNvPr id="9" name="Rectangle 8">
                    <a:extLst>
                      <a:ext uri="{FF2B5EF4-FFF2-40B4-BE49-F238E27FC236}">
                        <a16:creationId xmlns:a16="http://schemas.microsoft.com/office/drawing/2014/main" id="{5371E364-57B1-71E4-65D2-FF343A7C1C7D}"/>
                      </a:ext>
                    </a:extLst>
                  </p:cNvPr>
                  <p:cNvSpPr/>
                  <p:nvPr/>
                </p:nvSpPr>
                <p:spPr>
                  <a:xfrm>
                    <a:off x="7349861" y="2056323"/>
                    <a:ext cx="814378" cy="57149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LSTM</a:t>
                    </a:r>
                  </a:p>
                </p:txBody>
              </p:sp>
              <p:sp>
                <p:nvSpPr>
                  <p:cNvPr id="11" name="Rectangle 10">
                    <a:extLst>
                      <a:ext uri="{FF2B5EF4-FFF2-40B4-BE49-F238E27FC236}">
                        <a16:creationId xmlns:a16="http://schemas.microsoft.com/office/drawing/2014/main" id="{B2BAB93E-7D5C-5630-DD35-028DEDA85F50}"/>
                      </a:ext>
                    </a:extLst>
                  </p:cNvPr>
                  <p:cNvSpPr/>
                  <p:nvPr/>
                </p:nvSpPr>
                <p:spPr>
                  <a:xfrm>
                    <a:off x="8349988" y="2051555"/>
                    <a:ext cx="814378" cy="57149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LSTM</a:t>
                    </a:r>
                  </a:p>
                </p:txBody>
              </p:sp>
              <p:cxnSp>
                <p:nvCxnSpPr>
                  <p:cNvPr id="21" name="Straight Arrow Connector 20">
                    <a:extLst>
                      <a:ext uri="{FF2B5EF4-FFF2-40B4-BE49-F238E27FC236}">
                        <a16:creationId xmlns:a16="http://schemas.microsoft.com/office/drawing/2014/main" id="{A5879694-38EC-B85C-8D73-989E7DC0634A}"/>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F2EB260-A97F-5D91-AC7D-FA0F39202FE8}"/>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7FE19200-47CD-19EC-F18F-C742E17CA4A6}"/>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50EF7A2C-A735-C099-3827-AEF8CFE6709B}"/>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DB9CBDDE-CAD7-FD5A-0095-C4C7F5C3B786}"/>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D4A4094E-67C9-0190-C5EE-C5D7B2C8AA10}"/>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A41C78D3-2A51-861A-BEE2-EFB1EF3C800B}"/>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344FDF44-1D87-E073-91AD-0E5F2E72B70F}"/>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8B7B15BB-F0B0-F429-BC18-462616F4A784}"/>
                      </a:ext>
                    </a:extLst>
                  </p:cNvPr>
                  <p:cNvCxnSpPr>
                    <a:cxnSpLocks/>
                  </p:cNvCxnSpPr>
                  <p:nvPr/>
                </p:nvCxnSpPr>
                <p:spPr>
                  <a:xfrm>
                    <a:off x="7140265" y="2168529"/>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06CAACE-01CD-461A-928F-9887441D4CFB}"/>
                      </a:ext>
                    </a:extLst>
                  </p:cNvPr>
                  <p:cNvCxnSpPr>
                    <a:cxnSpLocks/>
                  </p:cNvCxnSpPr>
                  <p:nvPr/>
                </p:nvCxnSpPr>
                <p:spPr>
                  <a:xfrm>
                    <a:off x="7153188" y="2532604"/>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DC0E4521-3B66-6F57-E9C9-41A8998B7A66}"/>
                      </a:ext>
                    </a:extLst>
                  </p:cNvPr>
                  <p:cNvCxnSpPr>
                    <a:cxnSpLocks/>
                  </p:cNvCxnSpPr>
                  <p:nvPr/>
                </p:nvCxnSpPr>
                <p:spPr>
                  <a:xfrm>
                    <a:off x="8164239" y="222784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E68C103A-5C8F-C092-FD6E-4A31112A135C}"/>
                      </a:ext>
                    </a:extLst>
                  </p:cNvPr>
                  <p:cNvCxnSpPr>
                    <a:cxnSpLocks/>
                  </p:cNvCxnSpPr>
                  <p:nvPr/>
                </p:nvCxnSpPr>
                <p:spPr>
                  <a:xfrm>
                    <a:off x="8164239" y="2466975"/>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43" name="Content Placeholder 2">
                    <a:extLst>
                      <a:ext uri="{FF2B5EF4-FFF2-40B4-BE49-F238E27FC236}">
                        <a16:creationId xmlns:a16="http://schemas.microsoft.com/office/drawing/2014/main" id="{8AFC5BDB-386D-755B-8CE5-9D9D22058AD0}"/>
                      </a:ext>
                    </a:extLst>
                  </p:cNvPr>
                  <p:cNvSpPr txBox="1">
                    <a:spLocks/>
                  </p:cNvSpPr>
                  <p:nvPr/>
                </p:nvSpPr>
                <p:spPr>
                  <a:xfrm>
                    <a:off x="4852021" y="1867466"/>
                    <a:ext cx="472713" cy="351861"/>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err="1">
                        <a:solidFill>
                          <a:srgbClr val="0070C0"/>
                        </a:solidFill>
                        <a:latin typeface="Arial" panose="020B0604020202020204" pitchFamily="34" charset="0"/>
                        <a:cs typeface="Arial" panose="020B0604020202020204" pitchFamily="34" charset="0"/>
                      </a:rPr>
                      <a:t>h</a:t>
                    </a:r>
                    <a:r>
                      <a:rPr lang="en-US" sz="1800" baseline="-25000" dirty="0" err="1">
                        <a:solidFill>
                          <a:srgbClr val="0070C0"/>
                        </a:solidFill>
                        <a:latin typeface="Arial" panose="020B0604020202020204" pitchFamily="34" charset="0"/>
                        <a:cs typeface="Arial" panose="020B0604020202020204" pitchFamily="34" charset="0"/>
                      </a:rPr>
                      <a:t>t</a:t>
                    </a:r>
                    <a:endParaRPr lang="en-US" sz="1800" baseline="-25000" dirty="0">
                      <a:solidFill>
                        <a:srgbClr val="0070C0"/>
                      </a:solidFill>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sp>
                <p:nvSpPr>
                  <p:cNvPr id="44" name="Content Placeholder 2">
                    <a:extLst>
                      <a:ext uri="{FF2B5EF4-FFF2-40B4-BE49-F238E27FC236}">
                        <a16:creationId xmlns:a16="http://schemas.microsoft.com/office/drawing/2014/main" id="{90A51C2E-B48A-66A1-D5EA-AFCE98FD1EBE}"/>
                      </a:ext>
                    </a:extLst>
                  </p:cNvPr>
                  <p:cNvSpPr txBox="1">
                    <a:spLocks/>
                  </p:cNvSpPr>
                  <p:nvPr/>
                </p:nvSpPr>
                <p:spPr>
                  <a:xfrm>
                    <a:off x="4828078" y="2433504"/>
                    <a:ext cx="472713" cy="351861"/>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solidFill>
                          <a:srgbClr val="0070C0"/>
                        </a:solidFill>
                        <a:latin typeface="Arial" panose="020B0604020202020204" pitchFamily="34" charset="0"/>
                        <a:cs typeface="Arial" panose="020B0604020202020204" pitchFamily="34" charset="0"/>
                      </a:rPr>
                      <a:t>C</a:t>
                    </a:r>
                    <a:r>
                      <a:rPr lang="en-US" sz="1800" baseline="-25000" dirty="0">
                        <a:solidFill>
                          <a:srgbClr val="0070C0"/>
                        </a:solidFill>
                        <a:latin typeface="Arial" panose="020B0604020202020204" pitchFamily="34" charset="0"/>
                        <a:cs typeface="Arial" panose="020B0604020202020204" pitchFamily="34" charset="0"/>
                      </a:rPr>
                      <a:t>t</a:t>
                    </a:r>
                    <a:endParaRPr lang="en-US" sz="2000" baseline="-25000" dirty="0">
                      <a:solidFill>
                        <a:srgbClr val="0070C0"/>
                      </a:solidFill>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p:txBody>
              </p:sp>
              <p:cxnSp>
                <p:nvCxnSpPr>
                  <p:cNvPr id="45" name="Straight Arrow Connector 44">
                    <a:extLst>
                      <a:ext uri="{FF2B5EF4-FFF2-40B4-BE49-F238E27FC236}">
                        <a16:creationId xmlns:a16="http://schemas.microsoft.com/office/drawing/2014/main" id="{E0D3041A-25A0-D52C-94AE-7A1FE2C4E4EB}"/>
                      </a:ext>
                    </a:extLst>
                  </p:cNvPr>
                  <p:cNvCxnSpPr>
                    <a:cxnSpLocks/>
                  </p:cNvCxnSpPr>
                  <p:nvPr/>
                </p:nvCxnSpPr>
                <p:spPr>
                  <a:xfrm flipV="1">
                    <a:off x="1495426" y="1685925"/>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49" name="Straight Arrow Connector 48">
                  <a:extLst>
                    <a:ext uri="{FF2B5EF4-FFF2-40B4-BE49-F238E27FC236}">
                      <a16:creationId xmlns:a16="http://schemas.microsoft.com/office/drawing/2014/main" id="{83E031BE-0C62-B5BB-D526-3B48024705DB}"/>
                    </a:ext>
                  </a:extLst>
                </p:cNvPr>
                <p:cNvCxnSpPr>
                  <a:cxnSpLocks/>
                </p:cNvCxnSpPr>
                <p:nvPr/>
              </p:nvCxnSpPr>
              <p:spPr>
                <a:xfrm flipV="1">
                  <a:off x="5699047" y="406777"/>
                  <a:ext cx="0" cy="36563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82C8C173-FEC6-1995-235A-ED90784E9ED5}"/>
                    </a:ext>
                  </a:extLst>
                </p:cNvPr>
                <p:cNvCxnSpPr>
                  <a:cxnSpLocks/>
                </p:cNvCxnSpPr>
                <p:nvPr/>
              </p:nvCxnSpPr>
              <p:spPr>
                <a:xfrm flipV="1">
                  <a:off x="5703803" y="2635602"/>
                  <a:ext cx="0" cy="868006"/>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F3524C25-3467-3720-3D51-0FA93677998E}"/>
                    </a:ext>
                  </a:extLst>
                </p:cNvPr>
                <p:cNvCxnSpPr>
                  <a:cxnSpLocks/>
                </p:cNvCxnSpPr>
                <p:nvPr/>
              </p:nvCxnSpPr>
              <p:spPr>
                <a:xfrm flipV="1">
                  <a:off x="8766531" y="1141739"/>
                  <a:ext cx="0" cy="909816"/>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365AE08C-B187-15F5-080A-DF7D1C86327E}"/>
                    </a:ext>
                  </a:extLst>
                </p:cNvPr>
                <p:cNvCxnSpPr>
                  <a:cxnSpLocks/>
                </p:cNvCxnSpPr>
                <p:nvPr/>
              </p:nvCxnSpPr>
              <p:spPr>
                <a:xfrm flipV="1">
                  <a:off x="7757050" y="1141739"/>
                  <a:ext cx="0" cy="92237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5356FDE0-36AF-52F4-43E9-0B266CA1F3F3}"/>
                    </a:ext>
                  </a:extLst>
                </p:cNvPr>
                <p:cNvCxnSpPr>
                  <a:cxnSpLocks/>
                </p:cNvCxnSpPr>
                <p:nvPr/>
              </p:nvCxnSpPr>
              <p:spPr>
                <a:xfrm flipV="1">
                  <a:off x="5715808" y="1141739"/>
                  <a:ext cx="0" cy="909816"/>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94FE1872-D9A9-C990-E726-DB4DED01EB5A}"/>
                    </a:ext>
                  </a:extLst>
                </p:cNvPr>
                <p:cNvCxnSpPr>
                  <a:cxnSpLocks/>
                </p:cNvCxnSpPr>
                <p:nvPr/>
              </p:nvCxnSpPr>
              <p:spPr>
                <a:xfrm flipV="1">
                  <a:off x="6713825" y="1141739"/>
                  <a:ext cx="7242" cy="92594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C3C59FA0-6C4A-F0DD-3A9E-ED87D8B07FAA}"/>
                    </a:ext>
                  </a:extLst>
                </p:cNvPr>
                <p:cNvCxnSpPr>
                  <a:cxnSpLocks/>
                </p:cNvCxnSpPr>
                <p:nvPr/>
              </p:nvCxnSpPr>
              <p:spPr>
                <a:xfrm flipV="1">
                  <a:off x="9620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8" name="TextBox 57">
                  <a:extLst>
                    <a:ext uri="{FF2B5EF4-FFF2-40B4-BE49-F238E27FC236}">
                      <a16:creationId xmlns:a16="http://schemas.microsoft.com/office/drawing/2014/main" id="{737F680A-0F30-510C-2EE6-20F0293E78A5}"/>
                    </a:ext>
                  </a:extLst>
                </p:cNvPr>
                <p:cNvSpPr txBox="1"/>
                <p:nvPr/>
              </p:nvSpPr>
              <p:spPr>
                <a:xfrm>
                  <a:off x="581025" y="3468156"/>
                  <a:ext cx="3981452" cy="369332"/>
                </a:xfrm>
                <a:prstGeom prst="rect">
                  <a:avLst/>
                </a:prstGeom>
                <a:solidFill>
                  <a:schemeClr val="accent2"/>
                </a:solidFill>
                <a:ln>
                  <a:solidFill>
                    <a:schemeClr val="tx1"/>
                  </a:solidFill>
                </a:ln>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Embedding layer</a:t>
                  </a:r>
                  <a:endParaRPr lang="en-US" dirty="0"/>
                </a:p>
              </p:txBody>
            </p:sp>
            <p:cxnSp>
              <p:nvCxnSpPr>
                <p:cNvPr id="60" name="Straight Arrow Connector 59">
                  <a:extLst>
                    <a:ext uri="{FF2B5EF4-FFF2-40B4-BE49-F238E27FC236}">
                      <a16:creationId xmlns:a16="http://schemas.microsoft.com/office/drawing/2014/main" id="{E2F511A8-EAC7-38D2-6D9F-1373DABB0352}"/>
                    </a:ext>
                  </a:extLst>
                </p:cNvPr>
                <p:cNvCxnSpPr>
                  <a:cxnSpLocks/>
                </p:cNvCxnSpPr>
                <p:nvPr/>
              </p:nvCxnSpPr>
              <p:spPr>
                <a:xfrm flipV="1">
                  <a:off x="204311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D4D3E012-DD77-7880-50AC-4A2A552CD915}"/>
                    </a:ext>
                  </a:extLst>
                </p:cNvPr>
                <p:cNvCxnSpPr>
                  <a:cxnSpLocks/>
                </p:cNvCxnSpPr>
                <p:nvPr/>
              </p:nvCxnSpPr>
              <p:spPr>
                <a:xfrm flipV="1">
                  <a:off x="3052763"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0FC0753B-F283-D54C-6FC6-7151DE8B7AB5}"/>
                    </a:ext>
                  </a:extLst>
                </p:cNvPr>
                <p:cNvCxnSpPr>
                  <a:cxnSpLocks/>
                </p:cNvCxnSpPr>
                <p:nvPr/>
              </p:nvCxnSpPr>
              <p:spPr>
                <a:xfrm flipV="1">
                  <a:off x="40338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050517A6-9FDD-CE20-D7A8-9C867105FE02}"/>
                    </a:ext>
                  </a:extLst>
                </p:cNvPr>
                <p:cNvCxnSpPr>
                  <a:cxnSpLocks/>
                </p:cNvCxnSpPr>
                <p:nvPr/>
              </p:nvCxnSpPr>
              <p:spPr>
                <a:xfrm flipV="1">
                  <a:off x="6721067" y="2635602"/>
                  <a:ext cx="0" cy="868006"/>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0BB7A30B-373B-8CC1-AFC5-F0374B4288D0}"/>
                    </a:ext>
                  </a:extLst>
                </p:cNvPr>
                <p:cNvCxnSpPr>
                  <a:cxnSpLocks/>
                </p:cNvCxnSpPr>
                <p:nvPr/>
              </p:nvCxnSpPr>
              <p:spPr>
                <a:xfrm flipV="1">
                  <a:off x="7749814" y="2609434"/>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25B83A29-B135-01DC-E127-B7FF76E97216}"/>
                    </a:ext>
                  </a:extLst>
                </p:cNvPr>
                <p:cNvCxnSpPr>
                  <a:cxnSpLocks/>
                </p:cNvCxnSpPr>
                <p:nvPr/>
              </p:nvCxnSpPr>
              <p:spPr>
                <a:xfrm flipV="1">
                  <a:off x="8745182"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3" name="Straight Arrow Connector 12">
                <a:extLst>
                  <a:ext uri="{FF2B5EF4-FFF2-40B4-BE49-F238E27FC236}">
                    <a16:creationId xmlns:a16="http://schemas.microsoft.com/office/drawing/2014/main" id="{362D1EF7-F492-C745-ED36-FE86C9EE72EA}"/>
                  </a:ext>
                </a:extLst>
              </p:cNvPr>
              <p:cNvCxnSpPr>
                <a:cxnSpLocks/>
              </p:cNvCxnSpPr>
              <p:nvPr/>
            </p:nvCxnSpPr>
            <p:spPr>
              <a:xfrm flipV="1">
                <a:off x="8280988" y="380122"/>
                <a:ext cx="0" cy="3434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76A56A2-A9CD-7388-178E-1C39F82FBFA1}"/>
                  </a:ext>
                </a:extLst>
              </p:cNvPr>
              <p:cNvCxnSpPr>
                <a:cxnSpLocks/>
              </p:cNvCxnSpPr>
              <p:nvPr/>
            </p:nvCxnSpPr>
            <p:spPr>
              <a:xfrm flipV="1">
                <a:off x="9202661" y="380122"/>
                <a:ext cx="10" cy="3434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9" name="TextBox 18">
              <a:extLst>
                <a:ext uri="{FF2B5EF4-FFF2-40B4-BE49-F238E27FC236}">
                  <a16:creationId xmlns:a16="http://schemas.microsoft.com/office/drawing/2014/main" id="{76F2BF80-E191-F096-A7F0-81079F46A6A3}"/>
                </a:ext>
              </a:extLst>
            </p:cNvPr>
            <p:cNvSpPr txBox="1"/>
            <p:nvPr/>
          </p:nvSpPr>
          <p:spPr>
            <a:xfrm>
              <a:off x="6105675" y="4202768"/>
              <a:ext cx="3981452" cy="369332"/>
            </a:xfrm>
            <a:prstGeom prst="rect">
              <a:avLst/>
            </a:prstGeom>
            <a:solidFill>
              <a:schemeClr val="accent2">
                <a:lumMod val="75000"/>
              </a:schemeClr>
            </a:solidFill>
            <a:ln>
              <a:solidFill>
                <a:schemeClr val="tx1"/>
              </a:solidFill>
            </a:ln>
          </p:spPr>
          <p:txBody>
            <a:bodyPr wrap="square">
              <a:spAutoFit/>
            </a:bodyPr>
            <a:lstStyle/>
            <a:p>
              <a:pPr algn="ctr"/>
              <a:r>
                <a:rPr lang="en-US" dirty="0">
                  <a:solidFill>
                    <a:schemeClr val="bg1"/>
                  </a:solidFill>
                  <a:effectLst/>
                  <a:latin typeface="Arial" panose="020B0604020202020204" pitchFamily="34" charset="0"/>
                  <a:cs typeface="Arial" panose="020B0604020202020204" pitchFamily="34" charset="0"/>
                </a:rPr>
                <a:t>   Embedding layer</a:t>
              </a:r>
              <a:endParaRPr lang="en-US" dirty="0">
                <a:solidFill>
                  <a:schemeClr val="bg1"/>
                </a:solidFill>
              </a:endParaRPr>
            </a:p>
          </p:txBody>
        </p:sp>
        <p:sp>
          <p:nvSpPr>
            <p:cNvPr id="20" name="Rectangle 19">
              <a:extLst>
                <a:ext uri="{FF2B5EF4-FFF2-40B4-BE49-F238E27FC236}">
                  <a16:creationId xmlns:a16="http://schemas.microsoft.com/office/drawing/2014/main" id="{86685140-7692-3D60-5953-B66707EE330D}"/>
                </a:ext>
              </a:extLst>
            </p:cNvPr>
            <p:cNvSpPr/>
            <p:nvPr/>
          </p:nvSpPr>
          <p:spPr>
            <a:xfrm>
              <a:off x="6039569" y="2775320"/>
              <a:ext cx="814378" cy="571490"/>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LSTM</a:t>
              </a:r>
            </a:p>
          </p:txBody>
        </p:sp>
        <p:sp>
          <p:nvSpPr>
            <p:cNvPr id="27" name="TextBox 26">
              <a:extLst>
                <a:ext uri="{FF2B5EF4-FFF2-40B4-BE49-F238E27FC236}">
                  <a16:creationId xmlns:a16="http://schemas.microsoft.com/office/drawing/2014/main" id="{06CAF5EE-D89C-5959-F785-6D8857137F46}"/>
                </a:ext>
              </a:extLst>
            </p:cNvPr>
            <p:cNvSpPr txBox="1"/>
            <p:nvPr/>
          </p:nvSpPr>
          <p:spPr>
            <a:xfrm>
              <a:off x="6116397" y="1483615"/>
              <a:ext cx="3981452" cy="369332"/>
            </a:xfrm>
            <a:prstGeom prst="rect">
              <a:avLst/>
            </a:prstGeom>
            <a:solidFill>
              <a:schemeClr val="accent5">
                <a:lumMod val="40000"/>
                <a:lumOff val="60000"/>
              </a:schemeClr>
            </a:solidFill>
            <a:ln>
              <a:solidFill>
                <a:schemeClr val="tx1"/>
              </a:solidFill>
            </a:ln>
          </p:spPr>
          <p:txBody>
            <a:bodyPr wrap="square">
              <a:spAutoFit/>
            </a:bodyPr>
            <a:lstStyle/>
            <a:p>
              <a:pPr algn="ctr"/>
              <a:r>
                <a:rPr lang="en-US" dirty="0">
                  <a:effectLst/>
                  <a:latin typeface="Arial" panose="020B0604020202020204" pitchFamily="34" charset="0"/>
                  <a:cs typeface="Arial" panose="020B0604020202020204" pitchFamily="34" charset="0"/>
                </a:rPr>
                <a:t>   SOFTMAX</a:t>
              </a:r>
              <a:endParaRPr lang="en-US" dirty="0"/>
            </a:p>
          </p:txBody>
        </p:sp>
        <p:cxnSp>
          <p:nvCxnSpPr>
            <p:cNvPr id="34" name="Straight Arrow Connector 33">
              <a:extLst>
                <a:ext uri="{FF2B5EF4-FFF2-40B4-BE49-F238E27FC236}">
                  <a16:creationId xmlns:a16="http://schemas.microsoft.com/office/drawing/2014/main" id="{479F8005-4831-21AD-F594-B5E578AF4B62}"/>
                </a:ext>
              </a:extLst>
            </p:cNvPr>
            <p:cNvCxnSpPr>
              <a:cxnSpLocks/>
            </p:cNvCxnSpPr>
            <p:nvPr/>
          </p:nvCxnSpPr>
          <p:spPr>
            <a:xfrm>
              <a:off x="6853947" y="291604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8FF3BEF-2474-207F-CC25-9F4DBE0F2566}"/>
                </a:ext>
              </a:extLst>
            </p:cNvPr>
            <p:cNvCxnSpPr>
              <a:cxnSpLocks/>
            </p:cNvCxnSpPr>
            <p:nvPr/>
          </p:nvCxnSpPr>
          <p:spPr>
            <a:xfrm>
              <a:off x="6865695" y="321207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E04281F9-80C3-918A-3848-A53881F639A9}"/>
                </a:ext>
              </a:extLst>
            </p:cNvPr>
            <p:cNvCxnSpPr>
              <a:cxnSpLocks/>
            </p:cNvCxnSpPr>
            <p:nvPr/>
          </p:nvCxnSpPr>
          <p:spPr>
            <a:xfrm flipV="1">
              <a:off x="9484569" y="1142435"/>
              <a:ext cx="10" cy="3434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73" name="Straight Arrow Connector 72">
            <a:extLst>
              <a:ext uri="{FF2B5EF4-FFF2-40B4-BE49-F238E27FC236}">
                <a16:creationId xmlns:a16="http://schemas.microsoft.com/office/drawing/2014/main" id="{1D52A715-26E3-2423-AB8C-D100D527411A}"/>
              </a:ext>
            </a:extLst>
          </p:cNvPr>
          <p:cNvCxnSpPr>
            <a:cxnSpLocks/>
            <a:endCxn id="20" idx="1"/>
          </p:cNvCxnSpPr>
          <p:nvPr/>
        </p:nvCxnSpPr>
        <p:spPr>
          <a:xfrm>
            <a:off x="5866641" y="3160141"/>
            <a:ext cx="410521" cy="15224"/>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1164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E4C2-9358-3115-C4CA-BC6B91A2AF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DC0AF-EF04-4538-9692-127C554CE10F}"/>
              </a:ext>
            </a:extLst>
          </p:cNvPr>
          <p:cNvSpPr>
            <a:spLocks noGrp="1"/>
          </p:cNvSpPr>
          <p:nvPr>
            <p:ph type="ctrTitle"/>
          </p:nvPr>
        </p:nvSpPr>
        <p:spPr/>
        <p:txBody>
          <a:bodyPr>
            <a:normAutofit/>
          </a:bodyPr>
          <a:lstStyle/>
          <a:p>
            <a:r>
              <a:rPr lang="en-US" dirty="0"/>
              <a:t>Attention Mechanism</a:t>
            </a:r>
          </a:p>
        </p:txBody>
      </p:sp>
    </p:spTree>
    <p:extLst>
      <p:ext uri="{BB962C8B-B14F-4D97-AF65-F5344CB8AC3E}">
        <p14:creationId xmlns:p14="http://schemas.microsoft.com/office/powerpoint/2010/main" val="1150736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1F909-0B60-DBBF-2B23-85B030424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7372E-F301-BA12-0CBA-320D4D6C4F51}"/>
              </a:ext>
            </a:extLst>
          </p:cNvPr>
          <p:cNvSpPr>
            <a:spLocks noGrp="1"/>
          </p:cNvSpPr>
          <p:nvPr>
            <p:ph type="title"/>
          </p:nvPr>
        </p:nvSpPr>
        <p:spPr>
          <a:xfrm>
            <a:off x="340659" y="345887"/>
            <a:ext cx="11479264" cy="670299"/>
          </a:xfrm>
        </p:spPr>
        <p:txBody>
          <a:bodyPr>
            <a:normAutofit fontScale="90000"/>
          </a:bodyPr>
          <a:lstStyle/>
          <a:p>
            <a:r>
              <a:rPr lang="en-US" dirty="0"/>
              <a:t>Long term dependencies: Limitations of Context Vector</a:t>
            </a:r>
          </a:p>
        </p:txBody>
      </p:sp>
      <p:sp>
        <p:nvSpPr>
          <p:cNvPr id="24" name="Content Placeholder 2">
            <a:extLst>
              <a:ext uri="{FF2B5EF4-FFF2-40B4-BE49-F238E27FC236}">
                <a16:creationId xmlns:a16="http://schemas.microsoft.com/office/drawing/2014/main" id="{CFF5C6A1-D6FC-8AEA-E504-351790BFEC3E}"/>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6DD3BE30-9CC1-ABA8-6638-F73AD2642421}"/>
              </a:ext>
            </a:extLst>
          </p:cNvPr>
          <p:cNvSpPr txBox="1"/>
          <p:nvPr/>
        </p:nvSpPr>
        <p:spPr>
          <a:xfrm>
            <a:off x="340659" y="1757362"/>
            <a:ext cx="6219370" cy="4247317"/>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Imagine translating a lengthy sentence:</a:t>
            </a:r>
            <a:endParaRPr lang="en-US" dirty="0">
              <a:solidFill>
                <a:srgbClr val="0E0E0E"/>
              </a:solidFill>
              <a:effectLst/>
              <a:latin typeface=".AppleSystemUIFont"/>
            </a:endParaRPr>
          </a:p>
          <a:p>
            <a:endParaRPr lang="en-US" dirty="0">
              <a:solidFill>
                <a:srgbClr val="0E0E0E"/>
              </a:solidFill>
              <a:effectLst/>
              <a:latin typeface=".AppleSystemUIFont"/>
            </a:endParaRPr>
          </a:p>
          <a:p>
            <a:pPr marL="285750" indent="-285750">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Read this sentence once and translate it into another language. Humanely difficult to remember the entire text to translate it after reading it just once. This is how the Seq2Seq model approaches this entire sentence to encode it into a single context vector. </a:t>
            </a:r>
            <a:endParaRPr lang="en-US" dirty="0">
              <a:solidFill>
                <a:srgbClr val="0E0E0E"/>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While this works for shorter sentences, for longer sequences, </a:t>
            </a:r>
            <a:r>
              <a:rPr lang="en-US" dirty="0">
                <a:solidFill>
                  <a:srgbClr val="0070C0"/>
                </a:solidFill>
                <a:effectLst/>
                <a:latin typeface="Arial" panose="020B0604020202020204" pitchFamily="34" charset="0"/>
                <a:cs typeface="Arial" panose="020B0604020202020204" pitchFamily="34" charset="0"/>
              </a:rPr>
              <a:t>it’s like trying to compress an entire book into a single paragraph</a:t>
            </a:r>
            <a:r>
              <a:rPr lang="en-US" dirty="0">
                <a:solidFill>
                  <a:srgbClr val="0E0E0E"/>
                </a:solidFill>
                <a:effectLst/>
                <a:latin typeface="Arial" panose="020B0604020202020204" pitchFamily="34" charset="0"/>
                <a:cs typeface="Arial" panose="020B0604020202020204" pitchFamily="34" charset="0"/>
              </a:rPr>
              <a:t>—important details are lost.</a:t>
            </a:r>
          </a:p>
          <a:p>
            <a:pPr marL="285750" indent="-285750">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This is where the attention mechanism shines. Instead of relying solely on a fixed-length context vector, attention allows the decoder to dynamically focus on the most relevant parts of the input sequence during each prediction.</a:t>
            </a:r>
          </a:p>
        </p:txBody>
      </p:sp>
      <p:pic>
        <p:nvPicPr>
          <p:cNvPr id="14" name="Picture 13" descr="A close-up of a text&#10;&#10;Description automatically generated">
            <a:extLst>
              <a:ext uri="{FF2B5EF4-FFF2-40B4-BE49-F238E27FC236}">
                <a16:creationId xmlns:a16="http://schemas.microsoft.com/office/drawing/2014/main" id="{BE334455-045A-7D5C-936D-794F0D6CED2F}"/>
              </a:ext>
            </a:extLst>
          </p:cNvPr>
          <p:cNvPicPr>
            <a:picLocks noChangeAspect="1"/>
          </p:cNvPicPr>
          <p:nvPr/>
        </p:nvPicPr>
        <p:blipFill>
          <a:blip r:embed="rId2"/>
          <a:stretch>
            <a:fillRect/>
          </a:stretch>
        </p:blipFill>
        <p:spPr>
          <a:xfrm>
            <a:off x="7270054" y="2655759"/>
            <a:ext cx="4683909" cy="2450522"/>
          </a:xfrm>
          <a:prstGeom prst="rect">
            <a:avLst/>
          </a:prstGeom>
        </p:spPr>
      </p:pic>
    </p:spTree>
    <p:extLst>
      <p:ext uri="{BB962C8B-B14F-4D97-AF65-F5344CB8AC3E}">
        <p14:creationId xmlns:p14="http://schemas.microsoft.com/office/powerpoint/2010/main" val="2984565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6B1C5-9E8A-B5A3-90F2-2E433D6167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A4D60-E9BB-5BB1-418D-FCA04194DDFD}"/>
              </a:ext>
            </a:extLst>
          </p:cNvPr>
          <p:cNvSpPr>
            <a:spLocks noGrp="1"/>
          </p:cNvSpPr>
          <p:nvPr>
            <p:ph type="title"/>
          </p:nvPr>
        </p:nvSpPr>
        <p:spPr>
          <a:xfrm>
            <a:off x="340659" y="345887"/>
            <a:ext cx="10515600" cy="670299"/>
          </a:xfrm>
        </p:spPr>
        <p:txBody>
          <a:bodyPr>
            <a:normAutofit fontScale="90000"/>
          </a:bodyPr>
          <a:lstStyle/>
          <a:p>
            <a:r>
              <a:rPr lang="en-US" dirty="0"/>
              <a:t>Limitations of Context Vector</a:t>
            </a:r>
          </a:p>
        </p:txBody>
      </p:sp>
      <p:sp>
        <p:nvSpPr>
          <p:cNvPr id="24" name="Content Placeholder 2">
            <a:extLst>
              <a:ext uri="{FF2B5EF4-FFF2-40B4-BE49-F238E27FC236}">
                <a16:creationId xmlns:a16="http://schemas.microsoft.com/office/drawing/2014/main" id="{E6CD695D-4382-2626-5A9F-272EAB231255}"/>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04958D49-73FB-933B-5041-C215B5213A4A}"/>
              </a:ext>
            </a:extLst>
          </p:cNvPr>
          <p:cNvSpPr txBox="1"/>
          <p:nvPr/>
        </p:nvSpPr>
        <p:spPr>
          <a:xfrm>
            <a:off x="6831806" y="1195401"/>
            <a:ext cx="5100621" cy="5555367"/>
          </a:xfrm>
          <a:prstGeom prst="rect">
            <a:avLst/>
          </a:prstGeom>
          <a:noFill/>
        </p:spPr>
        <p:txBody>
          <a:bodyPr wrap="square">
            <a:spAutoFit/>
          </a:bodyPr>
          <a:lstStyle/>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Loss of Detailed Information:</a:t>
            </a:r>
          </a:p>
          <a:p>
            <a:pPr marL="742950" lvl="1" indent="-285750">
              <a:spcBef>
                <a:spcPts val="900"/>
              </a:spcBef>
              <a:buFont typeface="Arial" panose="020B0604020202020204" pitchFamily="34" charset="0"/>
              <a:buChar char="•"/>
            </a:pPr>
            <a:r>
              <a:rPr lang="en-US" sz="1600" dirty="0">
                <a:solidFill>
                  <a:srgbClr val="0E0E0E"/>
                </a:solidFill>
                <a:effectLst/>
                <a:latin typeface="Arial" panose="020B0604020202020204" pitchFamily="34" charset="0"/>
                <a:cs typeface="Arial" panose="020B0604020202020204" pitchFamily="34" charset="0"/>
              </a:rPr>
              <a:t>Compressing all input information into a single vector limits the model’s ability to retain nuances, especially in long sequences.</a:t>
            </a:r>
          </a:p>
          <a:p>
            <a:pPr marL="742950" lvl="1" indent="-285750">
              <a:spcBef>
                <a:spcPts val="900"/>
              </a:spcBef>
              <a:buFont typeface="Arial" panose="020B0604020202020204" pitchFamily="34" charset="0"/>
              <a:buChar char="•"/>
            </a:pPr>
            <a:r>
              <a:rPr lang="en-US" sz="1600" dirty="0">
                <a:solidFill>
                  <a:srgbClr val="0E0E0E"/>
                </a:solidFill>
                <a:latin typeface="Arial" panose="020B0604020202020204" pitchFamily="34" charset="0"/>
                <a:cs typeface="Arial" panose="020B0604020202020204" pitchFamily="34" charset="0"/>
              </a:rPr>
              <a:t>Relationships between distant words also begins to diminish as sequences grow longer, leading to semantic errors</a:t>
            </a:r>
            <a:endParaRPr lang="en-US" sz="1600" dirty="0">
              <a:solidFill>
                <a:srgbClr val="0E0E0E"/>
              </a:solidFill>
              <a:effectLst/>
              <a:latin typeface="Arial" panose="020B0604020202020204" pitchFamily="34" charset="0"/>
              <a:cs typeface="Arial" panose="020B0604020202020204" pitchFamily="34" charset="0"/>
            </a:endParaRP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Misaligned Focus:</a:t>
            </a:r>
          </a:p>
          <a:p>
            <a:pPr marL="742950" lvl="1" indent="-285750">
              <a:spcBef>
                <a:spcPts val="900"/>
              </a:spcBef>
              <a:buFont typeface="Arial" panose="020B0604020202020204" pitchFamily="34" charset="0"/>
              <a:buChar char="•"/>
            </a:pPr>
            <a:r>
              <a:rPr lang="en-US" sz="1600" dirty="0">
                <a:solidFill>
                  <a:srgbClr val="0E0E0E"/>
                </a:solidFill>
                <a:effectLst/>
                <a:latin typeface="Arial" panose="020B0604020202020204" pitchFamily="34" charset="0"/>
                <a:cs typeface="Arial" panose="020B0604020202020204" pitchFamily="34" charset="0"/>
              </a:rPr>
              <a:t>The decoder treats all input words equally, even though some words are more important than others for a given output.</a:t>
            </a:r>
          </a:p>
          <a:p>
            <a:pPr marL="742950" lvl="1" indent="-285750">
              <a:spcBef>
                <a:spcPts val="900"/>
              </a:spcBef>
              <a:buFont typeface="Arial" panose="020B0604020202020204" pitchFamily="34" charset="0"/>
              <a:buChar char="•"/>
            </a:pPr>
            <a:r>
              <a:rPr lang="en-US" sz="1600" dirty="0" err="1">
                <a:solidFill>
                  <a:srgbClr val="0E0E0E"/>
                </a:solidFill>
                <a:latin typeface="Arial" panose="020B0604020202020204" pitchFamily="34" charset="0"/>
                <a:cs typeface="Arial" panose="020B0604020202020204" pitchFamily="34" charset="0"/>
              </a:rPr>
              <a:t>E.g</a:t>
            </a:r>
            <a:r>
              <a:rPr lang="en-US" sz="1600" dirty="0">
                <a:solidFill>
                  <a:srgbClr val="0E0E0E"/>
                </a:solidFill>
                <a:latin typeface="Arial" panose="020B0604020202020204" pitchFamily="34" charset="0"/>
                <a:cs typeface="Arial" panose="020B0604020202020204" pitchFamily="34" charset="0"/>
              </a:rPr>
              <a:t>: </a:t>
            </a:r>
            <a:r>
              <a:rPr lang="en-US" sz="1600" dirty="0">
                <a:solidFill>
                  <a:srgbClr val="0E0E0E"/>
                </a:solidFill>
                <a:effectLst/>
                <a:latin typeface="Arial" panose="020B0604020202020204" pitchFamily="34" charset="0"/>
                <a:cs typeface="Arial" panose="020B0604020202020204" pitchFamily="34" charset="0"/>
              </a:rPr>
              <a:t>The word </a:t>
            </a:r>
            <a:r>
              <a:rPr lang="en-US" sz="1600" dirty="0">
                <a:solidFill>
                  <a:srgbClr val="0070C0"/>
                </a:solidFill>
                <a:effectLst/>
                <a:latin typeface="Arial" panose="020B0604020202020204" pitchFamily="34" charset="0"/>
                <a:cs typeface="Arial" panose="020B0604020202020204" pitchFamily="34" charset="0"/>
              </a:rPr>
              <a:t>“Yesterday” </a:t>
            </a:r>
            <a:r>
              <a:rPr lang="en-US" sz="1600" dirty="0">
                <a:solidFill>
                  <a:srgbClr val="0E0E0E"/>
                </a:solidFill>
                <a:effectLst/>
                <a:latin typeface="Arial" panose="020B0604020202020204" pitchFamily="34" charset="0"/>
                <a:cs typeface="Arial" panose="020B0604020202020204" pitchFamily="34" charset="0"/>
              </a:rPr>
              <a:t>is at the start of the English sentence but moves to the end of the French translation </a:t>
            </a:r>
            <a:r>
              <a:rPr lang="en-US" sz="1600" dirty="0">
                <a:solidFill>
                  <a:srgbClr val="0070C0"/>
                </a:solidFill>
                <a:effectLst/>
                <a:latin typeface="Arial" panose="020B0604020202020204" pitchFamily="34" charset="0"/>
                <a:cs typeface="Arial" panose="020B0604020202020204" pitchFamily="34" charset="0"/>
              </a:rPr>
              <a:t>(“</a:t>
            </a:r>
            <a:r>
              <a:rPr lang="en-US" sz="1600" dirty="0" err="1">
                <a:solidFill>
                  <a:srgbClr val="0070C0"/>
                </a:solidFill>
                <a:effectLst/>
                <a:latin typeface="Arial" panose="020B0604020202020204" pitchFamily="34" charset="0"/>
                <a:cs typeface="Arial" panose="020B0604020202020204" pitchFamily="34" charset="0"/>
              </a:rPr>
              <a:t>hier</a:t>
            </a:r>
            <a:r>
              <a:rPr lang="en-US" sz="1600" dirty="0">
                <a:solidFill>
                  <a:srgbClr val="0070C0"/>
                </a:solidFill>
                <a:effectLst/>
                <a:latin typeface="Arial" panose="020B0604020202020204" pitchFamily="34" charset="0"/>
                <a:cs typeface="Arial" panose="020B0604020202020204" pitchFamily="34" charset="0"/>
              </a:rPr>
              <a:t>”).</a:t>
            </a:r>
          </a:p>
          <a:p>
            <a:pPr marL="285750" indent="-285750">
              <a:spcBef>
                <a:spcPts val="900"/>
              </a:spcBef>
              <a:buFont typeface="Arial" panose="020B0604020202020204" pitchFamily="34" charset="0"/>
              <a:buChar char="•"/>
            </a:pPr>
            <a:r>
              <a:rPr lang="en-US" dirty="0">
                <a:latin typeface="Arial" panose="020B0604020202020204" pitchFamily="34" charset="0"/>
                <a:cs typeface="Arial" panose="020B0604020202020204" pitchFamily="34" charset="0"/>
              </a:rPr>
              <a:t>Solution:</a:t>
            </a:r>
          </a:p>
          <a:p>
            <a:pPr marL="742950" lvl="1" indent="-285750">
              <a:buFont typeface="Arial" panose="020B0604020202020204" pitchFamily="34" charset="0"/>
              <a:buChar char="•"/>
            </a:pPr>
            <a:r>
              <a:rPr lang="en-US" sz="1600" dirty="0">
                <a:solidFill>
                  <a:srgbClr val="0E0E0E"/>
                </a:solidFill>
                <a:effectLst/>
                <a:latin typeface="Arial" panose="020B0604020202020204" pitchFamily="34" charset="0"/>
                <a:cs typeface="Arial" panose="020B0604020202020204" pitchFamily="34" charset="0"/>
              </a:rPr>
              <a:t>Instead of relying solely on a fixed-length context vector, </a:t>
            </a:r>
            <a:r>
              <a:rPr lang="en-US" sz="1600" dirty="0">
                <a:solidFill>
                  <a:srgbClr val="0070C0"/>
                </a:solidFill>
                <a:effectLst/>
                <a:latin typeface="Arial" panose="020B0604020202020204" pitchFamily="34" charset="0"/>
                <a:cs typeface="Arial" panose="020B0604020202020204" pitchFamily="34" charset="0"/>
              </a:rPr>
              <a:t>attention</a:t>
            </a:r>
            <a:r>
              <a:rPr lang="en-US" sz="1600" dirty="0">
                <a:solidFill>
                  <a:srgbClr val="0E0E0E"/>
                </a:solidFill>
                <a:effectLst/>
                <a:latin typeface="Arial" panose="020B0604020202020204" pitchFamily="34" charset="0"/>
                <a:cs typeface="Arial" panose="020B0604020202020204" pitchFamily="34" charset="0"/>
              </a:rPr>
              <a:t> allows the decoder to </a:t>
            </a:r>
            <a:r>
              <a:rPr lang="en-US" sz="1600" dirty="0">
                <a:solidFill>
                  <a:srgbClr val="0070C0"/>
                </a:solidFill>
                <a:effectLst/>
                <a:latin typeface="Arial" panose="020B0604020202020204" pitchFamily="34" charset="0"/>
                <a:cs typeface="Arial" panose="020B0604020202020204" pitchFamily="34" charset="0"/>
              </a:rPr>
              <a:t>dynamically focus </a:t>
            </a:r>
            <a:r>
              <a:rPr lang="en-US" sz="1600" dirty="0">
                <a:solidFill>
                  <a:srgbClr val="0E0E0E"/>
                </a:solidFill>
                <a:effectLst/>
                <a:latin typeface="Arial" panose="020B0604020202020204" pitchFamily="34" charset="0"/>
                <a:cs typeface="Arial" panose="020B0604020202020204" pitchFamily="34" charset="0"/>
              </a:rPr>
              <a:t>on the most relevant parts of the input sequence during each prediction.</a:t>
            </a:r>
          </a:p>
        </p:txBody>
      </p:sp>
      <p:grpSp>
        <p:nvGrpSpPr>
          <p:cNvPr id="124" name="Group 123">
            <a:extLst>
              <a:ext uri="{FF2B5EF4-FFF2-40B4-BE49-F238E27FC236}">
                <a16:creationId xmlns:a16="http://schemas.microsoft.com/office/drawing/2014/main" id="{CAB682A3-977F-B7D9-D20B-F31BFD0998D1}"/>
              </a:ext>
            </a:extLst>
          </p:cNvPr>
          <p:cNvGrpSpPr/>
          <p:nvPr/>
        </p:nvGrpSpPr>
        <p:grpSpPr>
          <a:xfrm>
            <a:off x="21614" y="1254411"/>
            <a:ext cx="6962779" cy="5382767"/>
            <a:chOff x="21614" y="1254411"/>
            <a:chExt cx="6962779" cy="5382767"/>
          </a:xfrm>
        </p:grpSpPr>
        <p:grpSp>
          <p:nvGrpSpPr>
            <p:cNvPr id="3" name="Group 2">
              <a:extLst>
                <a:ext uri="{FF2B5EF4-FFF2-40B4-BE49-F238E27FC236}">
                  <a16:creationId xmlns:a16="http://schemas.microsoft.com/office/drawing/2014/main" id="{8C2096DB-20B1-711C-24B5-892B892F9BCD}"/>
                </a:ext>
              </a:extLst>
            </p:cNvPr>
            <p:cNvGrpSpPr/>
            <p:nvPr/>
          </p:nvGrpSpPr>
          <p:grpSpPr>
            <a:xfrm>
              <a:off x="21614" y="3911529"/>
              <a:ext cx="6962779" cy="2725649"/>
              <a:chOff x="878792" y="1333120"/>
              <a:chExt cx="9568236" cy="2939653"/>
            </a:xfrm>
          </p:grpSpPr>
          <p:grpSp>
            <p:nvGrpSpPr>
              <p:cNvPr id="4" name="Group 3">
                <a:extLst>
                  <a:ext uri="{FF2B5EF4-FFF2-40B4-BE49-F238E27FC236}">
                    <a16:creationId xmlns:a16="http://schemas.microsoft.com/office/drawing/2014/main" id="{5D21EBBE-CE5B-FAE8-B684-729B2354FB4C}"/>
                  </a:ext>
                </a:extLst>
              </p:cNvPr>
              <p:cNvGrpSpPr/>
              <p:nvPr/>
            </p:nvGrpSpPr>
            <p:grpSpPr>
              <a:xfrm>
                <a:off x="878792" y="1333120"/>
                <a:ext cx="9568236" cy="2939653"/>
                <a:chOff x="-566829" y="1359775"/>
                <a:chExt cx="9568236" cy="2939653"/>
              </a:xfrm>
            </p:grpSpPr>
            <p:grpSp>
              <p:nvGrpSpPr>
                <p:cNvPr id="7" name="Group 6">
                  <a:extLst>
                    <a:ext uri="{FF2B5EF4-FFF2-40B4-BE49-F238E27FC236}">
                      <a16:creationId xmlns:a16="http://schemas.microsoft.com/office/drawing/2014/main" id="{231C1BF7-6E08-CC8A-495F-E0BA3734BC20}"/>
                    </a:ext>
                  </a:extLst>
                </p:cNvPr>
                <p:cNvGrpSpPr/>
                <p:nvPr/>
              </p:nvGrpSpPr>
              <p:grpSpPr>
                <a:xfrm>
                  <a:off x="569217" y="1359775"/>
                  <a:ext cx="8432190" cy="1736136"/>
                  <a:chOff x="569217" y="1359775"/>
                  <a:chExt cx="8432190" cy="1736136"/>
                </a:xfrm>
              </p:grpSpPr>
              <p:sp>
                <p:nvSpPr>
                  <p:cNvPr id="27" name="Rounded Rectangle 26">
                    <a:extLst>
                      <a:ext uri="{FF2B5EF4-FFF2-40B4-BE49-F238E27FC236}">
                        <a16:creationId xmlns:a16="http://schemas.microsoft.com/office/drawing/2014/main" id="{792E8724-7E35-24E6-FFF3-9953E9E9A0EB}"/>
                      </a:ext>
                    </a:extLst>
                  </p:cNvPr>
                  <p:cNvSpPr/>
                  <p:nvPr/>
                </p:nvSpPr>
                <p:spPr>
                  <a:xfrm>
                    <a:off x="569217" y="1359775"/>
                    <a:ext cx="7400925" cy="173613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FA2AD2F6-73D4-6121-480C-CC7CA3E7C16D}"/>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29" name="Rectangle 28">
                    <a:extLst>
                      <a:ext uri="{FF2B5EF4-FFF2-40B4-BE49-F238E27FC236}">
                        <a16:creationId xmlns:a16="http://schemas.microsoft.com/office/drawing/2014/main" id="{58237DBF-A1C6-DF60-21E2-79F215EC4059}"/>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0" name="Rectangle 29">
                    <a:extLst>
                      <a:ext uri="{FF2B5EF4-FFF2-40B4-BE49-F238E27FC236}">
                        <a16:creationId xmlns:a16="http://schemas.microsoft.com/office/drawing/2014/main" id="{33ABF699-64FD-AA66-444A-4E59035B8B67}"/>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1" name="Rectangle 30">
                    <a:extLst>
                      <a:ext uri="{FF2B5EF4-FFF2-40B4-BE49-F238E27FC236}">
                        <a16:creationId xmlns:a16="http://schemas.microsoft.com/office/drawing/2014/main" id="{02DC8351-68D7-640E-3BFC-6E06BF4766D9}"/>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2" name="Rectangle 31">
                    <a:extLst>
                      <a:ext uri="{FF2B5EF4-FFF2-40B4-BE49-F238E27FC236}">
                        <a16:creationId xmlns:a16="http://schemas.microsoft.com/office/drawing/2014/main" id="{10BE2DF3-0620-6C21-766F-837B90A52E08}"/>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3" name="Rectangle 32">
                    <a:extLst>
                      <a:ext uri="{FF2B5EF4-FFF2-40B4-BE49-F238E27FC236}">
                        <a16:creationId xmlns:a16="http://schemas.microsoft.com/office/drawing/2014/main" id="{518F895C-DB4E-EC49-A371-F332E0F4DFEC}"/>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37" name="Straight Arrow Connector 36">
                    <a:extLst>
                      <a:ext uri="{FF2B5EF4-FFF2-40B4-BE49-F238E27FC236}">
                        <a16:creationId xmlns:a16="http://schemas.microsoft.com/office/drawing/2014/main" id="{D3480E08-F874-4D96-5AA8-39F484527CE2}"/>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3DC2572B-630F-E424-5308-60B891B1F80E}"/>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6965DEA7-2295-0FB2-5C3B-E65F62B25647}"/>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A168D57-4F3D-E21B-D4FC-236C1CA629A3}"/>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73212BD-6529-B988-1EDE-612425A25DEC}"/>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1D23559E-D595-FB8F-C708-C4BA44ACE457}"/>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6743243C-C030-1285-26C4-A404C79BF488}"/>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E9B35BFF-DFE0-CA96-5CF8-DFE23877D625}"/>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C4CC6CA-CF5A-C77B-7D36-FEBF64F42F48}"/>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006550A4-667E-E4FE-AC5F-80F96A5BE7D7}"/>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Content Placeholder 2">
                    <a:extLst>
                      <a:ext uri="{FF2B5EF4-FFF2-40B4-BE49-F238E27FC236}">
                        <a16:creationId xmlns:a16="http://schemas.microsoft.com/office/drawing/2014/main" id="{940BCCFA-D22A-3E1F-A9EB-954DB2674DD4}"/>
                      </a:ext>
                    </a:extLst>
                  </p:cNvPr>
                  <p:cNvSpPr txBox="1">
                    <a:spLocks/>
                  </p:cNvSpPr>
                  <p:nvPr/>
                </p:nvSpPr>
                <p:spPr>
                  <a:xfrm>
                    <a:off x="8528694" y="231961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Arial" panose="020B0604020202020204" pitchFamily="34" charset="0"/>
                      <a:cs typeface="Arial" panose="020B0604020202020204" pitchFamily="34" charset="0"/>
                    </a:endParaRPr>
                  </a:p>
                </p:txBody>
              </p:sp>
              <p:cxnSp>
                <p:nvCxnSpPr>
                  <p:cNvPr id="51" name="Straight Arrow Connector 50">
                    <a:extLst>
                      <a:ext uri="{FF2B5EF4-FFF2-40B4-BE49-F238E27FC236}">
                        <a16:creationId xmlns:a16="http://schemas.microsoft.com/office/drawing/2014/main" id="{C76CE25D-D547-CBEE-CD88-11DE158EE0E9}"/>
                      </a:ext>
                    </a:extLst>
                  </p:cNvPr>
                  <p:cNvCxnSpPr>
                    <a:cxnSpLocks/>
                  </p:cNvCxnSpPr>
                  <p:nvPr/>
                </p:nvCxnSpPr>
                <p:spPr>
                  <a:xfrm flipV="1">
                    <a:off x="1221660"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8" name="Straight Arrow Connector 7">
                  <a:extLst>
                    <a:ext uri="{FF2B5EF4-FFF2-40B4-BE49-F238E27FC236}">
                      <a16:creationId xmlns:a16="http://schemas.microsoft.com/office/drawing/2014/main" id="{9B24CB07-37A5-C8E4-F87C-4BB9995330CC}"/>
                    </a:ext>
                  </a:extLst>
                </p:cNvPr>
                <p:cNvCxnSpPr>
                  <a:cxnSpLocks/>
                </p:cNvCxnSpPr>
                <p:nvPr/>
              </p:nvCxnSpPr>
              <p:spPr>
                <a:xfrm flipV="1">
                  <a:off x="2219819"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CD5EB121-81B2-C34B-1A63-C6B532470453}"/>
                    </a:ext>
                  </a:extLst>
                </p:cNvPr>
                <p:cNvCxnSpPr>
                  <a:cxnSpLocks/>
                </p:cNvCxnSpPr>
                <p:nvPr/>
              </p:nvCxnSpPr>
              <p:spPr>
                <a:xfrm flipV="1">
                  <a:off x="324879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F6070EDE-275D-F091-5D68-87AB05B03D63}"/>
                    </a:ext>
                  </a:extLst>
                </p:cNvPr>
                <p:cNvCxnSpPr>
                  <a:cxnSpLocks/>
                </p:cNvCxnSpPr>
                <p:nvPr/>
              </p:nvCxnSpPr>
              <p:spPr>
                <a:xfrm flipV="1">
                  <a:off x="6341991"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88ADC602-5528-3661-EA53-314259C2EE18}"/>
                    </a:ext>
                  </a:extLst>
                </p:cNvPr>
                <p:cNvCxnSpPr>
                  <a:cxnSpLocks/>
                </p:cNvCxnSpPr>
                <p:nvPr/>
              </p:nvCxnSpPr>
              <p:spPr>
                <a:xfrm flipV="1">
                  <a:off x="530395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494EA2D-859D-5CFE-8388-D80F469A8EC5}"/>
                    </a:ext>
                  </a:extLst>
                </p:cNvPr>
                <p:cNvCxnSpPr>
                  <a:cxnSpLocks/>
                </p:cNvCxnSpPr>
                <p:nvPr/>
              </p:nvCxnSpPr>
              <p:spPr>
                <a:xfrm flipV="1">
                  <a:off x="4294256"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87D28677-49A2-C4C1-1395-29C59D5772F8}"/>
                    </a:ext>
                  </a:extLst>
                </p:cNvPr>
                <p:cNvCxnSpPr>
                  <a:cxnSpLocks/>
                </p:cNvCxnSpPr>
                <p:nvPr/>
              </p:nvCxnSpPr>
              <p:spPr>
                <a:xfrm flipV="1">
                  <a:off x="121726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38169FE-5D6F-04F3-CED0-D3CE6762395E}"/>
                    </a:ext>
                  </a:extLst>
                </p:cNvPr>
                <p:cNvSpPr txBox="1"/>
                <p:nvPr/>
              </p:nvSpPr>
              <p:spPr>
                <a:xfrm>
                  <a:off x="-102390" y="3489790"/>
                  <a:ext cx="718899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Yesterday,   the       cat    climbed  the     tree</a:t>
                  </a:r>
                  <a:endParaRPr lang="en-US" dirty="0"/>
                </a:p>
              </p:txBody>
            </p:sp>
            <p:cxnSp>
              <p:nvCxnSpPr>
                <p:cNvPr id="17" name="Straight Arrow Connector 16">
                  <a:extLst>
                    <a:ext uri="{FF2B5EF4-FFF2-40B4-BE49-F238E27FC236}">
                      <a16:creationId xmlns:a16="http://schemas.microsoft.com/office/drawing/2014/main" id="{F8D7127D-B9CC-44DC-557E-296CAD20B5DC}"/>
                    </a:ext>
                  </a:extLst>
                </p:cNvPr>
                <p:cNvCxnSpPr>
                  <a:cxnSpLocks/>
                </p:cNvCxnSpPr>
                <p:nvPr/>
              </p:nvCxnSpPr>
              <p:spPr>
                <a:xfrm flipV="1">
                  <a:off x="2219819"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EB8CEAC0-9DA4-7775-893A-270067C10CBB}"/>
                    </a:ext>
                  </a:extLst>
                </p:cNvPr>
                <p:cNvCxnSpPr>
                  <a:cxnSpLocks/>
                </p:cNvCxnSpPr>
                <p:nvPr/>
              </p:nvCxnSpPr>
              <p:spPr>
                <a:xfrm flipV="1">
                  <a:off x="3246189" y="2641860"/>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AD06B7D-F264-40ED-15CD-467062040455}"/>
                    </a:ext>
                  </a:extLst>
                </p:cNvPr>
                <p:cNvCxnSpPr>
                  <a:cxnSpLocks/>
                </p:cNvCxnSpPr>
                <p:nvPr/>
              </p:nvCxnSpPr>
              <p:spPr>
                <a:xfrm flipV="1">
                  <a:off x="420736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91ED354-EC71-8DA2-202B-F36ECDFF1C9E}"/>
                    </a:ext>
                  </a:extLst>
                </p:cNvPr>
                <p:cNvCxnSpPr>
                  <a:cxnSpLocks/>
                </p:cNvCxnSpPr>
                <p:nvPr/>
              </p:nvCxnSpPr>
              <p:spPr>
                <a:xfrm flipV="1">
                  <a:off x="5222561"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782636D7-BD91-1F5B-9AFE-BF6B8B743832}"/>
                    </a:ext>
                  </a:extLst>
                </p:cNvPr>
                <p:cNvCxnSpPr>
                  <a:cxnSpLocks/>
                </p:cNvCxnSpPr>
                <p:nvPr/>
              </p:nvCxnSpPr>
              <p:spPr>
                <a:xfrm flipV="1">
                  <a:off x="62711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BC3EC8BC-72F0-4F6B-08DE-5D8A4BE419C2}"/>
                    </a:ext>
                  </a:extLst>
                </p:cNvPr>
                <p:cNvCxnSpPr>
                  <a:cxnSpLocks/>
                </p:cNvCxnSpPr>
                <p:nvPr/>
              </p:nvCxnSpPr>
              <p:spPr>
                <a:xfrm flipV="1">
                  <a:off x="156404" y="3940166"/>
                  <a:ext cx="6864056" cy="1296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820E30B9-2B22-5D3C-6D26-BB6BA5DA072C}"/>
                    </a:ext>
                  </a:extLst>
                </p:cNvPr>
                <p:cNvSpPr txBox="1"/>
                <p:nvPr/>
              </p:nvSpPr>
              <p:spPr>
                <a:xfrm>
                  <a:off x="-566829" y="3930096"/>
                  <a:ext cx="7188988"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5" name="Straight Arrow Connector 4">
                <a:extLst>
                  <a:ext uri="{FF2B5EF4-FFF2-40B4-BE49-F238E27FC236}">
                    <a16:creationId xmlns:a16="http://schemas.microsoft.com/office/drawing/2014/main" id="{55C8F0F6-0038-E5EE-3A38-A781756D7B8C}"/>
                  </a:ext>
                </a:extLst>
              </p:cNvPr>
              <p:cNvCxnSpPr>
                <a:cxnSpLocks/>
              </p:cNvCxnSpPr>
              <p:nvPr/>
            </p:nvCxnSpPr>
            <p:spPr>
              <a:xfrm>
                <a:off x="1412376" y="2168858"/>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2DFE2FB4-BDCB-33CD-8C61-92CBDE25B60D}"/>
                  </a:ext>
                </a:extLst>
              </p:cNvPr>
              <p:cNvCxnSpPr>
                <a:cxnSpLocks/>
              </p:cNvCxnSpPr>
              <p:nvPr/>
            </p:nvCxnSpPr>
            <p:spPr>
              <a:xfrm>
                <a:off x="1412376" y="2480801"/>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BB4E751F-37B1-A023-D981-5A6E9FF52CDC}"/>
                </a:ext>
              </a:extLst>
            </p:cNvPr>
            <p:cNvGrpSpPr/>
            <p:nvPr/>
          </p:nvGrpSpPr>
          <p:grpSpPr>
            <a:xfrm>
              <a:off x="547909" y="1311606"/>
              <a:ext cx="6279243" cy="2344284"/>
              <a:chOff x="-102392" y="1359775"/>
              <a:chExt cx="8628922" cy="2528345"/>
            </a:xfrm>
          </p:grpSpPr>
          <p:grpSp>
            <p:nvGrpSpPr>
              <p:cNvPr id="56" name="Group 55">
                <a:extLst>
                  <a:ext uri="{FF2B5EF4-FFF2-40B4-BE49-F238E27FC236}">
                    <a16:creationId xmlns:a16="http://schemas.microsoft.com/office/drawing/2014/main" id="{FFB105D2-6086-3AE6-C825-E585872B839C}"/>
                  </a:ext>
                </a:extLst>
              </p:cNvPr>
              <p:cNvGrpSpPr/>
              <p:nvPr/>
            </p:nvGrpSpPr>
            <p:grpSpPr>
              <a:xfrm>
                <a:off x="569217" y="1359775"/>
                <a:ext cx="7957313" cy="1736136"/>
                <a:chOff x="569217" y="1359775"/>
                <a:chExt cx="7957313" cy="1736136"/>
              </a:xfrm>
            </p:grpSpPr>
            <p:sp>
              <p:nvSpPr>
                <p:cNvPr id="73" name="Rounded Rectangle 72">
                  <a:extLst>
                    <a:ext uri="{FF2B5EF4-FFF2-40B4-BE49-F238E27FC236}">
                      <a16:creationId xmlns:a16="http://schemas.microsoft.com/office/drawing/2014/main" id="{7B88A8AA-8090-FB52-7E65-9574A4897C22}"/>
                    </a:ext>
                  </a:extLst>
                </p:cNvPr>
                <p:cNvSpPr/>
                <p:nvPr/>
              </p:nvSpPr>
              <p:spPr>
                <a:xfrm>
                  <a:off x="569217" y="1359775"/>
                  <a:ext cx="7400925" cy="173613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CA222AF-D898-B801-55E7-561E669F4EC7}"/>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75" name="Rectangle 74">
                  <a:extLst>
                    <a:ext uri="{FF2B5EF4-FFF2-40B4-BE49-F238E27FC236}">
                      <a16:creationId xmlns:a16="http://schemas.microsoft.com/office/drawing/2014/main" id="{055E5931-341B-BD7A-4E81-5DE5E850F31D}"/>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6" name="Rectangle 75">
                  <a:extLst>
                    <a:ext uri="{FF2B5EF4-FFF2-40B4-BE49-F238E27FC236}">
                      <a16:creationId xmlns:a16="http://schemas.microsoft.com/office/drawing/2014/main" id="{F73EB951-642C-DE43-7CC9-FBEBB02A895B}"/>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7" name="Rectangle 76">
                  <a:extLst>
                    <a:ext uri="{FF2B5EF4-FFF2-40B4-BE49-F238E27FC236}">
                      <a16:creationId xmlns:a16="http://schemas.microsoft.com/office/drawing/2014/main" id="{9584291B-D0E8-005A-0576-6FEFA4F4331D}"/>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8" name="Rectangle 77">
                  <a:extLst>
                    <a:ext uri="{FF2B5EF4-FFF2-40B4-BE49-F238E27FC236}">
                      <a16:creationId xmlns:a16="http://schemas.microsoft.com/office/drawing/2014/main" id="{0032BB2E-F486-6CBA-1C80-21264FDF62DF}"/>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9" name="Rectangle 78">
                  <a:extLst>
                    <a:ext uri="{FF2B5EF4-FFF2-40B4-BE49-F238E27FC236}">
                      <a16:creationId xmlns:a16="http://schemas.microsoft.com/office/drawing/2014/main" id="{311A3F77-96A9-2D17-FEE4-FDEEBA1D000F}"/>
                    </a:ext>
                  </a:extLst>
                </p:cNvPr>
                <p:cNvSpPr/>
                <p:nvPr/>
              </p:nvSpPr>
              <p:spPr>
                <a:xfrm>
                  <a:off x="5883490" y="2072316"/>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80" name="Straight Arrow Connector 79">
                  <a:extLst>
                    <a:ext uri="{FF2B5EF4-FFF2-40B4-BE49-F238E27FC236}">
                      <a16:creationId xmlns:a16="http://schemas.microsoft.com/office/drawing/2014/main" id="{FE7DA86D-A645-5AED-378B-048FF130C556}"/>
                    </a:ext>
                  </a:extLst>
                </p:cNvPr>
                <p:cNvCxnSpPr>
                  <a:cxnSpLocks/>
                </p:cNvCxnSpPr>
                <p:nvPr/>
              </p:nvCxnSpPr>
              <p:spPr>
                <a:xfrm>
                  <a:off x="7712132" y="2336470"/>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F75633F1-B277-8732-77B6-338E2F871302}"/>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BB72A172-943D-3AA7-A573-312EFD1F44DA}"/>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B6F99844-81B6-57D2-FB66-E6F009B0CB25}"/>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FB449718-84E8-7D0D-D25F-D1E84EEDB687}"/>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6938AF1F-D1D4-1564-0E90-C06120E7C2AF}"/>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320A6FC1-B112-26DA-BC28-B00A400A3101}"/>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F447406F-A78F-46FA-384F-3329EFBB705F}"/>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E3F60B82-28EA-CADD-4034-A2A6BD0B8E9A}"/>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68BC0802-1BA9-192B-CFEC-9FA3BB25F554}"/>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285501A7-A2E8-43CE-DF2E-72AE4AEB6092}"/>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0A220439-7EAF-C0BF-52D7-F45EAF9B7070}"/>
                    </a:ext>
                  </a:extLst>
                </p:cNvPr>
                <p:cNvCxnSpPr>
                  <a:cxnSpLocks/>
                </p:cNvCxnSpPr>
                <p:nvPr/>
              </p:nvCxnSpPr>
              <p:spPr>
                <a:xfrm flipV="1">
                  <a:off x="1240187"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57" name="Straight Arrow Connector 56">
                <a:extLst>
                  <a:ext uri="{FF2B5EF4-FFF2-40B4-BE49-F238E27FC236}">
                    <a16:creationId xmlns:a16="http://schemas.microsoft.com/office/drawing/2014/main" id="{5CA1BAE7-4513-2218-8285-019B05039DD9}"/>
                  </a:ext>
                </a:extLst>
              </p:cNvPr>
              <p:cNvCxnSpPr>
                <a:cxnSpLocks/>
              </p:cNvCxnSpPr>
              <p:nvPr/>
            </p:nvCxnSpPr>
            <p:spPr>
              <a:xfrm flipV="1">
                <a:off x="2200183"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C5F3CF77-9BC7-60E2-A483-CA1A560DAC02}"/>
                  </a:ext>
                </a:extLst>
              </p:cNvPr>
              <p:cNvCxnSpPr>
                <a:cxnSpLocks/>
              </p:cNvCxnSpPr>
              <p:nvPr/>
            </p:nvCxnSpPr>
            <p:spPr>
              <a:xfrm flipV="1">
                <a:off x="334696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2A17D070-0B1C-C6E8-52C1-2639F0B5D4E7}"/>
                  </a:ext>
                </a:extLst>
              </p:cNvPr>
              <p:cNvCxnSpPr>
                <a:cxnSpLocks/>
              </p:cNvCxnSpPr>
              <p:nvPr/>
            </p:nvCxnSpPr>
            <p:spPr>
              <a:xfrm flipV="1">
                <a:off x="626794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CA5D48AC-5657-5080-414B-F227452959C8}"/>
                  </a:ext>
                </a:extLst>
              </p:cNvPr>
              <p:cNvCxnSpPr>
                <a:cxnSpLocks/>
              </p:cNvCxnSpPr>
              <p:nvPr/>
            </p:nvCxnSpPr>
            <p:spPr>
              <a:xfrm flipV="1">
                <a:off x="5264808"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47C864CA-56DA-82EA-8797-FD356918C3FD}"/>
                  </a:ext>
                </a:extLst>
              </p:cNvPr>
              <p:cNvCxnSpPr>
                <a:cxnSpLocks/>
              </p:cNvCxnSpPr>
              <p:nvPr/>
            </p:nvCxnSpPr>
            <p:spPr>
              <a:xfrm flipV="1">
                <a:off x="424981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2836709D-1C9A-15CD-E049-D06171F096A0}"/>
                  </a:ext>
                </a:extLst>
              </p:cNvPr>
              <p:cNvCxnSpPr>
                <a:cxnSpLocks/>
              </p:cNvCxnSpPr>
              <p:nvPr/>
            </p:nvCxnSpPr>
            <p:spPr>
              <a:xfrm flipV="1">
                <a:off x="117800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FE00E199-46B5-F760-134B-0F738CF2BDE8}"/>
                  </a:ext>
                </a:extLst>
              </p:cNvPr>
              <p:cNvSpPr txBox="1"/>
              <p:nvPr/>
            </p:nvSpPr>
            <p:spPr>
              <a:xfrm>
                <a:off x="-102392" y="3489790"/>
                <a:ext cx="810192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&lt;START&gt;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endParaRPr lang="en-US" dirty="0"/>
              </a:p>
            </p:txBody>
          </p:sp>
          <p:cxnSp>
            <p:nvCxnSpPr>
              <p:cNvPr id="65" name="Straight Arrow Connector 64">
                <a:extLst>
                  <a:ext uri="{FF2B5EF4-FFF2-40B4-BE49-F238E27FC236}">
                    <a16:creationId xmlns:a16="http://schemas.microsoft.com/office/drawing/2014/main" id="{BDF72D16-B36F-A4FC-B84F-E086CA4A64E9}"/>
                  </a:ext>
                </a:extLst>
              </p:cNvPr>
              <p:cNvCxnSpPr>
                <a:cxnSpLocks/>
              </p:cNvCxnSpPr>
              <p:nvPr/>
            </p:nvCxnSpPr>
            <p:spPr>
              <a:xfrm flipV="1">
                <a:off x="220018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8A24BF2F-5F08-4523-11A3-9BE0AC63C350}"/>
                  </a:ext>
                </a:extLst>
              </p:cNvPr>
              <p:cNvCxnSpPr>
                <a:cxnSpLocks/>
              </p:cNvCxnSpPr>
              <p:nvPr/>
            </p:nvCxnSpPr>
            <p:spPr>
              <a:xfrm flipV="1">
                <a:off x="32073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835A880D-D2C7-B9F5-8BD8-A4DA589AACC5}"/>
                  </a:ext>
                </a:extLst>
              </p:cNvPr>
              <p:cNvCxnSpPr>
                <a:cxnSpLocks/>
              </p:cNvCxnSpPr>
              <p:nvPr/>
            </p:nvCxnSpPr>
            <p:spPr>
              <a:xfrm flipV="1">
                <a:off x="424981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FEC9F0AF-B5F0-9139-2081-46E63503596E}"/>
                  </a:ext>
                </a:extLst>
              </p:cNvPr>
              <p:cNvCxnSpPr>
                <a:cxnSpLocks/>
              </p:cNvCxnSpPr>
              <p:nvPr/>
            </p:nvCxnSpPr>
            <p:spPr>
              <a:xfrm flipV="1">
                <a:off x="526480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C0174CAD-6287-7124-A7F5-BCC3B6C4903C}"/>
                  </a:ext>
                </a:extLst>
              </p:cNvPr>
              <p:cNvCxnSpPr>
                <a:cxnSpLocks/>
              </p:cNvCxnSpPr>
              <p:nvPr/>
            </p:nvCxnSpPr>
            <p:spPr>
              <a:xfrm flipV="1">
                <a:off x="6267942"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0EB38C44-2D80-A1E6-0732-A450AC5514ED}"/>
                  </a:ext>
                </a:extLst>
              </p:cNvPr>
              <p:cNvCxnSpPr>
                <a:cxnSpLocks/>
              </p:cNvCxnSpPr>
              <p:nvPr/>
            </p:nvCxnSpPr>
            <p:spPr>
              <a:xfrm flipV="1">
                <a:off x="72755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7" name="Rectangle 96">
              <a:extLst>
                <a:ext uri="{FF2B5EF4-FFF2-40B4-BE49-F238E27FC236}">
                  <a16:creationId xmlns:a16="http://schemas.microsoft.com/office/drawing/2014/main" id="{EE069F4F-A79D-D29D-C7FA-38E58187F118}"/>
                </a:ext>
              </a:extLst>
            </p:cNvPr>
            <p:cNvSpPr/>
            <p:nvPr/>
          </p:nvSpPr>
          <p:spPr>
            <a:xfrm>
              <a:off x="5641896" y="1953025"/>
              <a:ext cx="592621" cy="529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98" name="Straight Arrow Connector 97">
              <a:extLst>
                <a:ext uri="{FF2B5EF4-FFF2-40B4-BE49-F238E27FC236}">
                  <a16:creationId xmlns:a16="http://schemas.microsoft.com/office/drawing/2014/main" id="{170FE093-5419-4A38-1C5C-0AF952211869}"/>
                </a:ext>
              </a:extLst>
            </p:cNvPr>
            <p:cNvCxnSpPr>
              <a:cxnSpLocks/>
            </p:cNvCxnSpPr>
            <p:nvPr/>
          </p:nvCxnSpPr>
          <p:spPr>
            <a:xfrm>
              <a:off x="5522198" y="2086503"/>
              <a:ext cx="177847" cy="366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56FEB2D0-A633-48D7-C1B7-91C65A10B6EC}"/>
                </a:ext>
              </a:extLst>
            </p:cNvPr>
            <p:cNvCxnSpPr>
              <a:cxnSpLocks/>
            </p:cNvCxnSpPr>
            <p:nvPr/>
          </p:nvCxnSpPr>
          <p:spPr>
            <a:xfrm>
              <a:off x="5522198" y="2372755"/>
              <a:ext cx="152522"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69F66B67-6F01-91AC-97A0-C9B26D74B95C}"/>
                </a:ext>
              </a:extLst>
            </p:cNvPr>
            <p:cNvSpPr txBox="1"/>
            <p:nvPr/>
          </p:nvSpPr>
          <p:spPr>
            <a:xfrm>
              <a:off x="627101" y="1254411"/>
              <a:ext cx="5895745"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r>
                <a:rPr lang="en-US" sz="1400" dirty="0">
                  <a:solidFill>
                    <a:srgbClr val="0E0E0E"/>
                  </a:solidFill>
                  <a:effectLst/>
                  <a:latin typeface="Arial" panose="020B0604020202020204" pitchFamily="34" charset="0"/>
                  <a:cs typeface="Arial" panose="020B0604020202020204" pitchFamily="34" charset="0"/>
                </a:rPr>
                <a:t>          &lt;END&gt;</a:t>
              </a:r>
              <a:endParaRPr lang="en-US" dirty="0"/>
            </a:p>
          </p:txBody>
        </p:sp>
        <p:cxnSp>
          <p:nvCxnSpPr>
            <p:cNvPr id="102" name="Straight Arrow Connector 101">
              <a:extLst>
                <a:ext uri="{FF2B5EF4-FFF2-40B4-BE49-F238E27FC236}">
                  <a16:creationId xmlns:a16="http://schemas.microsoft.com/office/drawing/2014/main" id="{F6C64DA2-6C21-0313-B091-168EEB93C94E}"/>
                </a:ext>
              </a:extLst>
            </p:cNvPr>
            <p:cNvCxnSpPr>
              <a:cxnSpLocks/>
            </p:cNvCxnSpPr>
            <p:nvPr/>
          </p:nvCxnSpPr>
          <p:spPr>
            <a:xfrm flipV="1">
              <a:off x="5938206" y="1623743"/>
              <a:ext cx="0" cy="33901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0A38949F-CF5C-8845-3AA7-6C1D7C508FE1}"/>
                </a:ext>
              </a:extLst>
            </p:cNvPr>
            <p:cNvCxnSpPr>
              <a:cxnSpLocks/>
              <a:stCxn id="33" idx="3"/>
              <a:endCxn id="73" idx="1"/>
            </p:cNvCxnSpPr>
            <p:nvPr/>
          </p:nvCxnSpPr>
          <p:spPr>
            <a:xfrm flipH="1" flipV="1">
              <a:off x="1036637" y="2116480"/>
              <a:ext cx="4257258" cy="2705832"/>
            </a:xfrm>
            <a:prstGeom prst="bentConnector5">
              <a:avLst>
                <a:gd name="adj1" fmla="val -5370"/>
                <a:gd name="adj2" fmla="val 40023"/>
                <a:gd name="adj3" fmla="val 105370"/>
              </a:avLst>
            </a:prstGeom>
            <a:ln w="381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04E9FB97-B275-EBC0-CBC5-546CB7BB63D3}"/>
                </a:ext>
              </a:extLst>
            </p:cNvPr>
            <p:cNvCxnSpPr>
              <a:cxnSpLocks/>
            </p:cNvCxnSpPr>
            <p:nvPr/>
          </p:nvCxnSpPr>
          <p:spPr>
            <a:xfrm>
              <a:off x="1036637" y="2116479"/>
              <a:ext cx="2832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322824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F0353-5548-59BB-C4F1-86A1F3C6D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B78B9-A1D8-484C-8FDA-4ECC64FED36E}"/>
              </a:ext>
            </a:extLst>
          </p:cNvPr>
          <p:cNvSpPr>
            <a:spLocks noGrp="1"/>
          </p:cNvSpPr>
          <p:nvPr>
            <p:ph type="title"/>
          </p:nvPr>
        </p:nvSpPr>
        <p:spPr>
          <a:xfrm>
            <a:off x="340659" y="345887"/>
            <a:ext cx="10515600" cy="670299"/>
          </a:xfrm>
        </p:spPr>
        <p:txBody>
          <a:bodyPr>
            <a:normAutofit fontScale="90000"/>
          </a:bodyPr>
          <a:lstStyle/>
          <a:p>
            <a:r>
              <a:rPr lang="en-US" dirty="0"/>
              <a:t>Attention Mechanism</a:t>
            </a:r>
          </a:p>
        </p:txBody>
      </p:sp>
      <p:sp>
        <p:nvSpPr>
          <p:cNvPr id="24" name="Content Placeholder 2">
            <a:extLst>
              <a:ext uri="{FF2B5EF4-FFF2-40B4-BE49-F238E27FC236}">
                <a16:creationId xmlns:a16="http://schemas.microsoft.com/office/drawing/2014/main" id="{6A044F54-EFBB-A15A-74CB-8FF83B9C70FD}"/>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22C83485-2AAC-5669-693F-7D3EDD941305}"/>
              </a:ext>
            </a:extLst>
          </p:cNvPr>
          <p:cNvSpPr txBox="1"/>
          <p:nvPr/>
        </p:nvSpPr>
        <p:spPr>
          <a:xfrm>
            <a:off x="7201070" y="1195401"/>
            <a:ext cx="4731357" cy="5640006"/>
          </a:xfrm>
          <a:prstGeom prst="rect">
            <a:avLst/>
          </a:prstGeom>
          <a:noFill/>
        </p:spPr>
        <p:txBody>
          <a:bodyPr wrap="square">
            <a:spAutoFit/>
          </a:bodyPr>
          <a:lstStyle/>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Loss of Detailed Information:</a:t>
            </a:r>
          </a:p>
          <a:p>
            <a:pPr marL="742950" lvl="1" indent="-285750">
              <a:spcBef>
                <a:spcPts val="900"/>
              </a:spcBef>
              <a:buFont typeface="Arial" panose="020B0604020202020204" pitchFamily="34" charset="0"/>
              <a:buChar char="•"/>
            </a:pPr>
            <a:r>
              <a:rPr lang="en-US" sz="1600" dirty="0">
                <a:solidFill>
                  <a:srgbClr val="0E0E0E"/>
                </a:solidFill>
                <a:effectLst/>
                <a:latin typeface="Arial" panose="020B0604020202020204" pitchFamily="34" charset="0"/>
                <a:cs typeface="Arial" panose="020B0604020202020204" pitchFamily="34" charset="0"/>
              </a:rPr>
              <a:t>Compressing all input information into a single vector limits the model’s ability to retain nuances, especially in long sequences.</a:t>
            </a:r>
          </a:p>
          <a:p>
            <a:pPr marL="742950" lvl="1" indent="-285750">
              <a:spcBef>
                <a:spcPts val="900"/>
              </a:spcBef>
              <a:buFont typeface="Arial" panose="020B0604020202020204" pitchFamily="34" charset="0"/>
              <a:buChar char="•"/>
            </a:pPr>
            <a:r>
              <a:rPr lang="en-US" sz="1600" dirty="0">
                <a:solidFill>
                  <a:srgbClr val="0E0E0E"/>
                </a:solidFill>
                <a:latin typeface="Arial" panose="020B0604020202020204" pitchFamily="34" charset="0"/>
                <a:cs typeface="Arial" panose="020B0604020202020204" pitchFamily="34" charset="0"/>
              </a:rPr>
              <a:t>Relationships between distant words also begins to diminish as sequences grow longer, leading to semantic errors</a:t>
            </a:r>
            <a:endParaRPr lang="en-US" sz="1600" dirty="0">
              <a:solidFill>
                <a:srgbClr val="0E0E0E"/>
              </a:solidFill>
              <a:effectLst/>
              <a:latin typeface="Arial" panose="020B0604020202020204" pitchFamily="34" charset="0"/>
              <a:cs typeface="Arial" panose="020B0604020202020204" pitchFamily="34" charset="0"/>
            </a:endParaRPr>
          </a:p>
          <a:p>
            <a:pPr marL="285750" indent="-285750">
              <a:spcBef>
                <a:spcPts val="900"/>
              </a:spcBef>
              <a:buFont typeface="Arial" panose="020B0604020202020204" pitchFamily="34" charset="0"/>
              <a:buChar char="•"/>
            </a:pPr>
            <a:r>
              <a:rPr lang="en-US" dirty="0">
                <a:solidFill>
                  <a:srgbClr val="0E0E0E"/>
                </a:solidFill>
                <a:effectLst/>
                <a:latin typeface="Arial" panose="020B0604020202020204" pitchFamily="34" charset="0"/>
                <a:cs typeface="Arial" panose="020B0604020202020204" pitchFamily="34" charset="0"/>
              </a:rPr>
              <a:t>Misaligned Focus:</a:t>
            </a:r>
          </a:p>
          <a:p>
            <a:pPr marL="742950" lvl="1" indent="-285750">
              <a:spcBef>
                <a:spcPts val="900"/>
              </a:spcBef>
              <a:buFont typeface="Arial" panose="020B0604020202020204" pitchFamily="34" charset="0"/>
              <a:buChar char="•"/>
            </a:pPr>
            <a:r>
              <a:rPr lang="en-US" sz="1600" dirty="0">
                <a:solidFill>
                  <a:srgbClr val="0E0E0E"/>
                </a:solidFill>
                <a:effectLst/>
                <a:latin typeface="Arial" panose="020B0604020202020204" pitchFamily="34" charset="0"/>
                <a:cs typeface="Arial" panose="020B0604020202020204" pitchFamily="34" charset="0"/>
              </a:rPr>
              <a:t>The decoder treats all input words equally, even though some words are more important than others for a given output.</a:t>
            </a:r>
          </a:p>
          <a:p>
            <a:pPr marL="742950" lvl="1" indent="-285750">
              <a:spcBef>
                <a:spcPts val="900"/>
              </a:spcBef>
              <a:buFont typeface="Arial" panose="020B0604020202020204" pitchFamily="34" charset="0"/>
              <a:buChar char="•"/>
            </a:pPr>
            <a:r>
              <a:rPr lang="en-US" sz="1600" dirty="0" err="1">
                <a:solidFill>
                  <a:srgbClr val="0E0E0E"/>
                </a:solidFill>
                <a:latin typeface="Arial" panose="020B0604020202020204" pitchFamily="34" charset="0"/>
                <a:cs typeface="Arial" panose="020B0604020202020204" pitchFamily="34" charset="0"/>
              </a:rPr>
              <a:t>E.g</a:t>
            </a:r>
            <a:r>
              <a:rPr lang="en-US" sz="1600" dirty="0">
                <a:solidFill>
                  <a:srgbClr val="0E0E0E"/>
                </a:solidFill>
                <a:latin typeface="Arial" panose="020B0604020202020204" pitchFamily="34" charset="0"/>
                <a:cs typeface="Arial" panose="020B0604020202020204" pitchFamily="34" charset="0"/>
              </a:rPr>
              <a:t>: </a:t>
            </a:r>
            <a:r>
              <a:rPr lang="en-US" sz="1600" dirty="0">
                <a:solidFill>
                  <a:srgbClr val="0E0E0E"/>
                </a:solidFill>
                <a:effectLst/>
                <a:latin typeface="Arial" panose="020B0604020202020204" pitchFamily="34" charset="0"/>
                <a:cs typeface="Arial" panose="020B0604020202020204" pitchFamily="34" charset="0"/>
              </a:rPr>
              <a:t>The word </a:t>
            </a:r>
            <a:r>
              <a:rPr lang="en-US" sz="1600" dirty="0">
                <a:solidFill>
                  <a:srgbClr val="0070C0"/>
                </a:solidFill>
                <a:effectLst/>
                <a:latin typeface="Arial" panose="020B0604020202020204" pitchFamily="34" charset="0"/>
                <a:cs typeface="Arial" panose="020B0604020202020204" pitchFamily="34" charset="0"/>
              </a:rPr>
              <a:t>“Yesterday” </a:t>
            </a:r>
            <a:r>
              <a:rPr lang="en-US" sz="1600" dirty="0">
                <a:solidFill>
                  <a:srgbClr val="0E0E0E"/>
                </a:solidFill>
                <a:effectLst/>
                <a:latin typeface="Arial" panose="020B0604020202020204" pitchFamily="34" charset="0"/>
                <a:cs typeface="Arial" panose="020B0604020202020204" pitchFamily="34" charset="0"/>
              </a:rPr>
              <a:t>is at the start of the English sentence but moves to the end of the French translation </a:t>
            </a:r>
            <a:r>
              <a:rPr lang="en-US" sz="1600" dirty="0">
                <a:solidFill>
                  <a:srgbClr val="0070C0"/>
                </a:solidFill>
                <a:effectLst/>
                <a:latin typeface="Arial" panose="020B0604020202020204" pitchFamily="34" charset="0"/>
                <a:cs typeface="Arial" panose="020B0604020202020204" pitchFamily="34" charset="0"/>
              </a:rPr>
              <a:t>(“</a:t>
            </a:r>
            <a:r>
              <a:rPr lang="en-US" sz="1600" dirty="0" err="1">
                <a:solidFill>
                  <a:srgbClr val="0070C0"/>
                </a:solidFill>
                <a:effectLst/>
                <a:latin typeface="Arial" panose="020B0604020202020204" pitchFamily="34" charset="0"/>
                <a:cs typeface="Arial" panose="020B0604020202020204" pitchFamily="34" charset="0"/>
              </a:rPr>
              <a:t>hier</a:t>
            </a:r>
            <a:r>
              <a:rPr lang="en-US" sz="1600" dirty="0">
                <a:solidFill>
                  <a:srgbClr val="0070C0"/>
                </a:solidFill>
                <a:effectLst/>
                <a:latin typeface="Arial" panose="020B0604020202020204" pitchFamily="34" charset="0"/>
                <a:cs typeface="Arial" panose="020B0604020202020204" pitchFamily="34" charset="0"/>
              </a:rPr>
              <a:t>”).</a:t>
            </a:r>
          </a:p>
          <a:p>
            <a:pPr marL="285750" indent="-285750">
              <a:spcBef>
                <a:spcPts val="900"/>
              </a:spcBef>
              <a:buFont typeface="Arial" panose="020B0604020202020204" pitchFamily="34" charset="0"/>
              <a:buChar char="•"/>
            </a:pPr>
            <a:r>
              <a:rPr lang="en-US" dirty="0">
                <a:latin typeface="Arial" panose="020B0604020202020204" pitchFamily="34" charset="0"/>
                <a:cs typeface="Arial" panose="020B0604020202020204" pitchFamily="34" charset="0"/>
              </a:rPr>
              <a:t>Solution:</a:t>
            </a:r>
          </a:p>
          <a:p>
            <a:pPr marL="742950" lvl="1" indent="-285750">
              <a:spcBef>
                <a:spcPts val="900"/>
              </a:spcBef>
              <a:buFont typeface="Arial" panose="020B0604020202020204" pitchFamily="34" charset="0"/>
              <a:buChar char="•"/>
            </a:pPr>
            <a:r>
              <a:rPr lang="en-US" sz="1600" dirty="0">
                <a:latin typeface="Arial" panose="020B0604020202020204" pitchFamily="34" charset="0"/>
                <a:cs typeface="Arial" panose="020B0604020202020204" pitchFamily="34" charset="0"/>
              </a:rPr>
              <a:t>Encode each word as context vector based on the focus on the text instead of entire text</a:t>
            </a:r>
            <a:endParaRPr lang="en-US" sz="1600" dirty="0">
              <a:effectLst/>
              <a:latin typeface="Arial" panose="020B0604020202020204" pitchFamily="34" charset="0"/>
              <a:cs typeface="Arial" panose="020B0604020202020204" pitchFamily="34" charset="0"/>
            </a:endParaRPr>
          </a:p>
        </p:txBody>
      </p:sp>
      <p:grpSp>
        <p:nvGrpSpPr>
          <p:cNvPr id="124" name="Group 123">
            <a:extLst>
              <a:ext uri="{FF2B5EF4-FFF2-40B4-BE49-F238E27FC236}">
                <a16:creationId xmlns:a16="http://schemas.microsoft.com/office/drawing/2014/main" id="{943543A7-9912-BD3C-D854-B2B81DAF47BB}"/>
              </a:ext>
            </a:extLst>
          </p:cNvPr>
          <p:cNvGrpSpPr/>
          <p:nvPr/>
        </p:nvGrpSpPr>
        <p:grpSpPr>
          <a:xfrm>
            <a:off x="21614" y="1254411"/>
            <a:ext cx="6962779" cy="5382767"/>
            <a:chOff x="21614" y="1254411"/>
            <a:chExt cx="6962779" cy="5382767"/>
          </a:xfrm>
        </p:grpSpPr>
        <p:grpSp>
          <p:nvGrpSpPr>
            <p:cNvPr id="3" name="Group 2">
              <a:extLst>
                <a:ext uri="{FF2B5EF4-FFF2-40B4-BE49-F238E27FC236}">
                  <a16:creationId xmlns:a16="http://schemas.microsoft.com/office/drawing/2014/main" id="{D9E7C407-FEA2-36F6-77E0-F2F4B0147BC0}"/>
                </a:ext>
              </a:extLst>
            </p:cNvPr>
            <p:cNvGrpSpPr/>
            <p:nvPr/>
          </p:nvGrpSpPr>
          <p:grpSpPr>
            <a:xfrm>
              <a:off x="21614" y="3911529"/>
              <a:ext cx="6962779" cy="2725649"/>
              <a:chOff x="878792" y="1333120"/>
              <a:chExt cx="9568236" cy="2939653"/>
            </a:xfrm>
          </p:grpSpPr>
          <p:grpSp>
            <p:nvGrpSpPr>
              <p:cNvPr id="4" name="Group 3">
                <a:extLst>
                  <a:ext uri="{FF2B5EF4-FFF2-40B4-BE49-F238E27FC236}">
                    <a16:creationId xmlns:a16="http://schemas.microsoft.com/office/drawing/2014/main" id="{80A191CF-67C0-5806-1999-FE166033DC9D}"/>
                  </a:ext>
                </a:extLst>
              </p:cNvPr>
              <p:cNvGrpSpPr/>
              <p:nvPr/>
            </p:nvGrpSpPr>
            <p:grpSpPr>
              <a:xfrm>
                <a:off x="878792" y="1333120"/>
                <a:ext cx="9568236" cy="2939653"/>
                <a:chOff x="-566829" y="1359775"/>
                <a:chExt cx="9568236" cy="2939653"/>
              </a:xfrm>
            </p:grpSpPr>
            <p:grpSp>
              <p:nvGrpSpPr>
                <p:cNvPr id="7" name="Group 6">
                  <a:extLst>
                    <a:ext uri="{FF2B5EF4-FFF2-40B4-BE49-F238E27FC236}">
                      <a16:creationId xmlns:a16="http://schemas.microsoft.com/office/drawing/2014/main" id="{7FE1A8F3-10A7-7763-33BA-43E7041C39F5}"/>
                    </a:ext>
                  </a:extLst>
                </p:cNvPr>
                <p:cNvGrpSpPr/>
                <p:nvPr/>
              </p:nvGrpSpPr>
              <p:grpSpPr>
                <a:xfrm>
                  <a:off x="569217" y="1359775"/>
                  <a:ext cx="8432190" cy="1736136"/>
                  <a:chOff x="569217" y="1359775"/>
                  <a:chExt cx="8432190" cy="1736136"/>
                </a:xfrm>
              </p:grpSpPr>
              <p:sp>
                <p:nvSpPr>
                  <p:cNvPr id="27" name="Rounded Rectangle 26">
                    <a:extLst>
                      <a:ext uri="{FF2B5EF4-FFF2-40B4-BE49-F238E27FC236}">
                        <a16:creationId xmlns:a16="http://schemas.microsoft.com/office/drawing/2014/main" id="{AC68B696-9894-E1F5-29D7-58F0D08F87C7}"/>
                      </a:ext>
                    </a:extLst>
                  </p:cNvPr>
                  <p:cNvSpPr/>
                  <p:nvPr/>
                </p:nvSpPr>
                <p:spPr>
                  <a:xfrm>
                    <a:off x="569217" y="1359775"/>
                    <a:ext cx="7400925" cy="173613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F914E736-A99B-63D9-88E7-16FD033F5B66}"/>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29" name="Rectangle 28">
                    <a:extLst>
                      <a:ext uri="{FF2B5EF4-FFF2-40B4-BE49-F238E27FC236}">
                        <a16:creationId xmlns:a16="http://schemas.microsoft.com/office/drawing/2014/main" id="{4C766429-6805-AB06-D790-F244DA2ACA96}"/>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0" name="Rectangle 29">
                    <a:extLst>
                      <a:ext uri="{FF2B5EF4-FFF2-40B4-BE49-F238E27FC236}">
                        <a16:creationId xmlns:a16="http://schemas.microsoft.com/office/drawing/2014/main" id="{172D910B-3570-E0D5-90AE-562BE9D16981}"/>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1" name="Rectangle 30">
                    <a:extLst>
                      <a:ext uri="{FF2B5EF4-FFF2-40B4-BE49-F238E27FC236}">
                        <a16:creationId xmlns:a16="http://schemas.microsoft.com/office/drawing/2014/main" id="{DE091864-4BED-A66F-7BCC-55327384D3DD}"/>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2" name="Rectangle 31">
                    <a:extLst>
                      <a:ext uri="{FF2B5EF4-FFF2-40B4-BE49-F238E27FC236}">
                        <a16:creationId xmlns:a16="http://schemas.microsoft.com/office/drawing/2014/main" id="{DCD0B0B0-9525-60FA-B010-3C7B10E4E352}"/>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3" name="Rectangle 32">
                    <a:extLst>
                      <a:ext uri="{FF2B5EF4-FFF2-40B4-BE49-F238E27FC236}">
                        <a16:creationId xmlns:a16="http://schemas.microsoft.com/office/drawing/2014/main" id="{BF8A06DB-9BE1-79A8-2345-FD4C37A44D2A}"/>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37" name="Straight Arrow Connector 36">
                    <a:extLst>
                      <a:ext uri="{FF2B5EF4-FFF2-40B4-BE49-F238E27FC236}">
                        <a16:creationId xmlns:a16="http://schemas.microsoft.com/office/drawing/2014/main" id="{1AA2FBD7-A08B-41B0-CBAB-6EA8E82F3C5E}"/>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AB61B66-70E3-5D67-9AC8-5A926C5F51E6}"/>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F9AF9B22-FF4F-7CBD-261A-833C10B4C6BC}"/>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376A28C-1F0C-1B11-E1FA-E8504E8AAC8E}"/>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29C8EC5-26FE-AD10-0E0F-199BB6B728AA}"/>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DB86D0D-E143-5B43-2B21-50B3C29E3737}"/>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FBA83338-76D3-7C9C-FBA9-EC9D77FE4C41}"/>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2B532DBC-A5E7-F430-3AAC-6A041F86F9D7}"/>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0D84B65-F988-BBE6-9453-75B39621E5B1}"/>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0954513-9075-C39C-96DB-32EDEAE19F38}"/>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Content Placeholder 2">
                    <a:extLst>
                      <a:ext uri="{FF2B5EF4-FFF2-40B4-BE49-F238E27FC236}">
                        <a16:creationId xmlns:a16="http://schemas.microsoft.com/office/drawing/2014/main" id="{396EF03F-C019-A164-A71F-71A4BB3C079D}"/>
                      </a:ext>
                    </a:extLst>
                  </p:cNvPr>
                  <p:cNvSpPr txBox="1">
                    <a:spLocks/>
                  </p:cNvSpPr>
                  <p:nvPr/>
                </p:nvSpPr>
                <p:spPr>
                  <a:xfrm>
                    <a:off x="8528694" y="231961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Arial" panose="020B0604020202020204" pitchFamily="34" charset="0"/>
                      <a:cs typeface="Arial" panose="020B0604020202020204" pitchFamily="34" charset="0"/>
                    </a:endParaRPr>
                  </a:p>
                </p:txBody>
              </p:sp>
              <p:cxnSp>
                <p:nvCxnSpPr>
                  <p:cNvPr id="51" name="Straight Arrow Connector 50">
                    <a:extLst>
                      <a:ext uri="{FF2B5EF4-FFF2-40B4-BE49-F238E27FC236}">
                        <a16:creationId xmlns:a16="http://schemas.microsoft.com/office/drawing/2014/main" id="{567B3A8F-2A7B-A4AD-9816-0EF0E6B203B0}"/>
                      </a:ext>
                    </a:extLst>
                  </p:cNvPr>
                  <p:cNvCxnSpPr>
                    <a:cxnSpLocks/>
                  </p:cNvCxnSpPr>
                  <p:nvPr/>
                </p:nvCxnSpPr>
                <p:spPr>
                  <a:xfrm flipV="1">
                    <a:off x="1221660"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8" name="Straight Arrow Connector 7">
                  <a:extLst>
                    <a:ext uri="{FF2B5EF4-FFF2-40B4-BE49-F238E27FC236}">
                      <a16:creationId xmlns:a16="http://schemas.microsoft.com/office/drawing/2014/main" id="{E2451E11-EFD5-79A3-D094-0759D3BF2BA1}"/>
                    </a:ext>
                  </a:extLst>
                </p:cNvPr>
                <p:cNvCxnSpPr>
                  <a:cxnSpLocks/>
                </p:cNvCxnSpPr>
                <p:nvPr/>
              </p:nvCxnSpPr>
              <p:spPr>
                <a:xfrm flipV="1">
                  <a:off x="2219819"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0C4E84A-5856-3061-CBFC-BFFC523B23FF}"/>
                    </a:ext>
                  </a:extLst>
                </p:cNvPr>
                <p:cNvCxnSpPr>
                  <a:cxnSpLocks/>
                </p:cNvCxnSpPr>
                <p:nvPr/>
              </p:nvCxnSpPr>
              <p:spPr>
                <a:xfrm flipV="1">
                  <a:off x="324879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B8E0D3D-D676-1C4B-665D-9BD257B3E563}"/>
                    </a:ext>
                  </a:extLst>
                </p:cNvPr>
                <p:cNvCxnSpPr>
                  <a:cxnSpLocks/>
                </p:cNvCxnSpPr>
                <p:nvPr/>
              </p:nvCxnSpPr>
              <p:spPr>
                <a:xfrm flipV="1">
                  <a:off x="6341991"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BA082-2783-0E1F-950B-6508730E0718}"/>
                    </a:ext>
                  </a:extLst>
                </p:cNvPr>
                <p:cNvCxnSpPr>
                  <a:cxnSpLocks/>
                </p:cNvCxnSpPr>
                <p:nvPr/>
              </p:nvCxnSpPr>
              <p:spPr>
                <a:xfrm flipV="1">
                  <a:off x="530395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6F50612-9383-39AC-9C21-BDE3C61BDA35}"/>
                    </a:ext>
                  </a:extLst>
                </p:cNvPr>
                <p:cNvCxnSpPr>
                  <a:cxnSpLocks/>
                </p:cNvCxnSpPr>
                <p:nvPr/>
              </p:nvCxnSpPr>
              <p:spPr>
                <a:xfrm flipV="1">
                  <a:off x="4294256"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D39FB9D-5E3F-F0A1-DC4F-17BEDE42C033}"/>
                    </a:ext>
                  </a:extLst>
                </p:cNvPr>
                <p:cNvCxnSpPr>
                  <a:cxnSpLocks/>
                </p:cNvCxnSpPr>
                <p:nvPr/>
              </p:nvCxnSpPr>
              <p:spPr>
                <a:xfrm flipV="1">
                  <a:off x="121726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5EF967-7C6F-06A0-2CEC-7858F7D5750D}"/>
                    </a:ext>
                  </a:extLst>
                </p:cNvPr>
                <p:cNvSpPr txBox="1"/>
                <p:nvPr/>
              </p:nvSpPr>
              <p:spPr>
                <a:xfrm>
                  <a:off x="-102390" y="3489790"/>
                  <a:ext cx="718899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Yesterday,   the       cat    climbed  the     tree</a:t>
                  </a:r>
                  <a:endParaRPr lang="en-US" dirty="0"/>
                </a:p>
              </p:txBody>
            </p:sp>
            <p:cxnSp>
              <p:nvCxnSpPr>
                <p:cNvPr id="17" name="Straight Arrow Connector 16">
                  <a:extLst>
                    <a:ext uri="{FF2B5EF4-FFF2-40B4-BE49-F238E27FC236}">
                      <a16:creationId xmlns:a16="http://schemas.microsoft.com/office/drawing/2014/main" id="{9DE6E98A-8C95-12E7-65D2-E48EB09CAB72}"/>
                    </a:ext>
                  </a:extLst>
                </p:cNvPr>
                <p:cNvCxnSpPr>
                  <a:cxnSpLocks/>
                </p:cNvCxnSpPr>
                <p:nvPr/>
              </p:nvCxnSpPr>
              <p:spPr>
                <a:xfrm flipV="1">
                  <a:off x="2219819"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BD46A7C-8C41-5C37-027B-C8F6AE839E3E}"/>
                    </a:ext>
                  </a:extLst>
                </p:cNvPr>
                <p:cNvCxnSpPr>
                  <a:cxnSpLocks/>
                </p:cNvCxnSpPr>
                <p:nvPr/>
              </p:nvCxnSpPr>
              <p:spPr>
                <a:xfrm flipV="1">
                  <a:off x="3246189" y="2641860"/>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934838C-902E-AF93-67B2-1CDA3530D582}"/>
                    </a:ext>
                  </a:extLst>
                </p:cNvPr>
                <p:cNvCxnSpPr>
                  <a:cxnSpLocks/>
                </p:cNvCxnSpPr>
                <p:nvPr/>
              </p:nvCxnSpPr>
              <p:spPr>
                <a:xfrm flipV="1">
                  <a:off x="420736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302BC44-6364-D209-2747-C7BEBC68D10C}"/>
                    </a:ext>
                  </a:extLst>
                </p:cNvPr>
                <p:cNvCxnSpPr>
                  <a:cxnSpLocks/>
                </p:cNvCxnSpPr>
                <p:nvPr/>
              </p:nvCxnSpPr>
              <p:spPr>
                <a:xfrm flipV="1">
                  <a:off x="5222561"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4A1F3A2-83ED-BCDD-A391-38CCD7DCC499}"/>
                    </a:ext>
                  </a:extLst>
                </p:cNvPr>
                <p:cNvCxnSpPr>
                  <a:cxnSpLocks/>
                </p:cNvCxnSpPr>
                <p:nvPr/>
              </p:nvCxnSpPr>
              <p:spPr>
                <a:xfrm flipV="1">
                  <a:off x="62711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AFDB302-DE92-B5FA-235A-601835C339AA}"/>
                    </a:ext>
                  </a:extLst>
                </p:cNvPr>
                <p:cNvCxnSpPr>
                  <a:cxnSpLocks/>
                </p:cNvCxnSpPr>
                <p:nvPr/>
              </p:nvCxnSpPr>
              <p:spPr>
                <a:xfrm flipV="1">
                  <a:off x="156404" y="3940166"/>
                  <a:ext cx="6864056" cy="1296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D19A800-AEA6-145F-ECB7-BA7AF2D2CAF4}"/>
                    </a:ext>
                  </a:extLst>
                </p:cNvPr>
                <p:cNvSpPr txBox="1"/>
                <p:nvPr/>
              </p:nvSpPr>
              <p:spPr>
                <a:xfrm>
                  <a:off x="-566829" y="3930096"/>
                  <a:ext cx="7188988"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5" name="Straight Arrow Connector 4">
                <a:extLst>
                  <a:ext uri="{FF2B5EF4-FFF2-40B4-BE49-F238E27FC236}">
                    <a16:creationId xmlns:a16="http://schemas.microsoft.com/office/drawing/2014/main" id="{7A1B4D8C-F6CA-6168-DFAC-16288C2D70AF}"/>
                  </a:ext>
                </a:extLst>
              </p:cNvPr>
              <p:cNvCxnSpPr>
                <a:cxnSpLocks/>
              </p:cNvCxnSpPr>
              <p:nvPr/>
            </p:nvCxnSpPr>
            <p:spPr>
              <a:xfrm>
                <a:off x="1412376" y="2168858"/>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BED1B97-3C56-59A4-9FAB-5A5BA56E5633}"/>
                  </a:ext>
                </a:extLst>
              </p:cNvPr>
              <p:cNvCxnSpPr>
                <a:cxnSpLocks/>
              </p:cNvCxnSpPr>
              <p:nvPr/>
            </p:nvCxnSpPr>
            <p:spPr>
              <a:xfrm>
                <a:off x="1412376" y="2480801"/>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64A6E6B7-217B-1C03-7961-713C87C24C3D}"/>
                </a:ext>
              </a:extLst>
            </p:cNvPr>
            <p:cNvGrpSpPr/>
            <p:nvPr/>
          </p:nvGrpSpPr>
          <p:grpSpPr>
            <a:xfrm>
              <a:off x="547909" y="1311606"/>
              <a:ext cx="6279243" cy="2344284"/>
              <a:chOff x="-102392" y="1359775"/>
              <a:chExt cx="8628922" cy="2528345"/>
            </a:xfrm>
          </p:grpSpPr>
          <p:grpSp>
            <p:nvGrpSpPr>
              <p:cNvPr id="56" name="Group 55">
                <a:extLst>
                  <a:ext uri="{FF2B5EF4-FFF2-40B4-BE49-F238E27FC236}">
                    <a16:creationId xmlns:a16="http://schemas.microsoft.com/office/drawing/2014/main" id="{0D1C508D-546D-4F68-3DDB-E2ACB7220C5A}"/>
                  </a:ext>
                </a:extLst>
              </p:cNvPr>
              <p:cNvGrpSpPr/>
              <p:nvPr/>
            </p:nvGrpSpPr>
            <p:grpSpPr>
              <a:xfrm>
                <a:off x="569217" y="1359775"/>
                <a:ext cx="7957313" cy="1736136"/>
                <a:chOff x="569217" y="1359775"/>
                <a:chExt cx="7957313" cy="1736136"/>
              </a:xfrm>
            </p:grpSpPr>
            <p:sp>
              <p:nvSpPr>
                <p:cNvPr id="73" name="Rounded Rectangle 72">
                  <a:extLst>
                    <a:ext uri="{FF2B5EF4-FFF2-40B4-BE49-F238E27FC236}">
                      <a16:creationId xmlns:a16="http://schemas.microsoft.com/office/drawing/2014/main" id="{523EDE73-4779-BE4D-096C-60343F730EAF}"/>
                    </a:ext>
                  </a:extLst>
                </p:cNvPr>
                <p:cNvSpPr/>
                <p:nvPr/>
              </p:nvSpPr>
              <p:spPr>
                <a:xfrm>
                  <a:off x="569217" y="1359775"/>
                  <a:ext cx="7400925" cy="173613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16FAA73-9E16-F781-48EF-3898D14EA3E0}"/>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75" name="Rectangle 74">
                  <a:extLst>
                    <a:ext uri="{FF2B5EF4-FFF2-40B4-BE49-F238E27FC236}">
                      <a16:creationId xmlns:a16="http://schemas.microsoft.com/office/drawing/2014/main" id="{F21B574B-BF20-79ED-5189-A3B2D8F355EA}"/>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6" name="Rectangle 75">
                  <a:extLst>
                    <a:ext uri="{FF2B5EF4-FFF2-40B4-BE49-F238E27FC236}">
                      <a16:creationId xmlns:a16="http://schemas.microsoft.com/office/drawing/2014/main" id="{AA71391C-08AB-335D-ECE7-2BD02F43ADB5}"/>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7" name="Rectangle 76">
                  <a:extLst>
                    <a:ext uri="{FF2B5EF4-FFF2-40B4-BE49-F238E27FC236}">
                      <a16:creationId xmlns:a16="http://schemas.microsoft.com/office/drawing/2014/main" id="{83CA7F4C-8CE4-DBF6-09CC-2E07A4957CD0}"/>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8" name="Rectangle 77">
                  <a:extLst>
                    <a:ext uri="{FF2B5EF4-FFF2-40B4-BE49-F238E27FC236}">
                      <a16:creationId xmlns:a16="http://schemas.microsoft.com/office/drawing/2014/main" id="{7EE3A8A1-1A12-C9C6-47D3-7DBFFBDF945B}"/>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9" name="Rectangle 78">
                  <a:extLst>
                    <a:ext uri="{FF2B5EF4-FFF2-40B4-BE49-F238E27FC236}">
                      <a16:creationId xmlns:a16="http://schemas.microsoft.com/office/drawing/2014/main" id="{196869B7-30EA-80A4-DE19-6F2D3D801BA1}"/>
                    </a:ext>
                  </a:extLst>
                </p:cNvPr>
                <p:cNvSpPr/>
                <p:nvPr/>
              </p:nvSpPr>
              <p:spPr>
                <a:xfrm>
                  <a:off x="5883490" y="2072316"/>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80" name="Straight Arrow Connector 79">
                  <a:extLst>
                    <a:ext uri="{FF2B5EF4-FFF2-40B4-BE49-F238E27FC236}">
                      <a16:creationId xmlns:a16="http://schemas.microsoft.com/office/drawing/2014/main" id="{520B53A9-86FB-335B-AC70-8CD7D6F5DA00}"/>
                    </a:ext>
                  </a:extLst>
                </p:cNvPr>
                <p:cNvCxnSpPr>
                  <a:cxnSpLocks/>
                </p:cNvCxnSpPr>
                <p:nvPr/>
              </p:nvCxnSpPr>
              <p:spPr>
                <a:xfrm>
                  <a:off x="7712132" y="2336470"/>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DAA9FB7B-3FF3-8145-43AC-AE7D40F6F434}"/>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5777895C-6213-3625-EFF9-A701EB50B1AC}"/>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61A83584-7608-3912-4439-9CF875E0C754}"/>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9BBD6687-1788-4928-C02B-429E2D74DC4D}"/>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7F8D223C-CC6C-F492-19DB-525C855B03E6}"/>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15BA6235-3D4C-A8ED-C630-5EA50E2B60E3}"/>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07D7CB0-F939-0CDF-F775-10F473E78F93}"/>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85461799-BA88-D6C5-44FC-26EEE404DF15}"/>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47011F43-5B1D-E5CE-A40F-1B33FE9F4463}"/>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F1E961C-763F-BEBC-D7A8-EF62C324FB47}"/>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1C087EFD-15B3-645B-8758-073C0DD433EC}"/>
                    </a:ext>
                  </a:extLst>
                </p:cNvPr>
                <p:cNvCxnSpPr>
                  <a:cxnSpLocks/>
                </p:cNvCxnSpPr>
                <p:nvPr/>
              </p:nvCxnSpPr>
              <p:spPr>
                <a:xfrm flipV="1">
                  <a:off x="1240187"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57" name="Straight Arrow Connector 56">
                <a:extLst>
                  <a:ext uri="{FF2B5EF4-FFF2-40B4-BE49-F238E27FC236}">
                    <a16:creationId xmlns:a16="http://schemas.microsoft.com/office/drawing/2014/main" id="{6C33044E-D3AF-1DCE-EEC6-0D61A8D1616E}"/>
                  </a:ext>
                </a:extLst>
              </p:cNvPr>
              <p:cNvCxnSpPr>
                <a:cxnSpLocks/>
              </p:cNvCxnSpPr>
              <p:nvPr/>
            </p:nvCxnSpPr>
            <p:spPr>
              <a:xfrm flipV="1">
                <a:off x="2200183"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D13F148D-5A60-4366-AECD-4F6E1E9DA572}"/>
                  </a:ext>
                </a:extLst>
              </p:cNvPr>
              <p:cNvCxnSpPr>
                <a:cxnSpLocks/>
              </p:cNvCxnSpPr>
              <p:nvPr/>
            </p:nvCxnSpPr>
            <p:spPr>
              <a:xfrm flipV="1">
                <a:off x="334696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FD416215-6DFC-AF51-E1F7-0947CB8C400E}"/>
                  </a:ext>
                </a:extLst>
              </p:cNvPr>
              <p:cNvCxnSpPr>
                <a:cxnSpLocks/>
              </p:cNvCxnSpPr>
              <p:nvPr/>
            </p:nvCxnSpPr>
            <p:spPr>
              <a:xfrm flipV="1">
                <a:off x="626794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E2877F8C-C2FE-0A53-422C-2EBAC875D6C1}"/>
                  </a:ext>
                </a:extLst>
              </p:cNvPr>
              <p:cNvCxnSpPr>
                <a:cxnSpLocks/>
              </p:cNvCxnSpPr>
              <p:nvPr/>
            </p:nvCxnSpPr>
            <p:spPr>
              <a:xfrm flipV="1">
                <a:off x="5264808"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BB1D65DB-9D03-66C1-AEEB-6249688A1350}"/>
                  </a:ext>
                </a:extLst>
              </p:cNvPr>
              <p:cNvCxnSpPr>
                <a:cxnSpLocks/>
              </p:cNvCxnSpPr>
              <p:nvPr/>
            </p:nvCxnSpPr>
            <p:spPr>
              <a:xfrm flipV="1">
                <a:off x="424981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01952EE0-2691-1D4D-ABD3-18F8566793A6}"/>
                  </a:ext>
                </a:extLst>
              </p:cNvPr>
              <p:cNvCxnSpPr>
                <a:cxnSpLocks/>
              </p:cNvCxnSpPr>
              <p:nvPr/>
            </p:nvCxnSpPr>
            <p:spPr>
              <a:xfrm flipV="1">
                <a:off x="117800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612EAFE0-9A84-DF49-6A8A-7C74886301F7}"/>
                  </a:ext>
                </a:extLst>
              </p:cNvPr>
              <p:cNvSpPr txBox="1"/>
              <p:nvPr/>
            </p:nvSpPr>
            <p:spPr>
              <a:xfrm>
                <a:off x="-102392" y="3489790"/>
                <a:ext cx="810192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&lt;START&gt;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endParaRPr lang="en-US" dirty="0"/>
              </a:p>
            </p:txBody>
          </p:sp>
          <p:cxnSp>
            <p:nvCxnSpPr>
              <p:cNvPr id="65" name="Straight Arrow Connector 64">
                <a:extLst>
                  <a:ext uri="{FF2B5EF4-FFF2-40B4-BE49-F238E27FC236}">
                    <a16:creationId xmlns:a16="http://schemas.microsoft.com/office/drawing/2014/main" id="{CB016F32-C2D7-AF3B-EAC1-5152CBA2EA0F}"/>
                  </a:ext>
                </a:extLst>
              </p:cNvPr>
              <p:cNvCxnSpPr>
                <a:cxnSpLocks/>
              </p:cNvCxnSpPr>
              <p:nvPr/>
            </p:nvCxnSpPr>
            <p:spPr>
              <a:xfrm flipV="1">
                <a:off x="220018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79605BA5-6606-CCF5-471B-9ABA0B2938B4}"/>
                  </a:ext>
                </a:extLst>
              </p:cNvPr>
              <p:cNvCxnSpPr>
                <a:cxnSpLocks/>
              </p:cNvCxnSpPr>
              <p:nvPr/>
            </p:nvCxnSpPr>
            <p:spPr>
              <a:xfrm flipV="1">
                <a:off x="32073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A75E0481-9A86-F83C-A7D0-BF13F4DE9A12}"/>
                  </a:ext>
                </a:extLst>
              </p:cNvPr>
              <p:cNvCxnSpPr>
                <a:cxnSpLocks/>
              </p:cNvCxnSpPr>
              <p:nvPr/>
            </p:nvCxnSpPr>
            <p:spPr>
              <a:xfrm flipV="1">
                <a:off x="424981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6653DE09-112F-1F1C-1051-08537F5FA84D}"/>
                  </a:ext>
                </a:extLst>
              </p:cNvPr>
              <p:cNvCxnSpPr>
                <a:cxnSpLocks/>
              </p:cNvCxnSpPr>
              <p:nvPr/>
            </p:nvCxnSpPr>
            <p:spPr>
              <a:xfrm flipV="1">
                <a:off x="526480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A29D298D-DA95-AB2A-942E-CEE1961EEF60}"/>
                  </a:ext>
                </a:extLst>
              </p:cNvPr>
              <p:cNvCxnSpPr>
                <a:cxnSpLocks/>
              </p:cNvCxnSpPr>
              <p:nvPr/>
            </p:nvCxnSpPr>
            <p:spPr>
              <a:xfrm flipV="1">
                <a:off x="6267942"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FD25BE4-FC12-3B1A-8FF5-B054A2C41DAE}"/>
                  </a:ext>
                </a:extLst>
              </p:cNvPr>
              <p:cNvCxnSpPr>
                <a:cxnSpLocks/>
              </p:cNvCxnSpPr>
              <p:nvPr/>
            </p:nvCxnSpPr>
            <p:spPr>
              <a:xfrm flipV="1">
                <a:off x="72755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7" name="Rectangle 96">
              <a:extLst>
                <a:ext uri="{FF2B5EF4-FFF2-40B4-BE49-F238E27FC236}">
                  <a16:creationId xmlns:a16="http://schemas.microsoft.com/office/drawing/2014/main" id="{80919A85-C3A4-BC4C-B10C-B713AF106280}"/>
                </a:ext>
              </a:extLst>
            </p:cNvPr>
            <p:cNvSpPr/>
            <p:nvPr/>
          </p:nvSpPr>
          <p:spPr>
            <a:xfrm>
              <a:off x="5641896" y="1953025"/>
              <a:ext cx="592621" cy="529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98" name="Straight Arrow Connector 97">
              <a:extLst>
                <a:ext uri="{FF2B5EF4-FFF2-40B4-BE49-F238E27FC236}">
                  <a16:creationId xmlns:a16="http://schemas.microsoft.com/office/drawing/2014/main" id="{02441805-D929-82BD-5E6F-528F39674802}"/>
                </a:ext>
              </a:extLst>
            </p:cNvPr>
            <p:cNvCxnSpPr>
              <a:cxnSpLocks/>
            </p:cNvCxnSpPr>
            <p:nvPr/>
          </p:nvCxnSpPr>
          <p:spPr>
            <a:xfrm>
              <a:off x="5522198" y="2086503"/>
              <a:ext cx="177847" cy="366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1D746F92-84ED-A664-A101-8E2FAB453235}"/>
                </a:ext>
              </a:extLst>
            </p:cNvPr>
            <p:cNvCxnSpPr>
              <a:cxnSpLocks/>
            </p:cNvCxnSpPr>
            <p:nvPr/>
          </p:nvCxnSpPr>
          <p:spPr>
            <a:xfrm>
              <a:off x="5522198" y="2372755"/>
              <a:ext cx="152522"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A16D60F5-540E-0E42-6403-00A1527651E7}"/>
                </a:ext>
              </a:extLst>
            </p:cNvPr>
            <p:cNvSpPr txBox="1"/>
            <p:nvPr/>
          </p:nvSpPr>
          <p:spPr>
            <a:xfrm>
              <a:off x="627101" y="1254411"/>
              <a:ext cx="5895745"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r>
                <a:rPr lang="en-US" sz="1400" dirty="0">
                  <a:solidFill>
                    <a:srgbClr val="0E0E0E"/>
                  </a:solidFill>
                  <a:effectLst/>
                  <a:latin typeface="Arial" panose="020B0604020202020204" pitchFamily="34" charset="0"/>
                  <a:cs typeface="Arial" panose="020B0604020202020204" pitchFamily="34" charset="0"/>
                </a:rPr>
                <a:t>          &lt;END&gt;</a:t>
              </a:r>
              <a:endParaRPr lang="en-US" dirty="0"/>
            </a:p>
          </p:txBody>
        </p:sp>
        <p:cxnSp>
          <p:nvCxnSpPr>
            <p:cNvPr id="102" name="Straight Arrow Connector 101">
              <a:extLst>
                <a:ext uri="{FF2B5EF4-FFF2-40B4-BE49-F238E27FC236}">
                  <a16:creationId xmlns:a16="http://schemas.microsoft.com/office/drawing/2014/main" id="{85117233-BB21-830C-B4E8-CFA7AF94E5E5}"/>
                </a:ext>
              </a:extLst>
            </p:cNvPr>
            <p:cNvCxnSpPr>
              <a:cxnSpLocks/>
            </p:cNvCxnSpPr>
            <p:nvPr/>
          </p:nvCxnSpPr>
          <p:spPr>
            <a:xfrm flipV="1">
              <a:off x="5938206" y="1623743"/>
              <a:ext cx="0" cy="33901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ECA3D564-4B69-D22D-E79F-C4D92F5C5C0C}"/>
                </a:ext>
              </a:extLst>
            </p:cNvPr>
            <p:cNvCxnSpPr>
              <a:cxnSpLocks/>
              <a:stCxn id="33" idx="3"/>
              <a:endCxn id="73" idx="1"/>
            </p:cNvCxnSpPr>
            <p:nvPr/>
          </p:nvCxnSpPr>
          <p:spPr>
            <a:xfrm flipH="1" flipV="1">
              <a:off x="1036637" y="2116480"/>
              <a:ext cx="4257258" cy="2705832"/>
            </a:xfrm>
            <a:prstGeom prst="bentConnector5">
              <a:avLst>
                <a:gd name="adj1" fmla="val -5370"/>
                <a:gd name="adj2" fmla="val 40023"/>
                <a:gd name="adj3" fmla="val 105370"/>
              </a:avLst>
            </a:prstGeom>
            <a:ln w="381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467E6FF4-86FA-44F2-133C-6972F530CD60}"/>
                </a:ext>
              </a:extLst>
            </p:cNvPr>
            <p:cNvCxnSpPr>
              <a:cxnSpLocks/>
            </p:cNvCxnSpPr>
            <p:nvPr/>
          </p:nvCxnSpPr>
          <p:spPr>
            <a:xfrm>
              <a:off x="1036637" y="2116479"/>
              <a:ext cx="2832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36595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F0353-5548-59BB-C4F1-86A1F3C6D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B78B9-A1D8-484C-8FDA-4ECC64FED36E}"/>
              </a:ext>
            </a:extLst>
          </p:cNvPr>
          <p:cNvSpPr>
            <a:spLocks noGrp="1"/>
          </p:cNvSpPr>
          <p:nvPr>
            <p:ph type="title"/>
          </p:nvPr>
        </p:nvSpPr>
        <p:spPr>
          <a:xfrm>
            <a:off x="340659" y="345887"/>
            <a:ext cx="10515600" cy="670299"/>
          </a:xfrm>
        </p:spPr>
        <p:txBody>
          <a:bodyPr>
            <a:normAutofit fontScale="90000"/>
          </a:bodyPr>
          <a:lstStyle/>
          <a:p>
            <a:r>
              <a:rPr lang="en-US" dirty="0"/>
              <a:t>Attention Mechanism</a:t>
            </a:r>
          </a:p>
        </p:txBody>
      </p:sp>
      <p:sp>
        <p:nvSpPr>
          <p:cNvPr id="24" name="Content Placeholder 2">
            <a:extLst>
              <a:ext uri="{FF2B5EF4-FFF2-40B4-BE49-F238E27FC236}">
                <a16:creationId xmlns:a16="http://schemas.microsoft.com/office/drawing/2014/main" id="{6A044F54-EFBB-A15A-74CB-8FF83B9C70FD}"/>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grpSp>
        <p:nvGrpSpPr>
          <p:cNvPr id="124" name="Group 123">
            <a:extLst>
              <a:ext uri="{FF2B5EF4-FFF2-40B4-BE49-F238E27FC236}">
                <a16:creationId xmlns:a16="http://schemas.microsoft.com/office/drawing/2014/main" id="{943543A7-9912-BD3C-D854-B2B81DAF47BB}"/>
              </a:ext>
            </a:extLst>
          </p:cNvPr>
          <p:cNvGrpSpPr/>
          <p:nvPr/>
        </p:nvGrpSpPr>
        <p:grpSpPr>
          <a:xfrm>
            <a:off x="21614" y="1254411"/>
            <a:ext cx="6962779" cy="5382767"/>
            <a:chOff x="21614" y="1254411"/>
            <a:chExt cx="6962779" cy="5382767"/>
          </a:xfrm>
        </p:grpSpPr>
        <p:grpSp>
          <p:nvGrpSpPr>
            <p:cNvPr id="3" name="Group 2">
              <a:extLst>
                <a:ext uri="{FF2B5EF4-FFF2-40B4-BE49-F238E27FC236}">
                  <a16:creationId xmlns:a16="http://schemas.microsoft.com/office/drawing/2014/main" id="{D9E7C407-FEA2-36F6-77E0-F2F4B0147BC0}"/>
                </a:ext>
              </a:extLst>
            </p:cNvPr>
            <p:cNvGrpSpPr/>
            <p:nvPr/>
          </p:nvGrpSpPr>
          <p:grpSpPr>
            <a:xfrm>
              <a:off x="21614" y="3911529"/>
              <a:ext cx="6962779" cy="2725649"/>
              <a:chOff x="878792" y="1333120"/>
              <a:chExt cx="9568236" cy="2939653"/>
            </a:xfrm>
          </p:grpSpPr>
          <p:grpSp>
            <p:nvGrpSpPr>
              <p:cNvPr id="4" name="Group 3">
                <a:extLst>
                  <a:ext uri="{FF2B5EF4-FFF2-40B4-BE49-F238E27FC236}">
                    <a16:creationId xmlns:a16="http://schemas.microsoft.com/office/drawing/2014/main" id="{80A191CF-67C0-5806-1999-FE166033DC9D}"/>
                  </a:ext>
                </a:extLst>
              </p:cNvPr>
              <p:cNvGrpSpPr/>
              <p:nvPr/>
            </p:nvGrpSpPr>
            <p:grpSpPr>
              <a:xfrm>
                <a:off x="878792" y="1333120"/>
                <a:ext cx="9568236" cy="2939653"/>
                <a:chOff x="-566829" y="1359775"/>
                <a:chExt cx="9568236" cy="2939653"/>
              </a:xfrm>
            </p:grpSpPr>
            <p:grpSp>
              <p:nvGrpSpPr>
                <p:cNvPr id="7" name="Group 6">
                  <a:extLst>
                    <a:ext uri="{FF2B5EF4-FFF2-40B4-BE49-F238E27FC236}">
                      <a16:creationId xmlns:a16="http://schemas.microsoft.com/office/drawing/2014/main" id="{7FE1A8F3-10A7-7763-33BA-43E7041C39F5}"/>
                    </a:ext>
                  </a:extLst>
                </p:cNvPr>
                <p:cNvGrpSpPr/>
                <p:nvPr/>
              </p:nvGrpSpPr>
              <p:grpSpPr>
                <a:xfrm>
                  <a:off x="569217" y="1359775"/>
                  <a:ext cx="8432190" cy="1736136"/>
                  <a:chOff x="569217" y="1359775"/>
                  <a:chExt cx="8432190" cy="1736136"/>
                </a:xfrm>
              </p:grpSpPr>
              <p:sp>
                <p:nvSpPr>
                  <p:cNvPr id="27" name="Rounded Rectangle 26">
                    <a:extLst>
                      <a:ext uri="{FF2B5EF4-FFF2-40B4-BE49-F238E27FC236}">
                        <a16:creationId xmlns:a16="http://schemas.microsoft.com/office/drawing/2014/main" id="{AC68B696-9894-E1F5-29D7-58F0D08F87C7}"/>
                      </a:ext>
                    </a:extLst>
                  </p:cNvPr>
                  <p:cNvSpPr/>
                  <p:nvPr/>
                </p:nvSpPr>
                <p:spPr>
                  <a:xfrm>
                    <a:off x="569217" y="1359775"/>
                    <a:ext cx="7400925" cy="173613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F914E736-A99B-63D9-88E7-16FD033F5B66}"/>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29" name="Rectangle 28">
                    <a:extLst>
                      <a:ext uri="{FF2B5EF4-FFF2-40B4-BE49-F238E27FC236}">
                        <a16:creationId xmlns:a16="http://schemas.microsoft.com/office/drawing/2014/main" id="{4C766429-6805-AB06-D790-F244DA2ACA96}"/>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0" name="Rectangle 29">
                    <a:extLst>
                      <a:ext uri="{FF2B5EF4-FFF2-40B4-BE49-F238E27FC236}">
                        <a16:creationId xmlns:a16="http://schemas.microsoft.com/office/drawing/2014/main" id="{172D910B-3570-E0D5-90AE-562BE9D16981}"/>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1" name="Rectangle 30">
                    <a:extLst>
                      <a:ext uri="{FF2B5EF4-FFF2-40B4-BE49-F238E27FC236}">
                        <a16:creationId xmlns:a16="http://schemas.microsoft.com/office/drawing/2014/main" id="{DE091864-4BED-A66F-7BCC-55327384D3DD}"/>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2" name="Rectangle 31">
                    <a:extLst>
                      <a:ext uri="{FF2B5EF4-FFF2-40B4-BE49-F238E27FC236}">
                        <a16:creationId xmlns:a16="http://schemas.microsoft.com/office/drawing/2014/main" id="{DCD0B0B0-9525-60FA-B010-3C7B10E4E352}"/>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3" name="Rectangle 32">
                    <a:extLst>
                      <a:ext uri="{FF2B5EF4-FFF2-40B4-BE49-F238E27FC236}">
                        <a16:creationId xmlns:a16="http://schemas.microsoft.com/office/drawing/2014/main" id="{BF8A06DB-9BE1-79A8-2345-FD4C37A44D2A}"/>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37" name="Straight Arrow Connector 36">
                    <a:extLst>
                      <a:ext uri="{FF2B5EF4-FFF2-40B4-BE49-F238E27FC236}">
                        <a16:creationId xmlns:a16="http://schemas.microsoft.com/office/drawing/2014/main" id="{1AA2FBD7-A08B-41B0-CBAB-6EA8E82F3C5E}"/>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AB61B66-70E3-5D67-9AC8-5A926C5F51E6}"/>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F9AF9B22-FF4F-7CBD-261A-833C10B4C6BC}"/>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376A28C-1F0C-1B11-E1FA-E8504E8AAC8E}"/>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29C8EC5-26FE-AD10-0E0F-199BB6B728AA}"/>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DB86D0D-E143-5B43-2B21-50B3C29E3737}"/>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FBA83338-76D3-7C9C-FBA9-EC9D77FE4C41}"/>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2B532DBC-A5E7-F430-3AAC-6A041F86F9D7}"/>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0D84B65-F988-BBE6-9453-75B39621E5B1}"/>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0954513-9075-C39C-96DB-32EDEAE19F38}"/>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Content Placeholder 2">
                    <a:extLst>
                      <a:ext uri="{FF2B5EF4-FFF2-40B4-BE49-F238E27FC236}">
                        <a16:creationId xmlns:a16="http://schemas.microsoft.com/office/drawing/2014/main" id="{396EF03F-C019-A164-A71F-71A4BB3C079D}"/>
                      </a:ext>
                    </a:extLst>
                  </p:cNvPr>
                  <p:cNvSpPr txBox="1">
                    <a:spLocks/>
                  </p:cNvSpPr>
                  <p:nvPr/>
                </p:nvSpPr>
                <p:spPr>
                  <a:xfrm>
                    <a:off x="8528694" y="231961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Arial" panose="020B0604020202020204" pitchFamily="34" charset="0"/>
                      <a:cs typeface="Arial" panose="020B0604020202020204" pitchFamily="34" charset="0"/>
                    </a:endParaRPr>
                  </a:p>
                </p:txBody>
              </p:sp>
              <p:cxnSp>
                <p:nvCxnSpPr>
                  <p:cNvPr id="51" name="Straight Arrow Connector 50">
                    <a:extLst>
                      <a:ext uri="{FF2B5EF4-FFF2-40B4-BE49-F238E27FC236}">
                        <a16:creationId xmlns:a16="http://schemas.microsoft.com/office/drawing/2014/main" id="{567B3A8F-2A7B-A4AD-9816-0EF0E6B203B0}"/>
                      </a:ext>
                    </a:extLst>
                  </p:cNvPr>
                  <p:cNvCxnSpPr>
                    <a:cxnSpLocks/>
                  </p:cNvCxnSpPr>
                  <p:nvPr/>
                </p:nvCxnSpPr>
                <p:spPr>
                  <a:xfrm flipV="1">
                    <a:off x="1221660"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8" name="Straight Arrow Connector 7">
                  <a:extLst>
                    <a:ext uri="{FF2B5EF4-FFF2-40B4-BE49-F238E27FC236}">
                      <a16:creationId xmlns:a16="http://schemas.microsoft.com/office/drawing/2014/main" id="{E2451E11-EFD5-79A3-D094-0759D3BF2BA1}"/>
                    </a:ext>
                  </a:extLst>
                </p:cNvPr>
                <p:cNvCxnSpPr>
                  <a:cxnSpLocks/>
                </p:cNvCxnSpPr>
                <p:nvPr/>
              </p:nvCxnSpPr>
              <p:spPr>
                <a:xfrm flipV="1">
                  <a:off x="2219819"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0C4E84A-5856-3061-CBFC-BFFC523B23FF}"/>
                    </a:ext>
                  </a:extLst>
                </p:cNvPr>
                <p:cNvCxnSpPr>
                  <a:cxnSpLocks/>
                </p:cNvCxnSpPr>
                <p:nvPr/>
              </p:nvCxnSpPr>
              <p:spPr>
                <a:xfrm flipV="1">
                  <a:off x="324879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B8E0D3D-D676-1C4B-665D-9BD257B3E563}"/>
                    </a:ext>
                  </a:extLst>
                </p:cNvPr>
                <p:cNvCxnSpPr>
                  <a:cxnSpLocks/>
                </p:cNvCxnSpPr>
                <p:nvPr/>
              </p:nvCxnSpPr>
              <p:spPr>
                <a:xfrm flipV="1">
                  <a:off x="6341991"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BA082-2783-0E1F-950B-6508730E0718}"/>
                    </a:ext>
                  </a:extLst>
                </p:cNvPr>
                <p:cNvCxnSpPr>
                  <a:cxnSpLocks/>
                </p:cNvCxnSpPr>
                <p:nvPr/>
              </p:nvCxnSpPr>
              <p:spPr>
                <a:xfrm flipV="1">
                  <a:off x="530395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6F50612-9383-39AC-9C21-BDE3C61BDA35}"/>
                    </a:ext>
                  </a:extLst>
                </p:cNvPr>
                <p:cNvCxnSpPr>
                  <a:cxnSpLocks/>
                </p:cNvCxnSpPr>
                <p:nvPr/>
              </p:nvCxnSpPr>
              <p:spPr>
                <a:xfrm flipV="1">
                  <a:off x="4294256"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D39FB9D-5E3F-F0A1-DC4F-17BEDE42C033}"/>
                    </a:ext>
                  </a:extLst>
                </p:cNvPr>
                <p:cNvCxnSpPr>
                  <a:cxnSpLocks/>
                </p:cNvCxnSpPr>
                <p:nvPr/>
              </p:nvCxnSpPr>
              <p:spPr>
                <a:xfrm flipV="1">
                  <a:off x="121726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5EF967-7C6F-06A0-2CEC-7858F7D5750D}"/>
                    </a:ext>
                  </a:extLst>
                </p:cNvPr>
                <p:cNvSpPr txBox="1"/>
                <p:nvPr/>
              </p:nvSpPr>
              <p:spPr>
                <a:xfrm>
                  <a:off x="-102390" y="3489790"/>
                  <a:ext cx="718899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Yesterday,   the       cat    climbed  the     tree</a:t>
                  </a:r>
                  <a:endParaRPr lang="en-US" dirty="0"/>
                </a:p>
              </p:txBody>
            </p:sp>
            <p:cxnSp>
              <p:nvCxnSpPr>
                <p:cNvPr id="17" name="Straight Arrow Connector 16">
                  <a:extLst>
                    <a:ext uri="{FF2B5EF4-FFF2-40B4-BE49-F238E27FC236}">
                      <a16:creationId xmlns:a16="http://schemas.microsoft.com/office/drawing/2014/main" id="{9DE6E98A-8C95-12E7-65D2-E48EB09CAB72}"/>
                    </a:ext>
                  </a:extLst>
                </p:cNvPr>
                <p:cNvCxnSpPr>
                  <a:cxnSpLocks/>
                </p:cNvCxnSpPr>
                <p:nvPr/>
              </p:nvCxnSpPr>
              <p:spPr>
                <a:xfrm flipV="1">
                  <a:off x="2219819"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BD46A7C-8C41-5C37-027B-C8F6AE839E3E}"/>
                    </a:ext>
                  </a:extLst>
                </p:cNvPr>
                <p:cNvCxnSpPr>
                  <a:cxnSpLocks/>
                </p:cNvCxnSpPr>
                <p:nvPr/>
              </p:nvCxnSpPr>
              <p:spPr>
                <a:xfrm flipV="1">
                  <a:off x="3246189" y="2641860"/>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934838C-902E-AF93-67B2-1CDA3530D582}"/>
                    </a:ext>
                  </a:extLst>
                </p:cNvPr>
                <p:cNvCxnSpPr>
                  <a:cxnSpLocks/>
                </p:cNvCxnSpPr>
                <p:nvPr/>
              </p:nvCxnSpPr>
              <p:spPr>
                <a:xfrm flipV="1">
                  <a:off x="420736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302BC44-6364-D209-2747-C7BEBC68D10C}"/>
                    </a:ext>
                  </a:extLst>
                </p:cNvPr>
                <p:cNvCxnSpPr>
                  <a:cxnSpLocks/>
                </p:cNvCxnSpPr>
                <p:nvPr/>
              </p:nvCxnSpPr>
              <p:spPr>
                <a:xfrm flipV="1">
                  <a:off x="5222561"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4A1F3A2-83ED-BCDD-A391-38CCD7DCC499}"/>
                    </a:ext>
                  </a:extLst>
                </p:cNvPr>
                <p:cNvCxnSpPr>
                  <a:cxnSpLocks/>
                </p:cNvCxnSpPr>
                <p:nvPr/>
              </p:nvCxnSpPr>
              <p:spPr>
                <a:xfrm flipV="1">
                  <a:off x="62711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AFDB302-DE92-B5FA-235A-601835C339AA}"/>
                    </a:ext>
                  </a:extLst>
                </p:cNvPr>
                <p:cNvCxnSpPr>
                  <a:cxnSpLocks/>
                </p:cNvCxnSpPr>
                <p:nvPr/>
              </p:nvCxnSpPr>
              <p:spPr>
                <a:xfrm flipV="1">
                  <a:off x="156404" y="3940166"/>
                  <a:ext cx="6864056" cy="1296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D19A800-AEA6-145F-ECB7-BA7AF2D2CAF4}"/>
                    </a:ext>
                  </a:extLst>
                </p:cNvPr>
                <p:cNvSpPr txBox="1"/>
                <p:nvPr/>
              </p:nvSpPr>
              <p:spPr>
                <a:xfrm>
                  <a:off x="-566829" y="3930096"/>
                  <a:ext cx="7188988"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5" name="Straight Arrow Connector 4">
                <a:extLst>
                  <a:ext uri="{FF2B5EF4-FFF2-40B4-BE49-F238E27FC236}">
                    <a16:creationId xmlns:a16="http://schemas.microsoft.com/office/drawing/2014/main" id="{7A1B4D8C-F6CA-6168-DFAC-16288C2D70AF}"/>
                  </a:ext>
                </a:extLst>
              </p:cNvPr>
              <p:cNvCxnSpPr>
                <a:cxnSpLocks/>
              </p:cNvCxnSpPr>
              <p:nvPr/>
            </p:nvCxnSpPr>
            <p:spPr>
              <a:xfrm>
                <a:off x="1412376" y="2168858"/>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BED1B97-3C56-59A4-9FAB-5A5BA56E5633}"/>
                  </a:ext>
                </a:extLst>
              </p:cNvPr>
              <p:cNvCxnSpPr>
                <a:cxnSpLocks/>
              </p:cNvCxnSpPr>
              <p:nvPr/>
            </p:nvCxnSpPr>
            <p:spPr>
              <a:xfrm>
                <a:off x="1412376" y="2480801"/>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64A6E6B7-217B-1C03-7961-713C87C24C3D}"/>
                </a:ext>
              </a:extLst>
            </p:cNvPr>
            <p:cNvGrpSpPr/>
            <p:nvPr/>
          </p:nvGrpSpPr>
          <p:grpSpPr>
            <a:xfrm>
              <a:off x="547909" y="1311606"/>
              <a:ext cx="6279243" cy="2344284"/>
              <a:chOff x="-102392" y="1359775"/>
              <a:chExt cx="8628922" cy="2528345"/>
            </a:xfrm>
          </p:grpSpPr>
          <p:grpSp>
            <p:nvGrpSpPr>
              <p:cNvPr id="56" name="Group 55">
                <a:extLst>
                  <a:ext uri="{FF2B5EF4-FFF2-40B4-BE49-F238E27FC236}">
                    <a16:creationId xmlns:a16="http://schemas.microsoft.com/office/drawing/2014/main" id="{0D1C508D-546D-4F68-3DDB-E2ACB7220C5A}"/>
                  </a:ext>
                </a:extLst>
              </p:cNvPr>
              <p:cNvGrpSpPr/>
              <p:nvPr/>
            </p:nvGrpSpPr>
            <p:grpSpPr>
              <a:xfrm>
                <a:off x="569217" y="1359775"/>
                <a:ext cx="7957313" cy="1736136"/>
                <a:chOff x="569217" y="1359775"/>
                <a:chExt cx="7957313" cy="1736136"/>
              </a:xfrm>
            </p:grpSpPr>
            <p:sp>
              <p:nvSpPr>
                <p:cNvPr id="73" name="Rounded Rectangle 72">
                  <a:extLst>
                    <a:ext uri="{FF2B5EF4-FFF2-40B4-BE49-F238E27FC236}">
                      <a16:creationId xmlns:a16="http://schemas.microsoft.com/office/drawing/2014/main" id="{523EDE73-4779-BE4D-096C-60343F730EAF}"/>
                    </a:ext>
                  </a:extLst>
                </p:cNvPr>
                <p:cNvSpPr/>
                <p:nvPr/>
              </p:nvSpPr>
              <p:spPr>
                <a:xfrm>
                  <a:off x="569217" y="1359775"/>
                  <a:ext cx="7400925" cy="173613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16FAA73-9E16-F781-48EF-3898D14EA3E0}"/>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75" name="Rectangle 74">
                  <a:extLst>
                    <a:ext uri="{FF2B5EF4-FFF2-40B4-BE49-F238E27FC236}">
                      <a16:creationId xmlns:a16="http://schemas.microsoft.com/office/drawing/2014/main" id="{F21B574B-BF20-79ED-5189-A3B2D8F355EA}"/>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6" name="Rectangle 75">
                  <a:extLst>
                    <a:ext uri="{FF2B5EF4-FFF2-40B4-BE49-F238E27FC236}">
                      <a16:creationId xmlns:a16="http://schemas.microsoft.com/office/drawing/2014/main" id="{AA71391C-08AB-335D-ECE7-2BD02F43ADB5}"/>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7" name="Rectangle 76">
                  <a:extLst>
                    <a:ext uri="{FF2B5EF4-FFF2-40B4-BE49-F238E27FC236}">
                      <a16:creationId xmlns:a16="http://schemas.microsoft.com/office/drawing/2014/main" id="{83CA7F4C-8CE4-DBF6-09CC-2E07A4957CD0}"/>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8" name="Rectangle 77">
                  <a:extLst>
                    <a:ext uri="{FF2B5EF4-FFF2-40B4-BE49-F238E27FC236}">
                      <a16:creationId xmlns:a16="http://schemas.microsoft.com/office/drawing/2014/main" id="{7EE3A8A1-1A12-C9C6-47D3-7DBFFBDF945B}"/>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9" name="Rectangle 78">
                  <a:extLst>
                    <a:ext uri="{FF2B5EF4-FFF2-40B4-BE49-F238E27FC236}">
                      <a16:creationId xmlns:a16="http://schemas.microsoft.com/office/drawing/2014/main" id="{196869B7-30EA-80A4-DE19-6F2D3D801BA1}"/>
                    </a:ext>
                  </a:extLst>
                </p:cNvPr>
                <p:cNvSpPr/>
                <p:nvPr/>
              </p:nvSpPr>
              <p:spPr>
                <a:xfrm>
                  <a:off x="5883490" y="2072316"/>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80" name="Straight Arrow Connector 79">
                  <a:extLst>
                    <a:ext uri="{FF2B5EF4-FFF2-40B4-BE49-F238E27FC236}">
                      <a16:creationId xmlns:a16="http://schemas.microsoft.com/office/drawing/2014/main" id="{520B53A9-86FB-335B-AC70-8CD7D6F5DA00}"/>
                    </a:ext>
                  </a:extLst>
                </p:cNvPr>
                <p:cNvCxnSpPr>
                  <a:cxnSpLocks/>
                </p:cNvCxnSpPr>
                <p:nvPr/>
              </p:nvCxnSpPr>
              <p:spPr>
                <a:xfrm>
                  <a:off x="7712132" y="2336470"/>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DAA9FB7B-3FF3-8145-43AC-AE7D40F6F434}"/>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5777895C-6213-3625-EFF9-A701EB50B1AC}"/>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61A83584-7608-3912-4439-9CF875E0C754}"/>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9BBD6687-1788-4928-C02B-429E2D74DC4D}"/>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7F8D223C-CC6C-F492-19DB-525C855B03E6}"/>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15BA6235-3D4C-A8ED-C630-5EA50E2B60E3}"/>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07D7CB0-F939-0CDF-F775-10F473E78F93}"/>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85461799-BA88-D6C5-44FC-26EEE404DF15}"/>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47011F43-5B1D-E5CE-A40F-1B33FE9F4463}"/>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F1E961C-763F-BEBC-D7A8-EF62C324FB47}"/>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1C087EFD-15B3-645B-8758-073C0DD433EC}"/>
                    </a:ext>
                  </a:extLst>
                </p:cNvPr>
                <p:cNvCxnSpPr>
                  <a:cxnSpLocks/>
                </p:cNvCxnSpPr>
                <p:nvPr/>
              </p:nvCxnSpPr>
              <p:spPr>
                <a:xfrm flipV="1">
                  <a:off x="1240187"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57" name="Straight Arrow Connector 56">
                <a:extLst>
                  <a:ext uri="{FF2B5EF4-FFF2-40B4-BE49-F238E27FC236}">
                    <a16:creationId xmlns:a16="http://schemas.microsoft.com/office/drawing/2014/main" id="{6C33044E-D3AF-1DCE-EEC6-0D61A8D1616E}"/>
                  </a:ext>
                </a:extLst>
              </p:cNvPr>
              <p:cNvCxnSpPr>
                <a:cxnSpLocks/>
              </p:cNvCxnSpPr>
              <p:nvPr/>
            </p:nvCxnSpPr>
            <p:spPr>
              <a:xfrm flipV="1">
                <a:off x="2200183"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D13F148D-5A60-4366-AECD-4F6E1E9DA572}"/>
                  </a:ext>
                </a:extLst>
              </p:cNvPr>
              <p:cNvCxnSpPr>
                <a:cxnSpLocks/>
              </p:cNvCxnSpPr>
              <p:nvPr/>
            </p:nvCxnSpPr>
            <p:spPr>
              <a:xfrm flipV="1">
                <a:off x="334696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FD416215-6DFC-AF51-E1F7-0947CB8C400E}"/>
                  </a:ext>
                </a:extLst>
              </p:cNvPr>
              <p:cNvCxnSpPr>
                <a:cxnSpLocks/>
              </p:cNvCxnSpPr>
              <p:nvPr/>
            </p:nvCxnSpPr>
            <p:spPr>
              <a:xfrm flipV="1">
                <a:off x="626794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E2877F8C-C2FE-0A53-422C-2EBAC875D6C1}"/>
                  </a:ext>
                </a:extLst>
              </p:cNvPr>
              <p:cNvCxnSpPr>
                <a:cxnSpLocks/>
              </p:cNvCxnSpPr>
              <p:nvPr/>
            </p:nvCxnSpPr>
            <p:spPr>
              <a:xfrm flipV="1">
                <a:off x="5264808"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BB1D65DB-9D03-66C1-AEEB-6249688A1350}"/>
                  </a:ext>
                </a:extLst>
              </p:cNvPr>
              <p:cNvCxnSpPr>
                <a:cxnSpLocks/>
              </p:cNvCxnSpPr>
              <p:nvPr/>
            </p:nvCxnSpPr>
            <p:spPr>
              <a:xfrm flipV="1">
                <a:off x="424981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01952EE0-2691-1D4D-ABD3-18F8566793A6}"/>
                  </a:ext>
                </a:extLst>
              </p:cNvPr>
              <p:cNvCxnSpPr>
                <a:cxnSpLocks/>
              </p:cNvCxnSpPr>
              <p:nvPr/>
            </p:nvCxnSpPr>
            <p:spPr>
              <a:xfrm flipV="1">
                <a:off x="117800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612EAFE0-9A84-DF49-6A8A-7C74886301F7}"/>
                  </a:ext>
                </a:extLst>
              </p:cNvPr>
              <p:cNvSpPr txBox="1"/>
              <p:nvPr/>
            </p:nvSpPr>
            <p:spPr>
              <a:xfrm>
                <a:off x="-102392" y="3489790"/>
                <a:ext cx="810192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&lt;START&gt;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endParaRPr lang="en-US" dirty="0"/>
              </a:p>
            </p:txBody>
          </p:sp>
          <p:cxnSp>
            <p:nvCxnSpPr>
              <p:cNvPr id="65" name="Straight Arrow Connector 64">
                <a:extLst>
                  <a:ext uri="{FF2B5EF4-FFF2-40B4-BE49-F238E27FC236}">
                    <a16:creationId xmlns:a16="http://schemas.microsoft.com/office/drawing/2014/main" id="{CB016F32-C2D7-AF3B-EAC1-5152CBA2EA0F}"/>
                  </a:ext>
                </a:extLst>
              </p:cNvPr>
              <p:cNvCxnSpPr>
                <a:cxnSpLocks/>
              </p:cNvCxnSpPr>
              <p:nvPr/>
            </p:nvCxnSpPr>
            <p:spPr>
              <a:xfrm flipV="1">
                <a:off x="220018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79605BA5-6606-CCF5-471B-9ABA0B2938B4}"/>
                  </a:ext>
                </a:extLst>
              </p:cNvPr>
              <p:cNvCxnSpPr>
                <a:cxnSpLocks/>
              </p:cNvCxnSpPr>
              <p:nvPr/>
            </p:nvCxnSpPr>
            <p:spPr>
              <a:xfrm flipV="1">
                <a:off x="32073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A75E0481-9A86-F83C-A7D0-BF13F4DE9A12}"/>
                  </a:ext>
                </a:extLst>
              </p:cNvPr>
              <p:cNvCxnSpPr>
                <a:cxnSpLocks/>
              </p:cNvCxnSpPr>
              <p:nvPr/>
            </p:nvCxnSpPr>
            <p:spPr>
              <a:xfrm flipV="1">
                <a:off x="424981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6653DE09-112F-1F1C-1051-08537F5FA84D}"/>
                  </a:ext>
                </a:extLst>
              </p:cNvPr>
              <p:cNvCxnSpPr>
                <a:cxnSpLocks/>
              </p:cNvCxnSpPr>
              <p:nvPr/>
            </p:nvCxnSpPr>
            <p:spPr>
              <a:xfrm flipV="1">
                <a:off x="526480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A29D298D-DA95-AB2A-942E-CEE1961EEF60}"/>
                  </a:ext>
                </a:extLst>
              </p:cNvPr>
              <p:cNvCxnSpPr>
                <a:cxnSpLocks/>
              </p:cNvCxnSpPr>
              <p:nvPr/>
            </p:nvCxnSpPr>
            <p:spPr>
              <a:xfrm flipV="1">
                <a:off x="6267942"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FD25BE4-FC12-3B1A-8FF5-B054A2C41DAE}"/>
                  </a:ext>
                </a:extLst>
              </p:cNvPr>
              <p:cNvCxnSpPr>
                <a:cxnSpLocks/>
              </p:cNvCxnSpPr>
              <p:nvPr/>
            </p:nvCxnSpPr>
            <p:spPr>
              <a:xfrm flipV="1">
                <a:off x="72755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7" name="Rectangle 96">
              <a:extLst>
                <a:ext uri="{FF2B5EF4-FFF2-40B4-BE49-F238E27FC236}">
                  <a16:creationId xmlns:a16="http://schemas.microsoft.com/office/drawing/2014/main" id="{80919A85-C3A4-BC4C-B10C-B713AF106280}"/>
                </a:ext>
              </a:extLst>
            </p:cNvPr>
            <p:cNvSpPr/>
            <p:nvPr/>
          </p:nvSpPr>
          <p:spPr>
            <a:xfrm>
              <a:off x="5641896" y="1953025"/>
              <a:ext cx="592621" cy="529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98" name="Straight Arrow Connector 97">
              <a:extLst>
                <a:ext uri="{FF2B5EF4-FFF2-40B4-BE49-F238E27FC236}">
                  <a16:creationId xmlns:a16="http://schemas.microsoft.com/office/drawing/2014/main" id="{02441805-D929-82BD-5E6F-528F39674802}"/>
                </a:ext>
              </a:extLst>
            </p:cNvPr>
            <p:cNvCxnSpPr>
              <a:cxnSpLocks/>
            </p:cNvCxnSpPr>
            <p:nvPr/>
          </p:nvCxnSpPr>
          <p:spPr>
            <a:xfrm>
              <a:off x="5522198" y="2086503"/>
              <a:ext cx="177847" cy="366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1D746F92-84ED-A664-A101-8E2FAB453235}"/>
                </a:ext>
              </a:extLst>
            </p:cNvPr>
            <p:cNvCxnSpPr>
              <a:cxnSpLocks/>
            </p:cNvCxnSpPr>
            <p:nvPr/>
          </p:nvCxnSpPr>
          <p:spPr>
            <a:xfrm>
              <a:off x="5522198" y="2372755"/>
              <a:ext cx="152522"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A16D60F5-540E-0E42-6403-00A1527651E7}"/>
                </a:ext>
              </a:extLst>
            </p:cNvPr>
            <p:cNvSpPr txBox="1"/>
            <p:nvPr/>
          </p:nvSpPr>
          <p:spPr>
            <a:xfrm>
              <a:off x="627101" y="1254411"/>
              <a:ext cx="5895745"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r>
                <a:rPr lang="en-US" sz="1400" dirty="0">
                  <a:solidFill>
                    <a:srgbClr val="0E0E0E"/>
                  </a:solidFill>
                  <a:effectLst/>
                  <a:latin typeface="Arial" panose="020B0604020202020204" pitchFamily="34" charset="0"/>
                  <a:cs typeface="Arial" panose="020B0604020202020204" pitchFamily="34" charset="0"/>
                </a:rPr>
                <a:t>          &lt;END&gt;</a:t>
              </a:r>
              <a:endParaRPr lang="en-US" dirty="0"/>
            </a:p>
          </p:txBody>
        </p:sp>
        <p:cxnSp>
          <p:nvCxnSpPr>
            <p:cNvPr id="102" name="Straight Arrow Connector 101">
              <a:extLst>
                <a:ext uri="{FF2B5EF4-FFF2-40B4-BE49-F238E27FC236}">
                  <a16:creationId xmlns:a16="http://schemas.microsoft.com/office/drawing/2014/main" id="{85117233-BB21-830C-B4E8-CFA7AF94E5E5}"/>
                </a:ext>
              </a:extLst>
            </p:cNvPr>
            <p:cNvCxnSpPr>
              <a:cxnSpLocks/>
            </p:cNvCxnSpPr>
            <p:nvPr/>
          </p:nvCxnSpPr>
          <p:spPr>
            <a:xfrm flipV="1">
              <a:off x="5938206" y="1623743"/>
              <a:ext cx="0" cy="33901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ECA3D564-4B69-D22D-E79F-C4D92F5C5C0C}"/>
                </a:ext>
              </a:extLst>
            </p:cNvPr>
            <p:cNvCxnSpPr>
              <a:cxnSpLocks/>
              <a:stCxn id="33" idx="3"/>
              <a:endCxn id="73" idx="1"/>
            </p:cNvCxnSpPr>
            <p:nvPr/>
          </p:nvCxnSpPr>
          <p:spPr>
            <a:xfrm flipH="1" flipV="1">
              <a:off x="1036637" y="2116480"/>
              <a:ext cx="4257258" cy="2705832"/>
            </a:xfrm>
            <a:prstGeom prst="bentConnector5">
              <a:avLst>
                <a:gd name="adj1" fmla="val -5370"/>
                <a:gd name="adj2" fmla="val 40023"/>
                <a:gd name="adj3" fmla="val 105370"/>
              </a:avLst>
            </a:prstGeom>
            <a:ln w="381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467E6FF4-86FA-44F2-133C-6972F530CD60}"/>
                </a:ext>
              </a:extLst>
            </p:cNvPr>
            <p:cNvCxnSpPr>
              <a:cxnSpLocks/>
            </p:cNvCxnSpPr>
            <p:nvPr/>
          </p:nvCxnSpPr>
          <p:spPr>
            <a:xfrm>
              <a:off x="1036637" y="2116479"/>
              <a:ext cx="2832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10" name="Ink 9">
                <a:extLst>
                  <a:ext uri="{FF2B5EF4-FFF2-40B4-BE49-F238E27FC236}">
                    <a16:creationId xmlns:a16="http://schemas.microsoft.com/office/drawing/2014/main" id="{2CC8534B-8AA2-1F45-7177-EB0923DF41CD}"/>
                  </a:ext>
                </a:extLst>
              </p14:cNvPr>
              <p14:cNvContentPartPr/>
              <p14:nvPr/>
            </p14:nvContentPartPr>
            <p14:xfrm>
              <a:off x="719999" y="851005"/>
              <a:ext cx="11360011" cy="5947595"/>
            </p14:xfrm>
          </p:contentPart>
        </mc:Choice>
        <mc:Fallback xmlns="">
          <p:pic>
            <p:nvPicPr>
              <p:cNvPr id="10" name="Ink 9">
                <a:extLst>
                  <a:ext uri="{FF2B5EF4-FFF2-40B4-BE49-F238E27FC236}">
                    <a16:creationId xmlns:a16="http://schemas.microsoft.com/office/drawing/2014/main" id="{2CC8534B-8AA2-1F45-7177-EB0923DF41CD}"/>
                  </a:ext>
                </a:extLst>
              </p:cNvPr>
              <p:cNvPicPr/>
              <p:nvPr/>
            </p:nvPicPr>
            <p:blipFill>
              <a:blip r:embed="rId3"/>
              <a:stretch>
                <a:fillRect/>
              </a:stretch>
            </p:blipFill>
            <p:spPr>
              <a:xfrm>
                <a:off x="710639" y="841645"/>
                <a:ext cx="11378731" cy="5966315"/>
              </a:xfrm>
              <a:prstGeom prst="rect">
                <a:avLst/>
              </a:prstGeom>
            </p:spPr>
          </p:pic>
        </mc:Fallback>
      </mc:AlternateContent>
    </p:spTree>
    <p:extLst>
      <p:ext uri="{BB962C8B-B14F-4D97-AF65-F5344CB8AC3E}">
        <p14:creationId xmlns:p14="http://schemas.microsoft.com/office/powerpoint/2010/main" val="1648715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F0353-5548-59BB-C4F1-86A1F3C6D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B78B9-A1D8-484C-8FDA-4ECC64FED36E}"/>
              </a:ext>
            </a:extLst>
          </p:cNvPr>
          <p:cNvSpPr>
            <a:spLocks noGrp="1"/>
          </p:cNvSpPr>
          <p:nvPr>
            <p:ph type="title"/>
          </p:nvPr>
        </p:nvSpPr>
        <p:spPr>
          <a:xfrm>
            <a:off x="340659" y="345887"/>
            <a:ext cx="10515600" cy="670299"/>
          </a:xfrm>
        </p:spPr>
        <p:txBody>
          <a:bodyPr>
            <a:normAutofit fontScale="90000"/>
          </a:bodyPr>
          <a:lstStyle/>
          <a:p>
            <a:r>
              <a:rPr lang="en-US" dirty="0"/>
              <a:t>Attention Mechanism</a:t>
            </a:r>
          </a:p>
        </p:txBody>
      </p:sp>
      <p:sp>
        <p:nvSpPr>
          <p:cNvPr id="24" name="Content Placeholder 2">
            <a:extLst>
              <a:ext uri="{FF2B5EF4-FFF2-40B4-BE49-F238E27FC236}">
                <a16:creationId xmlns:a16="http://schemas.microsoft.com/office/drawing/2014/main" id="{6A044F54-EFBB-A15A-74CB-8FF83B9C70FD}"/>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grpSp>
        <p:nvGrpSpPr>
          <p:cNvPr id="124" name="Group 123">
            <a:extLst>
              <a:ext uri="{FF2B5EF4-FFF2-40B4-BE49-F238E27FC236}">
                <a16:creationId xmlns:a16="http://schemas.microsoft.com/office/drawing/2014/main" id="{943543A7-9912-BD3C-D854-B2B81DAF47BB}"/>
              </a:ext>
            </a:extLst>
          </p:cNvPr>
          <p:cNvGrpSpPr/>
          <p:nvPr/>
        </p:nvGrpSpPr>
        <p:grpSpPr>
          <a:xfrm>
            <a:off x="21614" y="1254411"/>
            <a:ext cx="6962779" cy="5382767"/>
            <a:chOff x="21614" y="1254411"/>
            <a:chExt cx="6962779" cy="5382767"/>
          </a:xfrm>
        </p:grpSpPr>
        <p:grpSp>
          <p:nvGrpSpPr>
            <p:cNvPr id="3" name="Group 2">
              <a:extLst>
                <a:ext uri="{FF2B5EF4-FFF2-40B4-BE49-F238E27FC236}">
                  <a16:creationId xmlns:a16="http://schemas.microsoft.com/office/drawing/2014/main" id="{D9E7C407-FEA2-36F6-77E0-F2F4B0147BC0}"/>
                </a:ext>
              </a:extLst>
            </p:cNvPr>
            <p:cNvGrpSpPr/>
            <p:nvPr/>
          </p:nvGrpSpPr>
          <p:grpSpPr>
            <a:xfrm>
              <a:off x="21614" y="3911529"/>
              <a:ext cx="6962779" cy="2725649"/>
              <a:chOff x="878792" y="1333120"/>
              <a:chExt cx="9568236" cy="2939653"/>
            </a:xfrm>
          </p:grpSpPr>
          <p:grpSp>
            <p:nvGrpSpPr>
              <p:cNvPr id="4" name="Group 3">
                <a:extLst>
                  <a:ext uri="{FF2B5EF4-FFF2-40B4-BE49-F238E27FC236}">
                    <a16:creationId xmlns:a16="http://schemas.microsoft.com/office/drawing/2014/main" id="{80A191CF-67C0-5806-1999-FE166033DC9D}"/>
                  </a:ext>
                </a:extLst>
              </p:cNvPr>
              <p:cNvGrpSpPr/>
              <p:nvPr/>
            </p:nvGrpSpPr>
            <p:grpSpPr>
              <a:xfrm>
                <a:off x="878792" y="1333120"/>
                <a:ext cx="9568236" cy="2939653"/>
                <a:chOff x="-566829" y="1359775"/>
                <a:chExt cx="9568236" cy="2939653"/>
              </a:xfrm>
            </p:grpSpPr>
            <p:grpSp>
              <p:nvGrpSpPr>
                <p:cNvPr id="7" name="Group 6">
                  <a:extLst>
                    <a:ext uri="{FF2B5EF4-FFF2-40B4-BE49-F238E27FC236}">
                      <a16:creationId xmlns:a16="http://schemas.microsoft.com/office/drawing/2014/main" id="{7FE1A8F3-10A7-7763-33BA-43E7041C39F5}"/>
                    </a:ext>
                  </a:extLst>
                </p:cNvPr>
                <p:cNvGrpSpPr/>
                <p:nvPr/>
              </p:nvGrpSpPr>
              <p:grpSpPr>
                <a:xfrm>
                  <a:off x="569217" y="1359775"/>
                  <a:ext cx="8432190" cy="1736136"/>
                  <a:chOff x="569217" y="1359775"/>
                  <a:chExt cx="8432190" cy="1736136"/>
                </a:xfrm>
              </p:grpSpPr>
              <p:sp>
                <p:nvSpPr>
                  <p:cNvPr id="27" name="Rounded Rectangle 26">
                    <a:extLst>
                      <a:ext uri="{FF2B5EF4-FFF2-40B4-BE49-F238E27FC236}">
                        <a16:creationId xmlns:a16="http://schemas.microsoft.com/office/drawing/2014/main" id="{AC68B696-9894-E1F5-29D7-58F0D08F87C7}"/>
                      </a:ext>
                    </a:extLst>
                  </p:cNvPr>
                  <p:cNvSpPr/>
                  <p:nvPr/>
                </p:nvSpPr>
                <p:spPr>
                  <a:xfrm>
                    <a:off x="569217" y="1359775"/>
                    <a:ext cx="7400925" cy="173613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F914E736-A99B-63D9-88E7-16FD033F5B66}"/>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29" name="Rectangle 28">
                    <a:extLst>
                      <a:ext uri="{FF2B5EF4-FFF2-40B4-BE49-F238E27FC236}">
                        <a16:creationId xmlns:a16="http://schemas.microsoft.com/office/drawing/2014/main" id="{4C766429-6805-AB06-D790-F244DA2ACA96}"/>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0" name="Rectangle 29">
                    <a:extLst>
                      <a:ext uri="{FF2B5EF4-FFF2-40B4-BE49-F238E27FC236}">
                        <a16:creationId xmlns:a16="http://schemas.microsoft.com/office/drawing/2014/main" id="{172D910B-3570-E0D5-90AE-562BE9D16981}"/>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1" name="Rectangle 30">
                    <a:extLst>
                      <a:ext uri="{FF2B5EF4-FFF2-40B4-BE49-F238E27FC236}">
                        <a16:creationId xmlns:a16="http://schemas.microsoft.com/office/drawing/2014/main" id="{DE091864-4BED-A66F-7BCC-55327384D3DD}"/>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2" name="Rectangle 31">
                    <a:extLst>
                      <a:ext uri="{FF2B5EF4-FFF2-40B4-BE49-F238E27FC236}">
                        <a16:creationId xmlns:a16="http://schemas.microsoft.com/office/drawing/2014/main" id="{DCD0B0B0-9525-60FA-B010-3C7B10E4E352}"/>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3" name="Rectangle 32">
                    <a:extLst>
                      <a:ext uri="{FF2B5EF4-FFF2-40B4-BE49-F238E27FC236}">
                        <a16:creationId xmlns:a16="http://schemas.microsoft.com/office/drawing/2014/main" id="{BF8A06DB-9BE1-79A8-2345-FD4C37A44D2A}"/>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37" name="Straight Arrow Connector 36">
                    <a:extLst>
                      <a:ext uri="{FF2B5EF4-FFF2-40B4-BE49-F238E27FC236}">
                        <a16:creationId xmlns:a16="http://schemas.microsoft.com/office/drawing/2014/main" id="{1AA2FBD7-A08B-41B0-CBAB-6EA8E82F3C5E}"/>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EAB61B66-70E3-5D67-9AC8-5A926C5F51E6}"/>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F9AF9B22-FF4F-7CBD-261A-833C10B4C6BC}"/>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376A28C-1F0C-1B11-E1FA-E8504E8AAC8E}"/>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A29C8EC5-26FE-AD10-0E0F-199BB6B728AA}"/>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9DB86D0D-E143-5B43-2B21-50B3C29E3737}"/>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FBA83338-76D3-7C9C-FBA9-EC9D77FE4C41}"/>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2B532DBC-A5E7-F430-3AAC-6A041F86F9D7}"/>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50D84B65-F988-BBE6-9453-75B39621E5B1}"/>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20954513-9075-C39C-96DB-32EDEAE19F38}"/>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50" name="Content Placeholder 2">
                    <a:extLst>
                      <a:ext uri="{FF2B5EF4-FFF2-40B4-BE49-F238E27FC236}">
                        <a16:creationId xmlns:a16="http://schemas.microsoft.com/office/drawing/2014/main" id="{396EF03F-C019-A164-A71F-71A4BB3C079D}"/>
                      </a:ext>
                    </a:extLst>
                  </p:cNvPr>
                  <p:cNvSpPr txBox="1">
                    <a:spLocks/>
                  </p:cNvSpPr>
                  <p:nvPr/>
                </p:nvSpPr>
                <p:spPr>
                  <a:xfrm>
                    <a:off x="8528694" y="231961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Arial" panose="020B0604020202020204" pitchFamily="34" charset="0"/>
                      <a:cs typeface="Arial" panose="020B0604020202020204" pitchFamily="34" charset="0"/>
                    </a:endParaRPr>
                  </a:p>
                </p:txBody>
              </p:sp>
              <p:cxnSp>
                <p:nvCxnSpPr>
                  <p:cNvPr id="51" name="Straight Arrow Connector 50">
                    <a:extLst>
                      <a:ext uri="{FF2B5EF4-FFF2-40B4-BE49-F238E27FC236}">
                        <a16:creationId xmlns:a16="http://schemas.microsoft.com/office/drawing/2014/main" id="{567B3A8F-2A7B-A4AD-9816-0EF0E6B203B0}"/>
                      </a:ext>
                    </a:extLst>
                  </p:cNvPr>
                  <p:cNvCxnSpPr>
                    <a:cxnSpLocks/>
                  </p:cNvCxnSpPr>
                  <p:nvPr/>
                </p:nvCxnSpPr>
                <p:spPr>
                  <a:xfrm flipV="1">
                    <a:off x="1221660"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8" name="Straight Arrow Connector 7">
                  <a:extLst>
                    <a:ext uri="{FF2B5EF4-FFF2-40B4-BE49-F238E27FC236}">
                      <a16:creationId xmlns:a16="http://schemas.microsoft.com/office/drawing/2014/main" id="{E2451E11-EFD5-79A3-D094-0759D3BF2BA1}"/>
                    </a:ext>
                  </a:extLst>
                </p:cNvPr>
                <p:cNvCxnSpPr>
                  <a:cxnSpLocks/>
                </p:cNvCxnSpPr>
                <p:nvPr/>
              </p:nvCxnSpPr>
              <p:spPr>
                <a:xfrm flipV="1">
                  <a:off x="2219819"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20C4E84A-5856-3061-CBFC-BFFC523B23FF}"/>
                    </a:ext>
                  </a:extLst>
                </p:cNvPr>
                <p:cNvCxnSpPr>
                  <a:cxnSpLocks/>
                </p:cNvCxnSpPr>
                <p:nvPr/>
              </p:nvCxnSpPr>
              <p:spPr>
                <a:xfrm flipV="1">
                  <a:off x="324879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BB8E0D3D-D676-1C4B-665D-9BD257B3E563}"/>
                    </a:ext>
                  </a:extLst>
                </p:cNvPr>
                <p:cNvCxnSpPr>
                  <a:cxnSpLocks/>
                </p:cNvCxnSpPr>
                <p:nvPr/>
              </p:nvCxnSpPr>
              <p:spPr>
                <a:xfrm flipV="1">
                  <a:off x="6341991"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E82BA082-2783-0E1F-950B-6508730E0718}"/>
                    </a:ext>
                  </a:extLst>
                </p:cNvPr>
                <p:cNvCxnSpPr>
                  <a:cxnSpLocks/>
                </p:cNvCxnSpPr>
                <p:nvPr/>
              </p:nvCxnSpPr>
              <p:spPr>
                <a:xfrm flipV="1">
                  <a:off x="530395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6F50612-9383-39AC-9C21-BDE3C61BDA35}"/>
                    </a:ext>
                  </a:extLst>
                </p:cNvPr>
                <p:cNvCxnSpPr>
                  <a:cxnSpLocks/>
                </p:cNvCxnSpPr>
                <p:nvPr/>
              </p:nvCxnSpPr>
              <p:spPr>
                <a:xfrm flipV="1">
                  <a:off x="4294256"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9D39FB9D-5E3F-F0A1-DC4F-17BEDE42C033}"/>
                    </a:ext>
                  </a:extLst>
                </p:cNvPr>
                <p:cNvCxnSpPr>
                  <a:cxnSpLocks/>
                </p:cNvCxnSpPr>
                <p:nvPr/>
              </p:nvCxnSpPr>
              <p:spPr>
                <a:xfrm flipV="1">
                  <a:off x="121726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5D5EF967-7C6F-06A0-2CEC-7858F7D5750D}"/>
                    </a:ext>
                  </a:extLst>
                </p:cNvPr>
                <p:cNvSpPr txBox="1"/>
                <p:nvPr/>
              </p:nvSpPr>
              <p:spPr>
                <a:xfrm>
                  <a:off x="-102390" y="3489790"/>
                  <a:ext cx="718899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Yesterday,   the       cat    climbed  the     tree</a:t>
                  </a:r>
                  <a:endParaRPr lang="en-US" dirty="0"/>
                </a:p>
              </p:txBody>
            </p:sp>
            <p:cxnSp>
              <p:nvCxnSpPr>
                <p:cNvPr id="17" name="Straight Arrow Connector 16">
                  <a:extLst>
                    <a:ext uri="{FF2B5EF4-FFF2-40B4-BE49-F238E27FC236}">
                      <a16:creationId xmlns:a16="http://schemas.microsoft.com/office/drawing/2014/main" id="{9DE6E98A-8C95-12E7-65D2-E48EB09CAB72}"/>
                    </a:ext>
                  </a:extLst>
                </p:cNvPr>
                <p:cNvCxnSpPr>
                  <a:cxnSpLocks/>
                </p:cNvCxnSpPr>
                <p:nvPr/>
              </p:nvCxnSpPr>
              <p:spPr>
                <a:xfrm flipV="1">
                  <a:off x="2219819"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BD46A7C-8C41-5C37-027B-C8F6AE839E3E}"/>
                    </a:ext>
                  </a:extLst>
                </p:cNvPr>
                <p:cNvCxnSpPr>
                  <a:cxnSpLocks/>
                </p:cNvCxnSpPr>
                <p:nvPr/>
              </p:nvCxnSpPr>
              <p:spPr>
                <a:xfrm flipV="1">
                  <a:off x="3246189" y="2641860"/>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934838C-902E-AF93-67B2-1CDA3530D582}"/>
                    </a:ext>
                  </a:extLst>
                </p:cNvPr>
                <p:cNvCxnSpPr>
                  <a:cxnSpLocks/>
                </p:cNvCxnSpPr>
                <p:nvPr/>
              </p:nvCxnSpPr>
              <p:spPr>
                <a:xfrm flipV="1">
                  <a:off x="420736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0302BC44-6364-D209-2747-C7BEBC68D10C}"/>
                    </a:ext>
                  </a:extLst>
                </p:cNvPr>
                <p:cNvCxnSpPr>
                  <a:cxnSpLocks/>
                </p:cNvCxnSpPr>
                <p:nvPr/>
              </p:nvCxnSpPr>
              <p:spPr>
                <a:xfrm flipV="1">
                  <a:off x="5222561"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64A1F3A2-83ED-BCDD-A391-38CCD7DCC499}"/>
                    </a:ext>
                  </a:extLst>
                </p:cNvPr>
                <p:cNvCxnSpPr>
                  <a:cxnSpLocks/>
                </p:cNvCxnSpPr>
                <p:nvPr/>
              </p:nvCxnSpPr>
              <p:spPr>
                <a:xfrm flipV="1">
                  <a:off x="62711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4AFDB302-DE92-B5FA-235A-601835C339AA}"/>
                    </a:ext>
                  </a:extLst>
                </p:cNvPr>
                <p:cNvCxnSpPr>
                  <a:cxnSpLocks/>
                </p:cNvCxnSpPr>
                <p:nvPr/>
              </p:nvCxnSpPr>
              <p:spPr>
                <a:xfrm flipV="1">
                  <a:off x="156404" y="3940166"/>
                  <a:ext cx="6864056" cy="1296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5D19A800-AEA6-145F-ECB7-BA7AF2D2CAF4}"/>
                    </a:ext>
                  </a:extLst>
                </p:cNvPr>
                <p:cNvSpPr txBox="1"/>
                <p:nvPr/>
              </p:nvSpPr>
              <p:spPr>
                <a:xfrm>
                  <a:off x="-566829" y="3930096"/>
                  <a:ext cx="7188988"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5" name="Straight Arrow Connector 4">
                <a:extLst>
                  <a:ext uri="{FF2B5EF4-FFF2-40B4-BE49-F238E27FC236}">
                    <a16:creationId xmlns:a16="http://schemas.microsoft.com/office/drawing/2014/main" id="{7A1B4D8C-F6CA-6168-DFAC-16288C2D70AF}"/>
                  </a:ext>
                </a:extLst>
              </p:cNvPr>
              <p:cNvCxnSpPr>
                <a:cxnSpLocks/>
              </p:cNvCxnSpPr>
              <p:nvPr/>
            </p:nvCxnSpPr>
            <p:spPr>
              <a:xfrm>
                <a:off x="1412376" y="2168858"/>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Arrow Connector 5">
                <a:extLst>
                  <a:ext uri="{FF2B5EF4-FFF2-40B4-BE49-F238E27FC236}">
                    <a16:creationId xmlns:a16="http://schemas.microsoft.com/office/drawing/2014/main" id="{FBED1B97-3C56-59A4-9FAB-5A5BA56E5633}"/>
                  </a:ext>
                </a:extLst>
              </p:cNvPr>
              <p:cNvCxnSpPr>
                <a:cxnSpLocks/>
              </p:cNvCxnSpPr>
              <p:nvPr/>
            </p:nvCxnSpPr>
            <p:spPr>
              <a:xfrm>
                <a:off x="1412376" y="2480801"/>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53" name="Group 52">
              <a:extLst>
                <a:ext uri="{FF2B5EF4-FFF2-40B4-BE49-F238E27FC236}">
                  <a16:creationId xmlns:a16="http://schemas.microsoft.com/office/drawing/2014/main" id="{64A6E6B7-217B-1C03-7961-713C87C24C3D}"/>
                </a:ext>
              </a:extLst>
            </p:cNvPr>
            <p:cNvGrpSpPr/>
            <p:nvPr/>
          </p:nvGrpSpPr>
          <p:grpSpPr>
            <a:xfrm>
              <a:off x="547909" y="1311606"/>
              <a:ext cx="6279243" cy="2344284"/>
              <a:chOff x="-102392" y="1359775"/>
              <a:chExt cx="8628922" cy="2528345"/>
            </a:xfrm>
          </p:grpSpPr>
          <p:grpSp>
            <p:nvGrpSpPr>
              <p:cNvPr id="56" name="Group 55">
                <a:extLst>
                  <a:ext uri="{FF2B5EF4-FFF2-40B4-BE49-F238E27FC236}">
                    <a16:creationId xmlns:a16="http://schemas.microsoft.com/office/drawing/2014/main" id="{0D1C508D-546D-4F68-3DDB-E2ACB7220C5A}"/>
                  </a:ext>
                </a:extLst>
              </p:cNvPr>
              <p:cNvGrpSpPr/>
              <p:nvPr/>
            </p:nvGrpSpPr>
            <p:grpSpPr>
              <a:xfrm>
                <a:off x="569217" y="1359775"/>
                <a:ext cx="7957313" cy="1736136"/>
                <a:chOff x="569217" y="1359775"/>
                <a:chExt cx="7957313" cy="1736136"/>
              </a:xfrm>
            </p:grpSpPr>
            <p:sp>
              <p:nvSpPr>
                <p:cNvPr id="73" name="Rounded Rectangle 72">
                  <a:extLst>
                    <a:ext uri="{FF2B5EF4-FFF2-40B4-BE49-F238E27FC236}">
                      <a16:creationId xmlns:a16="http://schemas.microsoft.com/office/drawing/2014/main" id="{523EDE73-4779-BE4D-096C-60343F730EAF}"/>
                    </a:ext>
                  </a:extLst>
                </p:cNvPr>
                <p:cNvSpPr/>
                <p:nvPr/>
              </p:nvSpPr>
              <p:spPr>
                <a:xfrm>
                  <a:off x="569217" y="1359775"/>
                  <a:ext cx="7400925" cy="173613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416FAA73-9E16-F781-48EF-3898D14EA3E0}"/>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75" name="Rectangle 74">
                  <a:extLst>
                    <a:ext uri="{FF2B5EF4-FFF2-40B4-BE49-F238E27FC236}">
                      <a16:creationId xmlns:a16="http://schemas.microsoft.com/office/drawing/2014/main" id="{F21B574B-BF20-79ED-5189-A3B2D8F355EA}"/>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6" name="Rectangle 75">
                  <a:extLst>
                    <a:ext uri="{FF2B5EF4-FFF2-40B4-BE49-F238E27FC236}">
                      <a16:creationId xmlns:a16="http://schemas.microsoft.com/office/drawing/2014/main" id="{AA71391C-08AB-335D-ECE7-2BD02F43ADB5}"/>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7" name="Rectangle 76">
                  <a:extLst>
                    <a:ext uri="{FF2B5EF4-FFF2-40B4-BE49-F238E27FC236}">
                      <a16:creationId xmlns:a16="http://schemas.microsoft.com/office/drawing/2014/main" id="{83CA7F4C-8CE4-DBF6-09CC-2E07A4957CD0}"/>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8" name="Rectangle 77">
                  <a:extLst>
                    <a:ext uri="{FF2B5EF4-FFF2-40B4-BE49-F238E27FC236}">
                      <a16:creationId xmlns:a16="http://schemas.microsoft.com/office/drawing/2014/main" id="{7EE3A8A1-1A12-C9C6-47D3-7DBFFBDF945B}"/>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9" name="Rectangle 78">
                  <a:extLst>
                    <a:ext uri="{FF2B5EF4-FFF2-40B4-BE49-F238E27FC236}">
                      <a16:creationId xmlns:a16="http://schemas.microsoft.com/office/drawing/2014/main" id="{196869B7-30EA-80A4-DE19-6F2D3D801BA1}"/>
                    </a:ext>
                  </a:extLst>
                </p:cNvPr>
                <p:cNvSpPr/>
                <p:nvPr/>
              </p:nvSpPr>
              <p:spPr>
                <a:xfrm>
                  <a:off x="5883490" y="2072316"/>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80" name="Straight Arrow Connector 79">
                  <a:extLst>
                    <a:ext uri="{FF2B5EF4-FFF2-40B4-BE49-F238E27FC236}">
                      <a16:creationId xmlns:a16="http://schemas.microsoft.com/office/drawing/2014/main" id="{520B53A9-86FB-335B-AC70-8CD7D6F5DA00}"/>
                    </a:ext>
                  </a:extLst>
                </p:cNvPr>
                <p:cNvCxnSpPr>
                  <a:cxnSpLocks/>
                </p:cNvCxnSpPr>
                <p:nvPr/>
              </p:nvCxnSpPr>
              <p:spPr>
                <a:xfrm>
                  <a:off x="7712132" y="2336470"/>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DAA9FB7B-3FF3-8145-43AC-AE7D40F6F434}"/>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5777895C-6213-3625-EFF9-A701EB50B1AC}"/>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61A83584-7608-3912-4439-9CF875E0C754}"/>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5" name="Straight Arrow Connector 84">
                  <a:extLst>
                    <a:ext uri="{FF2B5EF4-FFF2-40B4-BE49-F238E27FC236}">
                      <a16:creationId xmlns:a16="http://schemas.microsoft.com/office/drawing/2014/main" id="{9BBD6687-1788-4928-C02B-429E2D74DC4D}"/>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6" name="Straight Arrow Connector 85">
                  <a:extLst>
                    <a:ext uri="{FF2B5EF4-FFF2-40B4-BE49-F238E27FC236}">
                      <a16:creationId xmlns:a16="http://schemas.microsoft.com/office/drawing/2014/main" id="{7F8D223C-CC6C-F492-19DB-525C855B03E6}"/>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15BA6235-3D4C-A8ED-C630-5EA50E2B60E3}"/>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8" name="Straight Arrow Connector 87">
                  <a:extLst>
                    <a:ext uri="{FF2B5EF4-FFF2-40B4-BE49-F238E27FC236}">
                      <a16:creationId xmlns:a16="http://schemas.microsoft.com/office/drawing/2014/main" id="{707D7CB0-F939-0CDF-F775-10F473E78F93}"/>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9" name="Straight Arrow Connector 88">
                  <a:extLst>
                    <a:ext uri="{FF2B5EF4-FFF2-40B4-BE49-F238E27FC236}">
                      <a16:creationId xmlns:a16="http://schemas.microsoft.com/office/drawing/2014/main" id="{85461799-BA88-D6C5-44FC-26EEE404DF15}"/>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0" name="Straight Arrow Connector 89">
                  <a:extLst>
                    <a:ext uri="{FF2B5EF4-FFF2-40B4-BE49-F238E27FC236}">
                      <a16:creationId xmlns:a16="http://schemas.microsoft.com/office/drawing/2014/main" id="{47011F43-5B1D-E5CE-A40F-1B33FE9F4463}"/>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1" name="Straight Arrow Connector 90">
                  <a:extLst>
                    <a:ext uri="{FF2B5EF4-FFF2-40B4-BE49-F238E27FC236}">
                      <a16:creationId xmlns:a16="http://schemas.microsoft.com/office/drawing/2014/main" id="{9F1E961C-763F-BEBC-D7A8-EF62C324FB47}"/>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6" name="Straight Arrow Connector 95">
                  <a:extLst>
                    <a:ext uri="{FF2B5EF4-FFF2-40B4-BE49-F238E27FC236}">
                      <a16:creationId xmlns:a16="http://schemas.microsoft.com/office/drawing/2014/main" id="{1C087EFD-15B3-645B-8758-073C0DD433EC}"/>
                    </a:ext>
                  </a:extLst>
                </p:cNvPr>
                <p:cNvCxnSpPr>
                  <a:cxnSpLocks/>
                </p:cNvCxnSpPr>
                <p:nvPr/>
              </p:nvCxnSpPr>
              <p:spPr>
                <a:xfrm flipV="1">
                  <a:off x="1240187"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57" name="Straight Arrow Connector 56">
                <a:extLst>
                  <a:ext uri="{FF2B5EF4-FFF2-40B4-BE49-F238E27FC236}">
                    <a16:creationId xmlns:a16="http://schemas.microsoft.com/office/drawing/2014/main" id="{6C33044E-D3AF-1DCE-EEC6-0D61A8D1616E}"/>
                  </a:ext>
                </a:extLst>
              </p:cNvPr>
              <p:cNvCxnSpPr>
                <a:cxnSpLocks/>
              </p:cNvCxnSpPr>
              <p:nvPr/>
            </p:nvCxnSpPr>
            <p:spPr>
              <a:xfrm flipV="1">
                <a:off x="2200183"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D13F148D-5A60-4366-AECD-4F6E1E9DA572}"/>
                  </a:ext>
                </a:extLst>
              </p:cNvPr>
              <p:cNvCxnSpPr>
                <a:cxnSpLocks/>
              </p:cNvCxnSpPr>
              <p:nvPr/>
            </p:nvCxnSpPr>
            <p:spPr>
              <a:xfrm flipV="1">
                <a:off x="334696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FD416215-6DFC-AF51-E1F7-0947CB8C400E}"/>
                  </a:ext>
                </a:extLst>
              </p:cNvPr>
              <p:cNvCxnSpPr>
                <a:cxnSpLocks/>
              </p:cNvCxnSpPr>
              <p:nvPr/>
            </p:nvCxnSpPr>
            <p:spPr>
              <a:xfrm flipV="1">
                <a:off x="626794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E2877F8C-C2FE-0A53-422C-2EBAC875D6C1}"/>
                  </a:ext>
                </a:extLst>
              </p:cNvPr>
              <p:cNvCxnSpPr>
                <a:cxnSpLocks/>
              </p:cNvCxnSpPr>
              <p:nvPr/>
            </p:nvCxnSpPr>
            <p:spPr>
              <a:xfrm flipV="1">
                <a:off x="5264808"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BB1D65DB-9D03-66C1-AEEB-6249688A1350}"/>
                  </a:ext>
                </a:extLst>
              </p:cNvPr>
              <p:cNvCxnSpPr>
                <a:cxnSpLocks/>
              </p:cNvCxnSpPr>
              <p:nvPr/>
            </p:nvCxnSpPr>
            <p:spPr>
              <a:xfrm flipV="1">
                <a:off x="424981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01952EE0-2691-1D4D-ABD3-18F8566793A6}"/>
                  </a:ext>
                </a:extLst>
              </p:cNvPr>
              <p:cNvCxnSpPr>
                <a:cxnSpLocks/>
              </p:cNvCxnSpPr>
              <p:nvPr/>
            </p:nvCxnSpPr>
            <p:spPr>
              <a:xfrm flipV="1">
                <a:off x="117800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612EAFE0-9A84-DF49-6A8A-7C74886301F7}"/>
                  </a:ext>
                </a:extLst>
              </p:cNvPr>
              <p:cNvSpPr txBox="1"/>
              <p:nvPr/>
            </p:nvSpPr>
            <p:spPr>
              <a:xfrm>
                <a:off x="-102392" y="3489790"/>
                <a:ext cx="810192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&lt;START&gt;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endParaRPr lang="en-US" dirty="0"/>
              </a:p>
            </p:txBody>
          </p:sp>
          <p:cxnSp>
            <p:nvCxnSpPr>
              <p:cNvPr id="65" name="Straight Arrow Connector 64">
                <a:extLst>
                  <a:ext uri="{FF2B5EF4-FFF2-40B4-BE49-F238E27FC236}">
                    <a16:creationId xmlns:a16="http://schemas.microsoft.com/office/drawing/2014/main" id="{CB016F32-C2D7-AF3B-EAC1-5152CBA2EA0F}"/>
                  </a:ext>
                </a:extLst>
              </p:cNvPr>
              <p:cNvCxnSpPr>
                <a:cxnSpLocks/>
              </p:cNvCxnSpPr>
              <p:nvPr/>
            </p:nvCxnSpPr>
            <p:spPr>
              <a:xfrm flipV="1">
                <a:off x="220018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79605BA5-6606-CCF5-471B-9ABA0B2938B4}"/>
                  </a:ext>
                </a:extLst>
              </p:cNvPr>
              <p:cNvCxnSpPr>
                <a:cxnSpLocks/>
              </p:cNvCxnSpPr>
              <p:nvPr/>
            </p:nvCxnSpPr>
            <p:spPr>
              <a:xfrm flipV="1">
                <a:off x="32073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A75E0481-9A86-F83C-A7D0-BF13F4DE9A12}"/>
                  </a:ext>
                </a:extLst>
              </p:cNvPr>
              <p:cNvCxnSpPr>
                <a:cxnSpLocks/>
              </p:cNvCxnSpPr>
              <p:nvPr/>
            </p:nvCxnSpPr>
            <p:spPr>
              <a:xfrm flipV="1">
                <a:off x="424981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6653DE09-112F-1F1C-1051-08537F5FA84D}"/>
                  </a:ext>
                </a:extLst>
              </p:cNvPr>
              <p:cNvCxnSpPr>
                <a:cxnSpLocks/>
              </p:cNvCxnSpPr>
              <p:nvPr/>
            </p:nvCxnSpPr>
            <p:spPr>
              <a:xfrm flipV="1">
                <a:off x="526480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A29D298D-DA95-AB2A-942E-CEE1961EEF60}"/>
                  </a:ext>
                </a:extLst>
              </p:cNvPr>
              <p:cNvCxnSpPr>
                <a:cxnSpLocks/>
              </p:cNvCxnSpPr>
              <p:nvPr/>
            </p:nvCxnSpPr>
            <p:spPr>
              <a:xfrm flipV="1">
                <a:off x="6267942"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7FD25BE4-FC12-3B1A-8FF5-B054A2C41DAE}"/>
                  </a:ext>
                </a:extLst>
              </p:cNvPr>
              <p:cNvCxnSpPr>
                <a:cxnSpLocks/>
              </p:cNvCxnSpPr>
              <p:nvPr/>
            </p:nvCxnSpPr>
            <p:spPr>
              <a:xfrm flipV="1">
                <a:off x="72755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97" name="Rectangle 96">
              <a:extLst>
                <a:ext uri="{FF2B5EF4-FFF2-40B4-BE49-F238E27FC236}">
                  <a16:creationId xmlns:a16="http://schemas.microsoft.com/office/drawing/2014/main" id="{80919A85-C3A4-BC4C-B10C-B713AF106280}"/>
                </a:ext>
              </a:extLst>
            </p:cNvPr>
            <p:cNvSpPr/>
            <p:nvPr/>
          </p:nvSpPr>
          <p:spPr>
            <a:xfrm>
              <a:off x="5641896" y="1953025"/>
              <a:ext cx="592621" cy="529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98" name="Straight Arrow Connector 97">
              <a:extLst>
                <a:ext uri="{FF2B5EF4-FFF2-40B4-BE49-F238E27FC236}">
                  <a16:creationId xmlns:a16="http://schemas.microsoft.com/office/drawing/2014/main" id="{02441805-D929-82BD-5E6F-528F39674802}"/>
                </a:ext>
              </a:extLst>
            </p:cNvPr>
            <p:cNvCxnSpPr>
              <a:cxnSpLocks/>
            </p:cNvCxnSpPr>
            <p:nvPr/>
          </p:nvCxnSpPr>
          <p:spPr>
            <a:xfrm>
              <a:off x="5522198" y="2086503"/>
              <a:ext cx="177847" cy="366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99" name="Straight Arrow Connector 98">
              <a:extLst>
                <a:ext uri="{FF2B5EF4-FFF2-40B4-BE49-F238E27FC236}">
                  <a16:creationId xmlns:a16="http://schemas.microsoft.com/office/drawing/2014/main" id="{1D746F92-84ED-A664-A101-8E2FAB453235}"/>
                </a:ext>
              </a:extLst>
            </p:cNvPr>
            <p:cNvCxnSpPr>
              <a:cxnSpLocks/>
            </p:cNvCxnSpPr>
            <p:nvPr/>
          </p:nvCxnSpPr>
          <p:spPr>
            <a:xfrm>
              <a:off x="5522198" y="2372755"/>
              <a:ext cx="152522"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1" name="TextBox 100">
              <a:extLst>
                <a:ext uri="{FF2B5EF4-FFF2-40B4-BE49-F238E27FC236}">
                  <a16:creationId xmlns:a16="http://schemas.microsoft.com/office/drawing/2014/main" id="{A16D60F5-540E-0E42-6403-00A1527651E7}"/>
                </a:ext>
              </a:extLst>
            </p:cNvPr>
            <p:cNvSpPr txBox="1"/>
            <p:nvPr/>
          </p:nvSpPr>
          <p:spPr>
            <a:xfrm>
              <a:off x="627101" y="1254411"/>
              <a:ext cx="5895745"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r>
                <a:rPr lang="en-US" sz="1400" dirty="0">
                  <a:solidFill>
                    <a:srgbClr val="0E0E0E"/>
                  </a:solidFill>
                  <a:effectLst/>
                  <a:latin typeface="Arial" panose="020B0604020202020204" pitchFamily="34" charset="0"/>
                  <a:cs typeface="Arial" panose="020B0604020202020204" pitchFamily="34" charset="0"/>
                </a:rPr>
                <a:t>          &lt;END&gt;</a:t>
              </a:r>
              <a:endParaRPr lang="en-US" dirty="0"/>
            </a:p>
          </p:txBody>
        </p:sp>
        <p:cxnSp>
          <p:nvCxnSpPr>
            <p:cNvPr id="102" name="Straight Arrow Connector 101">
              <a:extLst>
                <a:ext uri="{FF2B5EF4-FFF2-40B4-BE49-F238E27FC236}">
                  <a16:creationId xmlns:a16="http://schemas.microsoft.com/office/drawing/2014/main" id="{85117233-BB21-830C-B4E8-CFA7AF94E5E5}"/>
                </a:ext>
              </a:extLst>
            </p:cNvPr>
            <p:cNvCxnSpPr>
              <a:cxnSpLocks/>
            </p:cNvCxnSpPr>
            <p:nvPr/>
          </p:nvCxnSpPr>
          <p:spPr>
            <a:xfrm flipV="1">
              <a:off x="5938206" y="1623743"/>
              <a:ext cx="0" cy="33901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Elbow Connector 114">
              <a:extLst>
                <a:ext uri="{FF2B5EF4-FFF2-40B4-BE49-F238E27FC236}">
                  <a16:creationId xmlns:a16="http://schemas.microsoft.com/office/drawing/2014/main" id="{ECA3D564-4B69-D22D-E79F-C4D92F5C5C0C}"/>
                </a:ext>
              </a:extLst>
            </p:cNvPr>
            <p:cNvCxnSpPr>
              <a:cxnSpLocks/>
              <a:stCxn id="33" idx="3"/>
              <a:endCxn id="73" idx="1"/>
            </p:cNvCxnSpPr>
            <p:nvPr/>
          </p:nvCxnSpPr>
          <p:spPr>
            <a:xfrm flipH="1" flipV="1">
              <a:off x="1036637" y="2116480"/>
              <a:ext cx="4257258" cy="2705832"/>
            </a:xfrm>
            <a:prstGeom prst="bentConnector5">
              <a:avLst>
                <a:gd name="adj1" fmla="val -5370"/>
                <a:gd name="adj2" fmla="val 40023"/>
                <a:gd name="adj3" fmla="val 105370"/>
              </a:avLst>
            </a:prstGeom>
            <a:ln w="381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467E6FF4-86FA-44F2-133C-6972F530CD60}"/>
                </a:ext>
              </a:extLst>
            </p:cNvPr>
            <p:cNvCxnSpPr>
              <a:cxnSpLocks/>
            </p:cNvCxnSpPr>
            <p:nvPr/>
          </p:nvCxnSpPr>
          <p:spPr>
            <a:xfrm>
              <a:off x="1036637" y="2116479"/>
              <a:ext cx="2832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14" name="Ink 13">
                <a:extLst>
                  <a:ext uri="{FF2B5EF4-FFF2-40B4-BE49-F238E27FC236}">
                    <a16:creationId xmlns:a16="http://schemas.microsoft.com/office/drawing/2014/main" id="{37ECE174-4601-3528-4C9C-878EE10BD07B}"/>
                  </a:ext>
                </a:extLst>
              </p14:cNvPr>
              <p14:cNvContentPartPr/>
              <p14:nvPr/>
            </p14:nvContentPartPr>
            <p14:xfrm>
              <a:off x="1009800" y="507600"/>
              <a:ext cx="11156760" cy="4879800"/>
            </p14:xfrm>
          </p:contentPart>
        </mc:Choice>
        <mc:Fallback xmlns="">
          <p:pic>
            <p:nvPicPr>
              <p:cNvPr id="14" name="Ink 13">
                <a:extLst>
                  <a:ext uri="{FF2B5EF4-FFF2-40B4-BE49-F238E27FC236}">
                    <a16:creationId xmlns:a16="http://schemas.microsoft.com/office/drawing/2014/main" id="{37ECE174-4601-3528-4C9C-878EE10BD07B}"/>
                  </a:ext>
                </a:extLst>
              </p:cNvPr>
              <p:cNvPicPr/>
              <p:nvPr/>
            </p:nvPicPr>
            <p:blipFill>
              <a:blip r:embed="rId3"/>
              <a:stretch>
                <a:fillRect/>
              </a:stretch>
            </p:blipFill>
            <p:spPr>
              <a:xfrm>
                <a:off x="1000440" y="498240"/>
                <a:ext cx="11175480" cy="4898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80818C6E-1235-8860-4DB7-68435D43AC4A}"/>
                  </a:ext>
                </a:extLst>
              </p14:cNvPr>
              <p14:cNvContentPartPr/>
              <p14:nvPr/>
            </p14:nvContentPartPr>
            <p14:xfrm>
              <a:off x="1548360" y="4387320"/>
              <a:ext cx="21240" cy="36720"/>
            </p14:xfrm>
          </p:contentPart>
        </mc:Choice>
        <mc:Fallback xmlns="">
          <p:pic>
            <p:nvPicPr>
              <p:cNvPr id="22" name="Ink 21">
                <a:extLst>
                  <a:ext uri="{FF2B5EF4-FFF2-40B4-BE49-F238E27FC236}">
                    <a16:creationId xmlns:a16="http://schemas.microsoft.com/office/drawing/2014/main" id="{80818C6E-1235-8860-4DB7-68435D43AC4A}"/>
                  </a:ext>
                </a:extLst>
              </p:cNvPr>
              <p:cNvPicPr/>
              <p:nvPr/>
            </p:nvPicPr>
            <p:blipFill>
              <a:blip r:embed="rId5"/>
              <a:stretch>
                <a:fillRect/>
              </a:stretch>
            </p:blipFill>
            <p:spPr>
              <a:xfrm>
                <a:off x="1532520" y="4323960"/>
                <a:ext cx="5256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48F039B7-E00D-B9E2-04EA-2FD587F46542}"/>
                  </a:ext>
                </a:extLst>
              </p14:cNvPr>
              <p14:cNvContentPartPr/>
              <p14:nvPr/>
            </p14:nvContentPartPr>
            <p14:xfrm>
              <a:off x="1465560" y="2947320"/>
              <a:ext cx="4350960" cy="1626840"/>
            </p14:xfrm>
          </p:contentPart>
        </mc:Choice>
        <mc:Fallback xmlns="">
          <p:pic>
            <p:nvPicPr>
              <p:cNvPr id="26" name="Ink 25">
                <a:extLst>
                  <a:ext uri="{FF2B5EF4-FFF2-40B4-BE49-F238E27FC236}">
                    <a16:creationId xmlns:a16="http://schemas.microsoft.com/office/drawing/2014/main" id="{48F039B7-E00D-B9E2-04EA-2FD587F46542}"/>
                  </a:ext>
                </a:extLst>
              </p:cNvPr>
              <p:cNvPicPr/>
              <p:nvPr/>
            </p:nvPicPr>
            <p:blipFill>
              <a:blip r:embed="rId7"/>
              <a:stretch>
                <a:fillRect/>
              </a:stretch>
            </p:blipFill>
            <p:spPr>
              <a:xfrm>
                <a:off x="1449720" y="2883960"/>
                <a:ext cx="4382280" cy="1753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4" name="Ink 33">
                <a:extLst>
                  <a:ext uri="{FF2B5EF4-FFF2-40B4-BE49-F238E27FC236}">
                    <a16:creationId xmlns:a16="http://schemas.microsoft.com/office/drawing/2014/main" id="{95F04572-1586-322F-5953-8E3490F7C1CE}"/>
                  </a:ext>
                </a:extLst>
              </p14:cNvPr>
              <p14:cNvContentPartPr/>
              <p14:nvPr/>
            </p14:nvContentPartPr>
            <p14:xfrm>
              <a:off x="2244960" y="2991600"/>
              <a:ext cx="3571560" cy="1556640"/>
            </p14:xfrm>
          </p:contentPart>
        </mc:Choice>
        <mc:Fallback xmlns="">
          <p:pic>
            <p:nvPicPr>
              <p:cNvPr id="34" name="Ink 33">
                <a:extLst>
                  <a:ext uri="{FF2B5EF4-FFF2-40B4-BE49-F238E27FC236}">
                    <a16:creationId xmlns:a16="http://schemas.microsoft.com/office/drawing/2014/main" id="{95F04572-1586-322F-5953-8E3490F7C1CE}"/>
                  </a:ext>
                </a:extLst>
              </p:cNvPr>
              <p:cNvPicPr/>
              <p:nvPr/>
            </p:nvPicPr>
            <p:blipFill>
              <a:blip r:embed="rId9"/>
              <a:stretch>
                <a:fillRect/>
              </a:stretch>
            </p:blipFill>
            <p:spPr>
              <a:xfrm>
                <a:off x="2229120" y="2928240"/>
                <a:ext cx="3602880" cy="1683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5" name="Ink 34">
                <a:extLst>
                  <a:ext uri="{FF2B5EF4-FFF2-40B4-BE49-F238E27FC236}">
                    <a16:creationId xmlns:a16="http://schemas.microsoft.com/office/drawing/2014/main" id="{29974E4D-0819-86BA-83BC-03BFED600472}"/>
                  </a:ext>
                </a:extLst>
              </p14:cNvPr>
              <p14:cNvContentPartPr/>
              <p14:nvPr/>
            </p14:nvContentPartPr>
            <p14:xfrm>
              <a:off x="2916000" y="3042720"/>
              <a:ext cx="2885040" cy="1515960"/>
            </p14:xfrm>
          </p:contentPart>
        </mc:Choice>
        <mc:Fallback xmlns="">
          <p:pic>
            <p:nvPicPr>
              <p:cNvPr id="35" name="Ink 34">
                <a:extLst>
                  <a:ext uri="{FF2B5EF4-FFF2-40B4-BE49-F238E27FC236}">
                    <a16:creationId xmlns:a16="http://schemas.microsoft.com/office/drawing/2014/main" id="{29974E4D-0819-86BA-83BC-03BFED600472}"/>
                  </a:ext>
                </a:extLst>
              </p:cNvPr>
              <p:cNvPicPr/>
              <p:nvPr/>
            </p:nvPicPr>
            <p:blipFill>
              <a:blip r:embed="rId11"/>
              <a:stretch>
                <a:fillRect/>
              </a:stretch>
            </p:blipFill>
            <p:spPr>
              <a:xfrm>
                <a:off x="2900160" y="2979360"/>
                <a:ext cx="2916360" cy="16426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6" name="Ink 35">
                <a:extLst>
                  <a:ext uri="{FF2B5EF4-FFF2-40B4-BE49-F238E27FC236}">
                    <a16:creationId xmlns:a16="http://schemas.microsoft.com/office/drawing/2014/main" id="{21C9DE96-D56C-5348-4154-3C0A467FE864}"/>
                  </a:ext>
                </a:extLst>
              </p14:cNvPr>
              <p14:cNvContentPartPr/>
              <p14:nvPr/>
            </p14:nvContentPartPr>
            <p14:xfrm>
              <a:off x="3679920" y="3022200"/>
              <a:ext cx="2157480" cy="1520640"/>
            </p14:xfrm>
          </p:contentPart>
        </mc:Choice>
        <mc:Fallback xmlns="">
          <p:pic>
            <p:nvPicPr>
              <p:cNvPr id="36" name="Ink 35">
                <a:extLst>
                  <a:ext uri="{FF2B5EF4-FFF2-40B4-BE49-F238E27FC236}">
                    <a16:creationId xmlns:a16="http://schemas.microsoft.com/office/drawing/2014/main" id="{21C9DE96-D56C-5348-4154-3C0A467FE864}"/>
                  </a:ext>
                </a:extLst>
              </p:cNvPr>
              <p:cNvPicPr/>
              <p:nvPr/>
            </p:nvPicPr>
            <p:blipFill>
              <a:blip r:embed="rId13"/>
              <a:stretch>
                <a:fillRect/>
              </a:stretch>
            </p:blipFill>
            <p:spPr>
              <a:xfrm>
                <a:off x="3664080" y="2958840"/>
                <a:ext cx="2188800" cy="1647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7" name="Ink 46">
                <a:extLst>
                  <a:ext uri="{FF2B5EF4-FFF2-40B4-BE49-F238E27FC236}">
                    <a16:creationId xmlns:a16="http://schemas.microsoft.com/office/drawing/2014/main" id="{49B0B7EE-9E18-A7BA-A045-11F96AA22936}"/>
                  </a:ext>
                </a:extLst>
              </p14:cNvPr>
              <p14:cNvContentPartPr/>
              <p14:nvPr/>
            </p14:nvContentPartPr>
            <p14:xfrm>
              <a:off x="4377600" y="3097080"/>
              <a:ext cx="1428480" cy="1456200"/>
            </p14:xfrm>
          </p:contentPart>
        </mc:Choice>
        <mc:Fallback xmlns="">
          <p:pic>
            <p:nvPicPr>
              <p:cNvPr id="47" name="Ink 46">
                <a:extLst>
                  <a:ext uri="{FF2B5EF4-FFF2-40B4-BE49-F238E27FC236}">
                    <a16:creationId xmlns:a16="http://schemas.microsoft.com/office/drawing/2014/main" id="{49B0B7EE-9E18-A7BA-A045-11F96AA22936}"/>
                  </a:ext>
                </a:extLst>
              </p:cNvPr>
              <p:cNvPicPr/>
              <p:nvPr/>
            </p:nvPicPr>
            <p:blipFill>
              <a:blip r:embed="rId15"/>
              <a:stretch>
                <a:fillRect/>
              </a:stretch>
            </p:blipFill>
            <p:spPr>
              <a:xfrm>
                <a:off x="4361760" y="3033720"/>
                <a:ext cx="1459800" cy="15829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8" name="Ink 47">
                <a:extLst>
                  <a:ext uri="{FF2B5EF4-FFF2-40B4-BE49-F238E27FC236}">
                    <a16:creationId xmlns:a16="http://schemas.microsoft.com/office/drawing/2014/main" id="{0ACDCF23-50C1-572B-66B5-D6734AA7EC88}"/>
                  </a:ext>
                </a:extLst>
              </p14:cNvPr>
              <p14:cNvContentPartPr/>
              <p14:nvPr/>
            </p14:nvContentPartPr>
            <p14:xfrm>
              <a:off x="5145840" y="3190680"/>
              <a:ext cx="738000" cy="1362600"/>
            </p14:xfrm>
          </p:contentPart>
        </mc:Choice>
        <mc:Fallback xmlns="">
          <p:pic>
            <p:nvPicPr>
              <p:cNvPr id="48" name="Ink 47">
                <a:extLst>
                  <a:ext uri="{FF2B5EF4-FFF2-40B4-BE49-F238E27FC236}">
                    <a16:creationId xmlns:a16="http://schemas.microsoft.com/office/drawing/2014/main" id="{0ACDCF23-50C1-572B-66B5-D6734AA7EC88}"/>
                  </a:ext>
                </a:extLst>
              </p:cNvPr>
              <p:cNvPicPr/>
              <p:nvPr/>
            </p:nvPicPr>
            <p:blipFill>
              <a:blip r:embed="rId17"/>
              <a:stretch>
                <a:fillRect/>
              </a:stretch>
            </p:blipFill>
            <p:spPr>
              <a:xfrm>
                <a:off x="5130000" y="3127320"/>
                <a:ext cx="769320" cy="1489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9" name="Ink 48">
                <a:extLst>
                  <a:ext uri="{FF2B5EF4-FFF2-40B4-BE49-F238E27FC236}">
                    <a16:creationId xmlns:a16="http://schemas.microsoft.com/office/drawing/2014/main" id="{201B6459-01A5-9F66-D6BF-1431198F654A}"/>
                  </a:ext>
                </a:extLst>
              </p14:cNvPr>
              <p14:cNvContentPartPr/>
              <p14:nvPr/>
            </p14:nvContentPartPr>
            <p14:xfrm>
              <a:off x="1419120" y="3858840"/>
              <a:ext cx="10617840" cy="2895840"/>
            </p14:xfrm>
          </p:contentPart>
        </mc:Choice>
        <mc:Fallback xmlns="">
          <p:pic>
            <p:nvPicPr>
              <p:cNvPr id="49" name="Ink 48">
                <a:extLst>
                  <a:ext uri="{FF2B5EF4-FFF2-40B4-BE49-F238E27FC236}">
                    <a16:creationId xmlns:a16="http://schemas.microsoft.com/office/drawing/2014/main" id="{201B6459-01A5-9F66-D6BF-1431198F654A}"/>
                  </a:ext>
                </a:extLst>
              </p:cNvPr>
              <p:cNvPicPr/>
              <p:nvPr/>
            </p:nvPicPr>
            <p:blipFill>
              <a:blip r:embed="rId19"/>
              <a:stretch>
                <a:fillRect/>
              </a:stretch>
            </p:blipFill>
            <p:spPr>
              <a:xfrm>
                <a:off x="1409760" y="3849480"/>
                <a:ext cx="10636560" cy="2914560"/>
              </a:xfrm>
              <a:prstGeom prst="rect">
                <a:avLst/>
              </a:prstGeom>
            </p:spPr>
          </p:pic>
        </mc:Fallback>
      </mc:AlternateContent>
    </p:spTree>
    <p:extLst>
      <p:ext uri="{BB962C8B-B14F-4D97-AF65-F5344CB8AC3E}">
        <p14:creationId xmlns:p14="http://schemas.microsoft.com/office/powerpoint/2010/main" val="24137304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7" name="Group 86">
            <a:extLst>
              <a:ext uri="{FF2B5EF4-FFF2-40B4-BE49-F238E27FC236}">
                <a16:creationId xmlns:a16="http://schemas.microsoft.com/office/drawing/2014/main" id="{86968E60-6945-EFED-DB1C-2D089A616970}"/>
              </a:ext>
            </a:extLst>
          </p:cNvPr>
          <p:cNvGrpSpPr/>
          <p:nvPr/>
        </p:nvGrpSpPr>
        <p:grpSpPr>
          <a:xfrm>
            <a:off x="838941" y="940055"/>
            <a:ext cx="6962779" cy="5382766"/>
            <a:chOff x="21614" y="1254411"/>
            <a:chExt cx="6962779" cy="5382766"/>
          </a:xfrm>
        </p:grpSpPr>
        <p:grpSp>
          <p:nvGrpSpPr>
            <p:cNvPr id="8" name="Group 7">
              <a:extLst>
                <a:ext uri="{FF2B5EF4-FFF2-40B4-BE49-F238E27FC236}">
                  <a16:creationId xmlns:a16="http://schemas.microsoft.com/office/drawing/2014/main" id="{AEE863C7-1778-2635-58FA-73FBC863ADA0}"/>
                </a:ext>
              </a:extLst>
            </p:cNvPr>
            <p:cNvGrpSpPr/>
            <p:nvPr/>
          </p:nvGrpSpPr>
          <p:grpSpPr>
            <a:xfrm>
              <a:off x="21614" y="3911529"/>
              <a:ext cx="6962779" cy="2725648"/>
              <a:chOff x="878792" y="1333120"/>
              <a:chExt cx="9568236" cy="2939653"/>
            </a:xfrm>
          </p:grpSpPr>
          <p:grpSp>
            <p:nvGrpSpPr>
              <p:cNvPr id="50" name="Group 49">
                <a:extLst>
                  <a:ext uri="{FF2B5EF4-FFF2-40B4-BE49-F238E27FC236}">
                    <a16:creationId xmlns:a16="http://schemas.microsoft.com/office/drawing/2014/main" id="{FB6E445A-B1A0-4019-0E6A-D5F6AAE9E395}"/>
                  </a:ext>
                </a:extLst>
              </p:cNvPr>
              <p:cNvGrpSpPr/>
              <p:nvPr/>
            </p:nvGrpSpPr>
            <p:grpSpPr>
              <a:xfrm>
                <a:off x="878792" y="1333120"/>
                <a:ext cx="9568236" cy="2939653"/>
                <a:chOff x="-566829" y="1359775"/>
                <a:chExt cx="9568236" cy="2939653"/>
              </a:xfrm>
            </p:grpSpPr>
            <p:grpSp>
              <p:nvGrpSpPr>
                <p:cNvPr id="53" name="Group 52">
                  <a:extLst>
                    <a:ext uri="{FF2B5EF4-FFF2-40B4-BE49-F238E27FC236}">
                      <a16:creationId xmlns:a16="http://schemas.microsoft.com/office/drawing/2014/main" id="{DDE21B88-56A6-B6ED-293E-3177BCBCB8D2}"/>
                    </a:ext>
                  </a:extLst>
                </p:cNvPr>
                <p:cNvGrpSpPr/>
                <p:nvPr/>
              </p:nvGrpSpPr>
              <p:grpSpPr>
                <a:xfrm>
                  <a:off x="569217" y="1359775"/>
                  <a:ext cx="8432190" cy="1736136"/>
                  <a:chOff x="569217" y="1359775"/>
                  <a:chExt cx="8432190" cy="1736136"/>
                </a:xfrm>
              </p:grpSpPr>
              <p:sp>
                <p:nvSpPr>
                  <p:cNvPr id="68" name="Rounded Rectangle 26">
                    <a:extLst>
                      <a:ext uri="{FF2B5EF4-FFF2-40B4-BE49-F238E27FC236}">
                        <a16:creationId xmlns:a16="http://schemas.microsoft.com/office/drawing/2014/main" id="{35159907-56CD-6E47-9E7C-67BC5EE43CF5}"/>
                      </a:ext>
                    </a:extLst>
                  </p:cNvPr>
                  <p:cNvSpPr/>
                  <p:nvPr/>
                </p:nvSpPr>
                <p:spPr>
                  <a:xfrm>
                    <a:off x="569217" y="1359775"/>
                    <a:ext cx="7400925" cy="173613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Rectangle 68">
                    <a:extLst>
                      <a:ext uri="{FF2B5EF4-FFF2-40B4-BE49-F238E27FC236}">
                        <a16:creationId xmlns:a16="http://schemas.microsoft.com/office/drawing/2014/main" id="{C2CD6286-67E5-DFDC-6EBB-5FB0766B5837}"/>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70" name="Rectangle 69">
                    <a:extLst>
                      <a:ext uri="{FF2B5EF4-FFF2-40B4-BE49-F238E27FC236}">
                        <a16:creationId xmlns:a16="http://schemas.microsoft.com/office/drawing/2014/main" id="{8C3A8F6D-983F-F966-734B-893B9D595B78}"/>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1" name="Rectangle 70">
                    <a:extLst>
                      <a:ext uri="{FF2B5EF4-FFF2-40B4-BE49-F238E27FC236}">
                        <a16:creationId xmlns:a16="http://schemas.microsoft.com/office/drawing/2014/main" id="{A30DE4B3-78C6-10E8-7815-1FBFD99B86B3}"/>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2" name="Rectangle 71">
                    <a:extLst>
                      <a:ext uri="{FF2B5EF4-FFF2-40B4-BE49-F238E27FC236}">
                        <a16:creationId xmlns:a16="http://schemas.microsoft.com/office/drawing/2014/main" id="{25E51139-BF51-ABF0-F3C0-09C26177C177}"/>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3" name="Rectangle 72">
                    <a:extLst>
                      <a:ext uri="{FF2B5EF4-FFF2-40B4-BE49-F238E27FC236}">
                        <a16:creationId xmlns:a16="http://schemas.microsoft.com/office/drawing/2014/main" id="{CC8124BE-8363-0DCD-5BD9-94F496B1EE07}"/>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74" name="Rectangle 73">
                    <a:extLst>
                      <a:ext uri="{FF2B5EF4-FFF2-40B4-BE49-F238E27FC236}">
                        <a16:creationId xmlns:a16="http://schemas.microsoft.com/office/drawing/2014/main" id="{61EA1121-2978-EEFC-9B3B-8CF05898CB75}"/>
                      </a:ext>
                    </a:extLst>
                  </p:cNvPr>
                  <p:cNvSpPr/>
                  <p:nvPr/>
                </p:nvSpPr>
                <p:spPr>
                  <a:xfrm>
                    <a:off x="5863950" y="2056323"/>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75" name="Straight Arrow Connector 74">
                    <a:extLst>
                      <a:ext uri="{FF2B5EF4-FFF2-40B4-BE49-F238E27FC236}">
                        <a16:creationId xmlns:a16="http://schemas.microsoft.com/office/drawing/2014/main" id="{A9FA6EEA-ED00-C12D-CB2A-5779953A791B}"/>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6" name="Straight Arrow Connector 75">
                    <a:extLst>
                      <a:ext uri="{FF2B5EF4-FFF2-40B4-BE49-F238E27FC236}">
                        <a16:creationId xmlns:a16="http://schemas.microsoft.com/office/drawing/2014/main" id="{6827FD27-4B1E-8A33-208A-44067ABCAD50}"/>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7" name="Straight Arrow Connector 76">
                    <a:extLst>
                      <a:ext uri="{FF2B5EF4-FFF2-40B4-BE49-F238E27FC236}">
                        <a16:creationId xmlns:a16="http://schemas.microsoft.com/office/drawing/2014/main" id="{BD1F0202-24B4-89AB-D472-EFBF1E157133}"/>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8" name="Straight Arrow Connector 77">
                    <a:extLst>
                      <a:ext uri="{FF2B5EF4-FFF2-40B4-BE49-F238E27FC236}">
                        <a16:creationId xmlns:a16="http://schemas.microsoft.com/office/drawing/2014/main" id="{456953F9-53A6-6661-081A-32E999E2F6B8}"/>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9" name="Straight Arrow Connector 78">
                    <a:extLst>
                      <a:ext uri="{FF2B5EF4-FFF2-40B4-BE49-F238E27FC236}">
                        <a16:creationId xmlns:a16="http://schemas.microsoft.com/office/drawing/2014/main" id="{0D9DC387-F6C8-5D6F-9F3F-F3AFCAC85674}"/>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0" name="Straight Arrow Connector 79">
                    <a:extLst>
                      <a:ext uri="{FF2B5EF4-FFF2-40B4-BE49-F238E27FC236}">
                        <a16:creationId xmlns:a16="http://schemas.microsoft.com/office/drawing/2014/main" id="{DE9120CD-4FDB-C7AC-535D-B6B2E4C36CD4}"/>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D7880BAF-7C15-DFD7-9B72-4796FDDC310F}"/>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2" name="Straight Arrow Connector 81">
                    <a:extLst>
                      <a:ext uri="{FF2B5EF4-FFF2-40B4-BE49-F238E27FC236}">
                        <a16:creationId xmlns:a16="http://schemas.microsoft.com/office/drawing/2014/main" id="{076F5735-D2A5-871D-CBEF-1847BE0A7DCE}"/>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7316ED4B-74F6-D29B-D73D-3FB696AECC9D}"/>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84" name="Straight Arrow Connector 83">
                    <a:extLst>
                      <a:ext uri="{FF2B5EF4-FFF2-40B4-BE49-F238E27FC236}">
                        <a16:creationId xmlns:a16="http://schemas.microsoft.com/office/drawing/2014/main" id="{CC71626D-0CA2-4F47-665A-EAF1D13EFE93}"/>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5" name="Content Placeholder 2">
                    <a:extLst>
                      <a:ext uri="{FF2B5EF4-FFF2-40B4-BE49-F238E27FC236}">
                        <a16:creationId xmlns:a16="http://schemas.microsoft.com/office/drawing/2014/main" id="{3076F643-26D6-F1F7-928A-14EEDF167428}"/>
                      </a:ext>
                    </a:extLst>
                  </p:cNvPr>
                  <p:cNvSpPr txBox="1">
                    <a:spLocks/>
                  </p:cNvSpPr>
                  <p:nvPr/>
                </p:nvSpPr>
                <p:spPr>
                  <a:xfrm>
                    <a:off x="8528694" y="2319619"/>
                    <a:ext cx="472713" cy="351861"/>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dirty="0">
                      <a:latin typeface="Arial" panose="020B0604020202020204" pitchFamily="34" charset="0"/>
                      <a:cs typeface="Arial" panose="020B0604020202020204" pitchFamily="34" charset="0"/>
                    </a:endParaRPr>
                  </a:p>
                </p:txBody>
              </p:sp>
              <p:cxnSp>
                <p:nvCxnSpPr>
                  <p:cNvPr id="86" name="Straight Arrow Connector 85">
                    <a:extLst>
                      <a:ext uri="{FF2B5EF4-FFF2-40B4-BE49-F238E27FC236}">
                        <a16:creationId xmlns:a16="http://schemas.microsoft.com/office/drawing/2014/main" id="{14ACF4F0-C0A6-FB55-02D1-C93E9CCB7F27}"/>
                      </a:ext>
                    </a:extLst>
                  </p:cNvPr>
                  <p:cNvCxnSpPr>
                    <a:cxnSpLocks/>
                  </p:cNvCxnSpPr>
                  <p:nvPr/>
                </p:nvCxnSpPr>
                <p:spPr>
                  <a:xfrm flipV="1">
                    <a:off x="1221660"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54" name="Straight Arrow Connector 53">
                  <a:extLst>
                    <a:ext uri="{FF2B5EF4-FFF2-40B4-BE49-F238E27FC236}">
                      <a16:creationId xmlns:a16="http://schemas.microsoft.com/office/drawing/2014/main" id="{87CB9350-60C7-8E85-6185-D5E5CFD4EF6F}"/>
                    </a:ext>
                  </a:extLst>
                </p:cNvPr>
                <p:cNvCxnSpPr>
                  <a:cxnSpLocks/>
                </p:cNvCxnSpPr>
                <p:nvPr/>
              </p:nvCxnSpPr>
              <p:spPr>
                <a:xfrm flipV="1">
                  <a:off x="2219819"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42DFC4B0-F8B3-5B14-5435-9C83697E83B2}"/>
                    </a:ext>
                  </a:extLst>
                </p:cNvPr>
                <p:cNvCxnSpPr>
                  <a:cxnSpLocks/>
                </p:cNvCxnSpPr>
                <p:nvPr/>
              </p:nvCxnSpPr>
              <p:spPr>
                <a:xfrm flipV="1">
                  <a:off x="324879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AC91B568-7642-0B1F-79F7-5450A203A674}"/>
                    </a:ext>
                  </a:extLst>
                </p:cNvPr>
                <p:cNvCxnSpPr>
                  <a:cxnSpLocks/>
                </p:cNvCxnSpPr>
                <p:nvPr/>
              </p:nvCxnSpPr>
              <p:spPr>
                <a:xfrm flipV="1">
                  <a:off x="6341991"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B48D4EE6-7256-2B32-8C0B-4258A6FB6496}"/>
                    </a:ext>
                  </a:extLst>
                </p:cNvPr>
                <p:cNvCxnSpPr>
                  <a:cxnSpLocks/>
                </p:cNvCxnSpPr>
                <p:nvPr/>
              </p:nvCxnSpPr>
              <p:spPr>
                <a:xfrm flipV="1">
                  <a:off x="530395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4FB0DCF6-99B8-5490-8DF9-8FB7B39CF4C1}"/>
                    </a:ext>
                  </a:extLst>
                </p:cNvPr>
                <p:cNvCxnSpPr>
                  <a:cxnSpLocks/>
                </p:cNvCxnSpPr>
                <p:nvPr/>
              </p:nvCxnSpPr>
              <p:spPr>
                <a:xfrm flipV="1">
                  <a:off x="4294256"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454818BB-E44A-5063-7FE1-C746BDAD0604}"/>
                    </a:ext>
                  </a:extLst>
                </p:cNvPr>
                <p:cNvCxnSpPr>
                  <a:cxnSpLocks/>
                </p:cNvCxnSpPr>
                <p:nvPr/>
              </p:nvCxnSpPr>
              <p:spPr>
                <a:xfrm flipV="1">
                  <a:off x="121726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B6779255-7FF7-B7EE-6441-B1A07B006B6F}"/>
                    </a:ext>
                  </a:extLst>
                </p:cNvPr>
                <p:cNvSpPr txBox="1"/>
                <p:nvPr/>
              </p:nvSpPr>
              <p:spPr>
                <a:xfrm>
                  <a:off x="-102390" y="3489790"/>
                  <a:ext cx="718899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Yesterday,   the       cat    climbed  the     tree</a:t>
                  </a:r>
                  <a:endParaRPr lang="en-US" dirty="0"/>
                </a:p>
              </p:txBody>
            </p:sp>
            <p:cxnSp>
              <p:nvCxnSpPr>
                <p:cNvPr id="61" name="Straight Arrow Connector 60">
                  <a:extLst>
                    <a:ext uri="{FF2B5EF4-FFF2-40B4-BE49-F238E27FC236}">
                      <a16:creationId xmlns:a16="http://schemas.microsoft.com/office/drawing/2014/main" id="{386DBE57-F5A6-A2BF-9677-E0E561934E25}"/>
                    </a:ext>
                  </a:extLst>
                </p:cNvPr>
                <p:cNvCxnSpPr>
                  <a:cxnSpLocks/>
                </p:cNvCxnSpPr>
                <p:nvPr/>
              </p:nvCxnSpPr>
              <p:spPr>
                <a:xfrm flipV="1">
                  <a:off x="2219819"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EB89C959-A10A-9C68-C675-F88D3F3F71CC}"/>
                    </a:ext>
                  </a:extLst>
                </p:cNvPr>
                <p:cNvCxnSpPr>
                  <a:cxnSpLocks/>
                </p:cNvCxnSpPr>
                <p:nvPr/>
              </p:nvCxnSpPr>
              <p:spPr>
                <a:xfrm flipV="1">
                  <a:off x="3246189" y="2641860"/>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BD1D9F25-7C8B-CD90-6291-7E4B2F86BEED}"/>
                    </a:ext>
                  </a:extLst>
                </p:cNvPr>
                <p:cNvCxnSpPr>
                  <a:cxnSpLocks/>
                </p:cNvCxnSpPr>
                <p:nvPr/>
              </p:nvCxnSpPr>
              <p:spPr>
                <a:xfrm flipV="1">
                  <a:off x="420736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85B5FBCF-28A1-D406-AD15-36AFD1BF0ACC}"/>
                    </a:ext>
                  </a:extLst>
                </p:cNvPr>
                <p:cNvCxnSpPr>
                  <a:cxnSpLocks/>
                </p:cNvCxnSpPr>
                <p:nvPr/>
              </p:nvCxnSpPr>
              <p:spPr>
                <a:xfrm flipV="1">
                  <a:off x="5222561"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5" name="Straight Arrow Connector 64">
                  <a:extLst>
                    <a:ext uri="{FF2B5EF4-FFF2-40B4-BE49-F238E27FC236}">
                      <a16:creationId xmlns:a16="http://schemas.microsoft.com/office/drawing/2014/main" id="{719418C3-1CEA-C757-2E1A-7BAB5E3BECB2}"/>
                    </a:ext>
                  </a:extLst>
                </p:cNvPr>
                <p:cNvCxnSpPr>
                  <a:cxnSpLocks/>
                </p:cNvCxnSpPr>
                <p:nvPr/>
              </p:nvCxnSpPr>
              <p:spPr>
                <a:xfrm flipV="1">
                  <a:off x="627113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516E86F0-C12B-D292-CFE4-0D49F3B24A66}"/>
                    </a:ext>
                  </a:extLst>
                </p:cNvPr>
                <p:cNvCxnSpPr>
                  <a:cxnSpLocks/>
                </p:cNvCxnSpPr>
                <p:nvPr/>
              </p:nvCxnSpPr>
              <p:spPr>
                <a:xfrm flipV="1">
                  <a:off x="156404" y="3940166"/>
                  <a:ext cx="6864056" cy="12967"/>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0625D0D1-353A-0E54-8808-EEFC53C3E7D9}"/>
                    </a:ext>
                  </a:extLst>
                </p:cNvPr>
                <p:cNvSpPr txBox="1"/>
                <p:nvPr/>
              </p:nvSpPr>
              <p:spPr>
                <a:xfrm>
                  <a:off x="-566829" y="3930096"/>
                  <a:ext cx="7188988" cy="369332"/>
                </a:xfrm>
                <a:prstGeom prst="rect">
                  <a:avLst/>
                </a:prstGeom>
                <a:noFill/>
              </p:spPr>
              <p:txBody>
                <a:bodyPr wrap="square">
                  <a:spAutoFit/>
                </a:bodyPr>
                <a:lstStyle/>
                <a:p>
                  <a:pPr algn="ctr"/>
                  <a:r>
                    <a:rPr lang="en-US" dirty="0">
                      <a:solidFill>
                        <a:srgbClr val="0E0E0E"/>
                      </a:solidFill>
                      <a:effectLst/>
                      <a:latin typeface="Arial" panose="020B0604020202020204" pitchFamily="34" charset="0"/>
                      <a:cs typeface="Arial" panose="020B0604020202020204" pitchFamily="34" charset="0"/>
                    </a:rPr>
                    <a:t>   timesteps</a:t>
                  </a:r>
                  <a:endParaRPr lang="en-US" dirty="0"/>
                </a:p>
              </p:txBody>
            </p:sp>
          </p:grpSp>
          <p:cxnSp>
            <p:nvCxnSpPr>
              <p:cNvPr id="51" name="Straight Arrow Connector 50">
                <a:extLst>
                  <a:ext uri="{FF2B5EF4-FFF2-40B4-BE49-F238E27FC236}">
                    <a16:creationId xmlns:a16="http://schemas.microsoft.com/office/drawing/2014/main" id="{2356EB4E-0D22-767C-CE30-F138EA1D27DB}"/>
                  </a:ext>
                </a:extLst>
              </p:cNvPr>
              <p:cNvCxnSpPr>
                <a:cxnSpLocks/>
              </p:cNvCxnSpPr>
              <p:nvPr/>
            </p:nvCxnSpPr>
            <p:spPr>
              <a:xfrm>
                <a:off x="1412376" y="2168858"/>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6EAB4FE5-586E-3FC5-B6BA-8661866AC011}"/>
                  </a:ext>
                </a:extLst>
              </p:cNvPr>
              <p:cNvCxnSpPr>
                <a:cxnSpLocks/>
              </p:cNvCxnSpPr>
              <p:nvPr/>
            </p:nvCxnSpPr>
            <p:spPr>
              <a:xfrm>
                <a:off x="1412376" y="2480801"/>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9" name="Group 8">
              <a:extLst>
                <a:ext uri="{FF2B5EF4-FFF2-40B4-BE49-F238E27FC236}">
                  <a16:creationId xmlns:a16="http://schemas.microsoft.com/office/drawing/2014/main" id="{2E30F092-B792-6D5A-0077-D8401220A5A1}"/>
                </a:ext>
              </a:extLst>
            </p:cNvPr>
            <p:cNvGrpSpPr/>
            <p:nvPr/>
          </p:nvGrpSpPr>
          <p:grpSpPr>
            <a:xfrm>
              <a:off x="547909" y="1311606"/>
              <a:ext cx="6279243" cy="2344284"/>
              <a:chOff x="-102392" y="1359775"/>
              <a:chExt cx="8628922" cy="2528345"/>
            </a:xfrm>
          </p:grpSpPr>
          <p:grpSp>
            <p:nvGrpSpPr>
              <p:cNvPr id="17" name="Group 16">
                <a:extLst>
                  <a:ext uri="{FF2B5EF4-FFF2-40B4-BE49-F238E27FC236}">
                    <a16:creationId xmlns:a16="http://schemas.microsoft.com/office/drawing/2014/main" id="{602D4CCC-75E2-9804-F11B-D458448EABE3}"/>
                  </a:ext>
                </a:extLst>
              </p:cNvPr>
              <p:cNvGrpSpPr/>
              <p:nvPr/>
            </p:nvGrpSpPr>
            <p:grpSpPr>
              <a:xfrm>
                <a:off x="569217" y="1359775"/>
                <a:ext cx="7957313" cy="1736136"/>
                <a:chOff x="569217" y="1359775"/>
                <a:chExt cx="7957313" cy="1736136"/>
              </a:xfrm>
            </p:grpSpPr>
            <p:sp>
              <p:nvSpPr>
                <p:cNvPr id="31" name="Rounded Rectangle 72">
                  <a:extLst>
                    <a:ext uri="{FF2B5EF4-FFF2-40B4-BE49-F238E27FC236}">
                      <a16:creationId xmlns:a16="http://schemas.microsoft.com/office/drawing/2014/main" id="{915DCEB2-D009-1AFD-59D2-E6DBF53548E5}"/>
                    </a:ext>
                  </a:extLst>
                </p:cNvPr>
                <p:cNvSpPr/>
                <p:nvPr/>
              </p:nvSpPr>
              <p:spPr>
                <a:xfrm>
                  <a:off x="569217" y="1359775"/>
                  <a:ext cx="7400925" cy="173613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429D9CB-ACDD-AAFC-A1C0-F17470EEF48F}"/>
                    </a:ext>
                  </a:extLst>
                </p:cNvPr>
                <p:cNvSpPr/>
                <p:nvPr/>
              </p:nvSpPr>
              <p:spPr>
                <a:xfrm>
                  <a:off x="814398"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endParaRPr lang="en-US" dirty="0"/>
                </a:p>
              </p:txBody>
            </p:sp>
            <p:sp>
              <p:nvSpPr>
                <p:cNvPr id="33" name="Rectangle 32">
                  <a:extLst>
                    <a:ext uri="{FF2B5EF4-FFF2-40B4-BE49-F238E27FC236}">
                      <a16:creationId xmlns:a16="http://schemas.microsoft.com/office/drawing/2014/main" id="{B44B40FC-B957-231D-C13C-231496C7DC07}"/>
                    </a:ext>
                  </a:extLst>
                </p:cNvPr>
                <p:cNvSpPr/>
                <p:nvPr/>
              </p:nvSpPr>
              <p:spPr>
                <a:xfrm>
                  <a:off x="1838372"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4" name="Rectangle 33">
                  <a:extLst>
                    <a:ext uri="{FF2B5EF4-FFF2-40B4-BE49-F238E27FC236}">
                      <a16:creationId xmlns:a16="http://schemas.microsoft.com/office/drawing/2014/main" id="{07FE8CDD-A668-A97D-F758-A0C696EA92EB}"/>
                    </a:ext>
                  </a:extLst>
                </p:cNvPr>
                <p:cNvSpPr/>
                <p:nvPr/>
              </p:nvSpPr>
              <p:spPr>
                <a:xfrm>
                  <a:off x="2862346"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5" name="Rectangle 34">
                  <a:extLst>
                    <a:ext uri="{FF2B5EF4-FFF2-40B4-BE49-F238E27FC236}">
                      <a16:creationId xmlns:a16="http://schemas.microsoft.com/office/drawing/2014/main" id="{95773C63-4170-B053-BC8F-D3578C4464A7}"/>
                    </a:ext>
                  </a:extLst>
                </p:cNvPr>
                <p:cNvSpPr/>
                <p:nvPr/>
              </p:nvSpPr>
              <p:spPr>
                <a:xfrm>
                  <a:off x="3862491" y="2057400"/>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6" name="Rectangle 35">
                  <a:extLst>
                    <a:ext uri="{FF2B5EF4-FFF2-40B4-BE49-F238E27FC236}">
                      <a16:creationId xmlns:a16="http://schemas.microsoft.com/office/drawing/2014/main" id="{ABA49F26-7620-AF03-D930-E8AD9116C30A}"/>
                    </a:ext>
                  </a:extLst>
                </p:cNvPr>
                <p:cNvSpPr/>
                <p:nvPr/>
              </p:nvSpPr>
              <p:spPr>
                <a:xfrm>
                  <a:off x="4863823" y="2051555"/>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sp>
              <p:nvSpPr>
                <p:cNvPr id="37" name="Rectangle 36">
                  <a:extLst>
                    <a:ext uri="{FF2B5EF4-FFF2-40B4-BE49-F238E27FC236}">
                      <a16:creationId xmlns:a16="http://schemas.microsoft.com/office/drawing/2014/main" id="{2C9129D6-5FAF-8A78-3E5A-80BDB79052C9}"/>
                    </a:ext>
                  </a:extLst>
                </p:cNvPr>
                <p:cNvSpPr/>
                <p:nvPr/>
              </p:nvSpPr>
              <p:spPr>
                <a:xfrm>
                  <a:off x="5883490" y="2072316"/>
                  <a:ext cx="814378" cy="5714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38" name="Straight Arrow Connector 37">
                  <a:extLst>
                    <a:ext uri="{FF2B5EF4-FFF2-40B4-BE49-F238E27FC236}">
                      <a16:creationId xmlns:a16="http://schemas.microsoft.com/office/drawing/2014/main" id="{E8168799-32D3-B1BF-B959-5CBE151DB50E}"/>
                    </a:ext>
                  </a:extLst>
                </p:cNvPr>
                <p:cNvCxnSpPr>
                  <a:cxnSpLocks/>
                </p:cNvCxnSpPr>
                <p:nvPr/>
              </p:nvCxnSpPr>
              <p:spPr>
                <a:xfrm>
                  <a:off x="7712132" y="2336470"/>
                  <a:ext cx="81439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458F9D78-2B7B-9D6C-4506-0CDDFADAE438}"/>
                    </a:ext>
                  </a:extLst>
                </p:cNvPr>
                <p:cNvCxnSpPr>
                  <a:cxnSpLocks/>
                </p:cNvCxnSpPr>
                <p:nvPr/>
              </p:nvCxnSpPr>
              <p:spPr>
                <a:xfrm>
                  <a:off x="1628776" y="217170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52B2DBDB-E9CB-FA2F-685D-CA21C3C4B078}"/>
                    </a:ext>
                  </a:extLst>
                </p:cNvPr>
                <p:cNvCxnSpPr>
                  <a:cxnSpLocks/>
                </p:cNvCxnSpPr>
                <p:nvPr/>
              </p:nvCxnSpPr>
              <p:spPr>
                <a:xfrm flipV="1">
                  <a:off x="1628776" y="2471737"/>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542967E3-1A48-FF63-3214-7E68FF18499F}"/>
                    </a:ext>
                  </a:extLst>
                </p:cNvPr>
                <p:cNvCxnSpPr>
                  <a:cxnSpLocks/>
                </p:cNvCxnSpPr>
                <p:nvPr/>
              </p:nvCxnSpPr>
              <p:spPr>
                <a:xfrm>
                  <a:off x="2664071"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71FE46E-5523-F52B-6F3F-8ADE9BCF8E13}"/>
                    </a:ext>
                  </a:extLst>
                </p:cNvPr>
                <p:cNvCxnSpPr>
                  <a:cxnSpLocks/>
                </p:cNvCxnSpPr>
                <p:nvPr/>
              </p:nvCxnSpPr>
              <p:spPr>
                <a:xfrm flipV="1">
                  <a:off x="2664071" y="249555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D80548AC-717D-DAE4-C3EA-C2F825548BC5}"/>
                    </a:ext>
                  </a:extLst>
                </p:cNvPr>
                <p:cNvCxnSpPr>
                  <a:cxnSpLocks/>
                </p:cNvCxnSpPr>
                <p:nvPr/>
              </p:nvCxnSpPr>
              <p:spPr>
                <a:xfrm flipV="1">
                  <a:off x="3654768" y="2204030"/>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B72DFA42-C65A-984B-0D7D-E389E10409CB}"/>
                    </a:ext>
                  </a:extLst>
                </p:cNvPr>
                <p:cNvCxnSpPr>
                  <a:cxnSpLocks/>
                </p:cNvCxnSpPr>
                <p:nvPr/>
              </p:nvCxnSpPr>
              <p:spPr>
                <a:xfrm flipV="1">
                  <a:off x="3687339" y="2458822"/>
                  <a:ext cx="209596" cy="2381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CBF26585-C924-5DC1-D87E-491FB00C2074}"/>
                    </a:ext>
                  </a:extLst>
                </p:cNvPr>
                <p:cNvCxnSpPr>
                  <a:cxnSpLocks/>
                </p:cNvCxnSpPr>
                <p:nvPr/>
              </p:nvCxnSpPr>
              <p:spPr>
                <a:xfrm>
                  <a:off x="4676869" y="2458822"/>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D3A880D7-0099-332B-017E-226C9A7AE018}"/>
                    </a:ext>
                  </a:extLst>
                </p:cNvPr>
                <p:cNvCxnSpPr>
                  <a:cxnSpLocks/>
                </p:cNvCxnSpPr>
                <p:nvPr/>
              </p:nvCxnSpPr>
              <p:spPr>
                <a:xfrm>
                  <a:off x="4676869" y="2204031"/>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FB059EED-A1E5-D975-77F7-7130F7020B8D}"/>
                    </a:ext>
                  </a:extLst>
                </p:cNvPr>
                <p:cNvCxnSpPr>
                  <a:cxnSpLocks/>
                </p:cNvCxnSpPr>
                <p:nvPr/>
              </p:nvCxnSpPr>
              <p:spPr>
                <a:xfrm>
                  <a:off x="5654354" y="2195513"/>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F385C52C-AF9A-6852-3ED3-5736E0A57A3F}"/>
                    </a:ext>
                  </a:extLst>
                </p:cNvPr>
                <p:cNvCxnSpPr>
                  <a:cxnSpLocks/>
                </p:cNvCxnSpPr>
                <p:nvPr/>
              </p:nvCxnSpPr>
              <p:spPr>
                <a:xfrm>
                  <a:off x="5678201" y="2473110"/>
                  <a:ext cx="209596"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4C64C946-E3A4-F329-C722-8C716AAA3171}"/>
                    </a:ext>
                  </a:extLst>
                </p:cNvPr>
                <p:cNvCxnSpPr>
                  <a:cxnSpLocks/>
                </p:cNvCxnSpPr>
                <p:nvPr/>
              </p:nvCxnSpPr>
              <p:spPr>
                <a:xfrm flipV="1">
                  <a:off x="1240187"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18" name="Straight Arrow Connector 17">
                <a:extLst>
                  <a:ext uri="{FF2B5EF4-FFF2-40B4-BE49-F238E27FC236}">
                    <a16:creationId xmlns:a16="http://schemas.microsoft.com/office/drawing/2014/main" id="{99B610B9-CD9B-6830-EA5D-814888B404C7}"/>
                  </a:ext>
                </a:extLst>
              </p:cNvPr>
              <p:cNvCxnSpPr>
                <a:cxnSpLocks/>
              </p:cNvCxnSpPr>
              <p:nvPr/>
            </p:nvCxnSpPr>
            <p:spPr>
              <a:xfrm flipV="1">
                <a:off x="2200183" y="1685925"/>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58CE1A2F-0728-1472-0414-E82BEBF201FF}"/>
                  </a:ext>
                </a:extLst>
              </p:cNvPr>
              <p:cNvCxnSpPr>
                <a:cxnSpLocks/>
              </p:cNvCxnSpPr>
              <p:nvPr/>
            </p:nvCxnSpPr>
            <p:spPr>
              <a:xfrm flipV="1">
                <a:off x="334696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0E3F79A-CE59-38D4-13A3-5D51E8828F04}"/>
                  </a:ext>
                </a:extLst>
              </p:cNvPr>
              <p:cNvCxnSpPr>
                <a:cxnSpLocks/>
              </p:cNvCxnSpPr>
              <p:nvPr/>
            </p:nvCxnSpPr>
            <p:spPr>
              <a:xfrm flipV="1">
                <a:off x="6267942"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55A8F40-5490-5A69-A82E-4275C52380C7}"/>
                  </a:ext>
                </a:extLst>
              </p:cNvPr>
              <p:cNvCxnSpPr>
                <a:cxnSpLocks/>
              </p:cNvCxnSpPr>
              <p:nvPr/>
            </p:nvCxnSpPr>
            <p:spPr>
              <a:xfrm flipV="1">
                <a:off x="5264808"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9C988EF9-AAEC-FAEC-3F11-3530EDC6406A}"/>
                  </a:ext>
                </a:extLst>
              </p:cNvPr>
              <p:cNvCxnSpPr>
                <a:cxnSpLocks/>
              </p:cNvCxnSpPr>
              <p:nvPr/>
            </p:nvCxnSpPr>
            <p:spPr>
              <a:xfrm flipV="1">
                <a:off x="4249810" y="1702052"/>
                <a:ext cx="0" cy="365629"/>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A50F6007-ACF0-AA80-F54D-732BB0950B43}"/>
                  </a:ext>
                </a:extLst>
              </p:cNvPr>
              <p:cNvCxnSpPr>
                <a:cxnSpLocks/>
              </p:cNvCxnSpPr>
              <p:nvPr/>
            </p:nvCxnSpPr>
            <p:spPr>
              <a:xfrm flipV="1">
                <a:off x="117800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9B897414-8486-48FE-DD1C-68F2D4943582}"/>
                  </a:ext>
                </a:extLst>
              </p:cNvPr>
              <p:cNvSpPr txBox="1"/>
              <p:nvPr/>
            </p:nvSpPr>
            <p:spPr>
              <a:xfrm>
                <a:off x="-102392" y="3489790"/>
                <a:ext cx="8101920" cy="398330"/>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&lt;START&gt;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endParaRPr lang="en-US" dirty="0"/>
              </a:p>
            </p:txBody>
          </p:sp>
          <p:cxnSp>
            <p:nvCxnSpPr>
              <p:cNvPr id="25" name="Straight Arrow Connector 24">
                <a:extLst>
                  <a:ext uri="{FF2B5EF4-FFF2-40B4-BE49-F238E27FC236}">
                    <a16:creationId xmlns:a16="http://schemas.microsoft.com/office/drawing/2014/main" id="{49B031AD-2CC2-F084-708D-06CF4C17D92E}"/>
                  </a:ext>
                </a:extLst>
              </p:cNvPr>
              <p:cNvCxnSpPr>
                <a:cxnSpLocks/>
              </p:cNvCxnSpPr>
              <p:nvPr/>
            </p:nvCxnSpPr>
            <p:spPr>
              <a:xfrm flipV="1">
                <a:off x="2200184"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6AC6AC6B-9272-D021-B16C-E8576A80305B}"/>
                  </a:ext>
                </a:extLst>
              </p:cNvPr>
              <p:cNvCxnSpPr>
                <a:cxnSpLocks/>
              </p:cNvCxnSpPr>
              <p:nvPr/>
            </p:nvCxnSpPr>
            <p:spPr>
              <a:xfrm flipV="1">
                <a:off x="3207300"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07467149-88A7-ED8D-F9EF-354E78840D78}"/>
                  </a:ext>
                </a:extLst>
              </p:cNvPr>
              <p:cNvCxnSpPr>
                <a:cxnSpLocks/>
              </p:cNvCxnSpPr>
              <p:nvPr/>
            </p:nvCxnSpPr>
            <p:spPr>
              <a:xfrm flipV="1">
                <a:off x="4249810"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46B92065-B70F-E6EB-59B9-D02378881742}"/>
                  </a:ext>
                </a:extLst>
              </p:cNvPr>
              <p:cNvCxnSpPr>
                <a:cxnSpLocks/>
              </p:cNvCxnSpPr>
              <p:nvPr/>
            </p:nvCxnSpPr>
            <p:spPr>
              <a:xfrm flipV="1">
                <a:off x="5264808"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C991CBA-F7D6-7001-6667-C91D430EAA58}"/>
                  </a:ext>
                </a:extLst>
              </p:cNvPr>
              <p:cNvCxnSpPr>
                <a:cxnSpLocks/>
              </p:cNvCxnSpPr>
              <p:nvPr/>
            </p:nvCxnSpPr>
            <p:spPr>
              <a:xfrm flipV="1">
                <a:off x="6267942" y="2635602"/>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905CDDB0-BA90-DC1D-8804-E62DD0159AD9}"/>
                  </a:ext>
                </a:extLst>
              </p:cNvPr>
              <p:cNvCxnSpPr>
                <a:cxnSpLocks/>
              </p:cNvCxnSpPr>
              <p:nvPr/>
            </p:nvCxnSpPr>
            <p:spPr>
              <a:xfrm flipV="1">
                <a:off x="7275526" y="2623045"/>
                <a:ext cx="0" cy="805955"/>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10" name="Rectangle 9">
              <a:extLst>
                <a:ext uri="{FF2B5EF4-FFF2-40B4-BE49-F238E27FC236}">
                  <a16:creationId xmlns:a16="http://schemas.microsoft.com/office/drawing/2014/main" id="{0034A0DF-8BCD-EB14-BDC0-E0429DD78302}"/>
                </a:ext>
              </a:extLst>
            </p:cNvPr>
            <p:cNvSpPr/>
            <p:nvPr/>
          </p:nvSpPr>
          <p:spPr>
            <a:xfrm>
              <a:off x="5641896" y="1953025"/>
              <a:ext cx="592621" cy="5298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t>LSTM</a:t>
              </a:r>
            </a:p>
          </p:txBody>
        </p:sp>
        <p:cxnSp>
          <p:nvCxnSpPr>
            <p:cNvPr id="11" name="Straight Arrow Connector 10">
              <a:extLst>
                <a:ext uri="{FF2B5EF4-FFF2-40B4-BE49-F238E27FC236}">
                  <a16:creationId xmlns:a16="http://schemas.microsoft.com/office/drawing/2014/main" id="{41946531-9A77-8DDA-EA56-E62E5AC9AED2}"/>
                </a:ext>
              </a:extLst>
            </p:cNvPr>
            <p:cNvCxnSpPr>
              <a:cxnSpLocks/>
            </p:cNvCxnSpPr>
            <p:nvPr/>
          </p:nvCxnSpPr>
          <p:spPr>
            <a:xfrm>
              <a:off x="5522198" y="2086503"/>
              <a:ext cx="177847" cy="3663"/>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2D01C194-66B4-F362-2150-A5487BA8006E}"/>
                </a:ext>
              </a:extLst>
            </p:cNvPr>
            <p:cNvCxnSpPr>
              <a:cxnSpLocks/>
            </p:cNvCxnSpPr>
            <p:nvPr/>
          </p:nvCxnSpPr>
          <p:spPr>
            <a:xfrm>
              <a:off x="5522198" y="2372755"/>
              <a:ext cx="152522"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0521724-FA4A-77C8-A7CB-587D7E0BFBE3}"/>
                </a:ext>
              </a:extLst>
            </p:cNvPr>
            <p:cNvSpPr txBox="1"/>
            <p:nvPr/>
          </p:nvSpPr>
          <p:spPr>
            <a:xfrm>
              <a:off x="627101" y="1254411"/>
              <a:ext cx="5895745" cy="369332"/>
            </a:xfrm>
            <a:prstGeom prst="rect">
              <a:avLst/>
            </a:prstGeom>
            <a:noFill/>
          </p:spPr>
          <p:txBody>
            <a:bodyPr wrap="square">
              <a:spAutoFit/>
            </a:bodyPr>
            <a:lstStyle/>
            <a:p>
              <a:r>
                <a:rPr lang="en-US" dirty="0">
                  <a:solidFill>
                    <a:srgbClr val="0E0E0E"/>
                  </a:solidFill>
                  <a:effectLst/>
                  <a:latin typeface="Arial" panose="020B0604020202020204" pitchFamily="34" charset="0"/>
                  <a:cs typeface="Arial" panose="020B0604020202020204" pitchFamily="34" charset="0"/>
                </a:rPr>
                <a:t>        </a:t>
              </a:r>
              <a:r>
                <a:rPr lang="en-US" sz="1400" dirty="0">
                  <a:solidFill>
                    <a:srgbClr val="0E0E0E"/>
                  </a:solidFill>
                  <a:effectLst/>
                  <a:latin typeface="Arial" panose="020B0604020202020204" pitchFamily="34" charset="0"/>
                  <a:cs typeface="Arial" panose="020B0604020202020204" pitchFamily="34" charset="0"/>
                </a:rPr>
                <a:t>    Le         chat           a         </a:t>
              </a:r>
              <a:r>
                <a:rPr lang="en-US" sz="1400" dirty="0" err="1">
                  <a:solidFill>
                    <a:srgbClr val="0E0E0E"/>
                  </a:solidFill>
                  <a:effectLst/>
                  <a:latin typeface="Arial" panose="020B0604020202020204" pitchFamily="34" charset="0"/>
                  <a:cs typeface="Arial" panose="020B0604020202020204" pitchFamily="34" charset="0"/>
                </a:rPr>
                <a:t>grimpe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l’arbre</a:t>
              </a:r>
              <a:r>
                <a:rPr lang="en-US" sz="1400" dirty="0">
                  <a:solidFill>
                    <a:srgbClr val="0E0E0E"/>
                  </a:solidFill>
                  <a:effectLst/>
                  <a:latin typeface="Arial" panose="020B0604020202020204" pitchFamily="34" charset="0"/>
                  <a:cs typeface="Arial" panose="020B0604020202020204" pitchFamily="34" charset="0"/>
                </a:rPr>
                <a:t>     </a:t>
              </a:r>
              <a:r>
                <a:rPr lang="en-US" sz="1400" dirty="0" err="1">
                  <a:solidFill>
                    <a:srgbClr val="0E0E0E"/>
                  </a:solidFill>
                  <a:effectLst/>
                  <a:latin typeface="Arial" panose="020B0604020202020204" pitchFamily="34" charset="0"/>
                  <a:cs typeface="Arial" panose="020B0604020202020204" pitchFamily="34" charset="0"/>
                </a:rPr>
                <a:t>hier</a:t>
              </a:r>
              <a:r>
                <a:rPr lang="en-US" sz="1400" dirty="0">
                  <a:solidFill>
                    <a:srgbClr val="0E0E0E"/>
                  </a:solidFill>
                  <a:effectLst/>
                  <a:latin typeface="Arial" panose="020B0604020202020204" pitchFamily="34" charset="0"/>
                  <a:cs typeface="Arial" panose="020B0604020202020204" pitchFamily="34" charset="0"/>
                </a:rPr>
                <a:t>          &lt;END&gt;</a:t>
              </a:r>
              <a:endParaRPr lang="en-US" dirty="0"/>
            </a:p>
          </p:txBody>
        </p:sp>
        <p:cxnSp>
          <p:nvCxnSpPr>
            <p:cNvPr id="14" name="Straight Arrow Connector 13">
              <a:extLst>
                <a:ext uri="{FF2B5EF4-FFF2-40B4-BE49-F238E27FC236}">
                  <a16:creationId xmlns:a16="http://schemas.microsoft.com/office/drawing/2014/main" id="{01553AA3-E1F0-5123-0EF5-A3742A5D1B34}"/>
                </a:ext>
              </a:extLst>
            </p:cNvPr>
            <p:cNvCxnSpPr>
              <a:cxnSpLocks/>
            </p:cNvCxnSpPr>
            <p:nvPr/>
          </p:nvCxnSpPr>
          <p:spPr>
            <a:xfrm flipV="1">
              <a:off x="5938206" y="1623743"/>
              <a:ext cx="0" cy="339012"/>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5" name="Elbow Connector 114">
              <a:extLst>
                <a:ext uri="{FF2B5EF4-FFF2-40B4-BE49-F238E27FC236}">
                  <a16:creationId xmlns:a16="http://schemas.microsoft.com/office/drawing/2014/main" id="{8421D9B6-8129-4A66-B02C-2C1265AAC899}"/>
                </a:ext>
              </a:extLst>
            </p:cNvPr>
            <p:cNvCxnSpPr>
              <a:cxnSpLocks/>
              <a:stCxn id="33" idx="3"/>
              <a:endCxn id="73" idx="1"/>
            </p:cNvCxnSpPr>
            <p:nvPr/>
          </p:nvCxnSpPr>
          <p:spPr>
            <a:xfrm flipH="1" flipV="1">
              <a:off x="1036637" y="2116480"/>
              <a:ext cx="4257258" cy="2705832"/>
            </a:xfrm>
            <a:prstGeom prst="bentConnector5">
              <a:avLst>
                <a:gd name="adj1" fmla="val -5370"/>
                <a:gd name="adj2" fmla="val 40023"/>
                <a:gd name="adj3" fmla="val 105370"/>
              </a:avLst>
            </a:prstGeom>
            <a:ln w="38100">
              <a:solidFill>
                <a:srgbClr val="FF0000"/>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15DDA7C-A6E2-8BDF-4899-56BC81E25EE9}"/>
                </a:ext>
              </a:extLst>
            </p:cNvPr>
            <p:cNvCxnSpPr>
              <a:cxnSpLocks/>
            </p:cNvCxnSpPr>
            <p:nvPr/>
          </p:nvCxnSpPr>
          <p:spPr>
            <a:xfrm>
              <a:off x="1036637" y="2116479"/>
              <a:ext cx="283258" cy="0"/>
            </a:xfrm>
            <a:prstGeom prst="straightConnector1">
              <a:avLst/>
            </a:prstGeom>
            <a:ln w="444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2">
            <p14:nvContentPartPr>
              <p14:cNvPr id="88" name="Ink 87">
                <a:extLst>
                  <a:ext uri="{FF2B5EF4-FFF2-40B4-BE49-F238E27FC236}">
                    <a16:creationId xmlns:a16="http://schemas.microsoft.com/office/drawing/2014/main" id="{0AB2E8DA-921C-4E31-F908-E9D6831AAFBD}"/>
                  </a:ext>
                </a:extLst>
              </p14:cNvPr>
              <p14:cNvContentPartPr/>
              <p14:nvPr/>
            </p14:nvContentPartPr>
            <p14:xfrm>
              <a:off x="4215960" y="2146680"/>
              <a:ext cx="98640" cy="676800"/>
            </p14:xfrm>
          </p:contentPart>
        </mc:Choice>
        <mc:Fallback xmlns="">
          <p:pic>
            <p:nvPicPr>
              <p:cNvPr id="88" name="Ink 87">
                <a:extLst>
                  <a:ext uri="{FF2B5EF4-FFF2-40B4-BE49-F238E27FC236}">
                    <a16:creationId xmlns:a16="http://schemas.microsoft.com/office/drawing/2014/main" id="{0AB2E8DA-921C-4E31-F908-E9D6831AAFBD}"/>
                  </a:ext>
                </a:extLst>
              </p:cNvPr>
              <p:cNvPicPr/>
              <p:nvPr/>
            </p:nvPicPr>
            <p:blipFill>
              <a:blip r:embed="rId3"/>
              <a:stretch>
                <a:fillRect/>
              </a:stretch>
            </p:blipFill>
            <p:spPr>
              <a:xfrm>
                <a:off x="4200120" y="2083320"/>
                <a:ext cx="129960" cy="803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9" name="Ink 88">
                <a:extLst>
                  <a:ext uri="{FF2B5EF4-FFF2-40B4-BE49-F238E27FC236}">
                    <a16:creationId xmlns:a16="http://schemas.microsoft.com/office/drawing/2014/main" id="{8A177574-BCB1-7D54-0CAE-FF54687D456D}"/>
                  </a:ext>
                </a:extLst>
              </p14:cNvPr>
              <p14:cNvContentPartPr/>
              <p14:nvPr/>
            </p14:nvContentPartPr>
            <p14:xfrm>
              <a:off x="4190040" y="2125440"/>
              <a:ext cx="176400" cy="267840"/>
            </p14:xfrm>
          </p:contentPart>
        </mc:Choice>
        <mc:Fallback xmlns="">
          <p:pic>
            <p:nvPicPr>
              <p:cNvPr id="89" name="Ink 88">
                <a:extLst>
                  <a:ext uri="{FF2B5EF4-FFF2-40B4-BE49-F238E27FC236}">
                    <a16:creationId xmlns:a16="http://schemas.microsoft.com/office/drawing/2014/main" id="{8A177574-BCB1-7D54-0CAE-FF54687D456D}"/>
                  </a:ext>
                </a:extLst>
              </p:cNvPr>
              <p:cNvPicPr/>
              <p:nvPr/>
            </p:nvPicPr>
            <p:blipFill>
              <a:blip r:embed="rId5"/>
              <a:stretch>
                <a:fillRect/>
              </a:stretch>
            </p:blipFill>
            <p:spPr>
              <a:xfrm>
                <a:off x="4174200" y="2062080"/>
                <a:ext cx="207720" cy="394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0" name="Ink 89">
                <a:extLst>
                  <a:ext uri="{FF2B5EF4-FFF2-40B4-BE49-F238E27FC236}">
                    <a16:creationId xmlns:a16="http://schemas.microsoft.com/office/drawing/2014/main" id="{74E7AC8E-EC36-6BAF-35B8-546B98B4FBE9}"/>
                  </a:ext>
                </a:extLst>
              </p14:cNvPr>
              <p14:cNvContentPartPr/>
              <p14:nvPr/>
            </p14:nvContentPartPr>
            <p14:xfrm>
              <a:off x="4055400" y="2720520"/>
              <a:ext cx="259200" cy="325440"/>
            </p14:xfrm>
          </p:contentPart>
        </mc:Choice>
        <mc:Fallback xmlns="">
          <p:pic>
            <p:nvPicPr>
              <p:cNvPr id="90" name="Ink 89">
                <a:extLst>
                  <a:ext uri="{FF2B5EF4-FFF2-40B4-BE49-F238E27FC236}">
                    <a16:creationId xmlns:a16="http://schemas.microsoft.com/office/drawing/2014/main" id="{74E7AC8E-EC36-6BAF-35B8-546B98B4FBE9}"/>
                  </a:ext>
                </a:extLst>
              </p:cNvPr>
              <p:cNvPicPr/>
              <p:nvPr/>
            </p:nvPicPr>
            <p:blipFill>
              <a:blip r:embed="rId7"/>
              <a:stretch>
                <a:fillRect/>
              </a:stretch>
            </p:blipFill>
            <p:spPr>
              <a:xfrm>
                <a:off x="4039560" y="2657160"/>
                <a:ext cx="29052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1" name="Ink 90">
                <a:extLst>
                  <a:ext uri="{FF2B5EF4-FFF2-40B4-BE49-F238E27FC236}">
                    <a16:creationId xmlns:a16="http://schemas.microsoft.com/office/drawing/2014/main" id="{304EF8EB-65EB-80D5-E46B-063550275A69}"/>
                  </a:ext>
                </a:extLst>
              </p14:cNvPr>
              <p14:cNvContentPartPr/>
              <p14:nvPr/>
            </p14:nvContentPartPr>
            <p14:xfrm>
              <a:off x="4117320" y="2880000"/>
              <a:ext cx="145080" cy="26280"/>
            </p14:xfrm>
          </p:contentPart>
        </mc:Choice>
        <mc:Fallback xmlns="">
          <p:pic>
            <p:nvPicPr>
              <p:cNvPr id="91" name="Ink 90">
                <a:extLst>
                  <a:ext uri="{FF2B5EF4-FFF2-40B4-BE49-F238E27FC236}">
                    <a16:creationId xmlns:a16="http://schemas.microsoft.com/office/drawing/2014/main" id="{304EF8EB-65EB-80D5-E46B-063550275A69}"/>
                  </a:ext>
                </a:extLst>
              </p:cNvPr>
              <p:cNvPicPr/>
              <p:nvPr/>
            </p:nvPicPr>
            <p:blipFill>
              <a:blip r:embed="rId9"/>
              <a:stretch>
                <a:fillRect/>
              </a:stretch>
            </p:blipFill>
            <p:spPr>
              <a:xfrm>
                <a:off x="4101480" y="2816640"/>
                <a:ext cx="1764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2" name="Ink 91">
                <a:extLst>
                  <a:ext uri="{FF2B5EF4-FFF2-40B4-BE49-F238E27FC236}">
                    <a16:creationId xmlns:a16="http://schemas.microsoft.com/office/drawing/2014/main" id="{29A31762-9661-F056-3034-8EDF37DFAB1D}"/>
                  </a:ext>
                </a:extLst>
              </p14:cNvPr>
              <p14:cNvContentPartPr/>
              <p14:nvPr/>
            </p14:nvContentPartPr>
            <p14:xfrm>
              <a:off x="4169160" y="2814840"/>
              <a:ext cx="31680" cy="236520"/>
            </p14:xfrm>
          </p:contentPart>
        </mc:Choice>
        <mc:Fallback xmlns="">
          <p:pic>
            <p:nvPicPr>
              <p:cNvPr id="92" name="Ink 91">
                <a:extLst>
                  <a:ext uri="{FF2B5EF4-FFF2-40B4-BE49-F238E27FC236}">
                    <a16:creationId xmlns:a16="http://schemas.microsoft.com/office/drawing/2014/main" id="{29A31762-9661-F056-3034-8EDF37DFAB1D}"/>
                  </a:ext>
                </a:extLst>
              </p:cNvPr>
              <p:cNvPicPr/>
              <p:nvPr/>
            </p:nvPicPr>
            <p:blipFill>
              <a:blip r:embed="rId11"/>
              <a:stretch>
                <a:fillRect/>
              </a:stretch>
            </p:blipFill>
            <p:spPr>
              <a:xfrm>
                <a:off x="4153320" y="2751480"/>
                <a:ext cx="6300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3" name="Ink 92">
                <a:extLst>
                  <a:ext uri="{FF2B5EF4-FFF2-40B4-BE49-F238E27FC236}">
                    <a16:creationId xmlns:a16="http://schemas.microsoft.com/office/drawing/2014/main" id="{6B4652B8-0AA2-F3B7-4EB9-50F6AA33A5BB}"/>
                  </a:ext>
                </a:extLst>
              </p14:cNvPr>
              <p14:cNvContentPartPr/>
              <p14:nvPr/>
            </p14:nvContentPartPr>
            <p14:xfrm>
              <a:off x="2206440" y="3025080"/>
              <a:ext cx="1843920" cy="1253880"/>
            </p14:xfrm>
          </p:contentPart>
        </mc:Choice>
        <mc:Fallback xmlns="">
          <p:pic>
            <p:nvPicPr>
              <p:cNvPr id="93" name="Ink 92">
                <a:extLst>
                  <a:ext uri="{FF2B5EF4-FFF2-40B4-BE49-F238E27FC236}">
                    <a16:creationId xmlns:a16="http://schemas.microsoft.com/office/drawing/2014/main" id="{6B4652B8-0AA2-F3B7-4EB9-50F6AA33A5BB}"/>
                  </a:ext>
                </a:extLst>
              </p:cNvPr>
              <p:cNvPicPr/>
              <p:nvPr/>
            </p:nvPicPr>
            <p:blipFill>
              <a:blip r:embed="rId13"/>
              <a:stretch>
                <a:fillRect/>
              </a:stretch>
            </p:blipFill>
            <p:spPr>
              <a:xfrm>
                <a:off x="2190600" y="2961720"/>
                <a:ext cx="1875240" cy="1380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4" name="Ink 93">
                <a:extLst>
                  <a:ext uri="{FF2B5EF4-FFF2-40B4-BE49-F238E27FC236}">
                    <a16:creationId xmlns:a16="http://schemas.microsoft.com/office/drawing/2014/main" id="{2D4608FB-60A2-32F0-DF6A-F836B1265E89}"/>
                  </a:ext>
                </a:extLst>
              </p14:cNvPr>
              <p14:cNvContentPartPr/>
              <p14:nvPr/>
            </p14:nvContentPartPr>
            <p14:xfrm>
              <a:off x="3040200" y="3014640"/>
              <a:ext cx="1098360" cy="1277280"/>
            </p14:xfrm>
          </p:contentPart>
        </mc:Choice>
        <mc:Fallback xmlns="">
          <p:pic>
            <p:nvPicPr>
              <p:cNvPr id="94" name="Ink 93">
                <a:extLst>
                  <a:ext uri="{FF2B5EF4-FFF2-40B4-BE49-F238E27FC236}">
                    <a16:creationId xmlns:a16="http://schemas.microsoft.com/office/drawing/2014/main" id="{2D4608FB-60A2-32F0-DF6A-F836B1265E89}"/>
                  </a:ext>
                </a:extLst>
              </p:cNvPr>
              <p:cNvPicPr/>
              <p:nvPr/>
            </p:nvPicPr>
            <p:blipFill>
              <a:blip r:embed="rId15"/>
              <a:stretch>
                <a:fillRect/>
              </a:stretch>
            </p:blipFill>
            <p:spPr>
              <a:xfrm>
                <a:off x="3024360" y="2951280"/>
                <a:ext cx="1129680" cy="1404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5" name="Ink 94">
                <a:extLst>
                  <a:ext uri="{FF2B5EF4-FFF2-40B4-BE49-F238E27FC236}">
                    <a16:creationId xmlns:a16="http://schemas.microsoft.com/office/drawing/2014/main" id="{4AD101F3-778B-9143-040B-544C864DB645}"/>
                  </a:ext>
                </a:extLst>
              </p14:cNvPr>
              <p14:cNvContentPartPr/>
              <p14:nvPr/>
            </p14:nvContentPartPr>
            <p14:xfrm>
              <a:off x="3751920" y="3058200"/>
              <a:ext cx="298440" cy="1194840"/>
            </p14:xfrm>
          </p:contentPart>
        </mc:Choice>
        <mc:Fallback xmlns="">
          <p:pic>
            <p:nvPicPr>
              <p:cNvPr id="95" name="Ink 94">
                <a:extLst>
                  <a:ext uri="{FF2B5EF4-FFF2-40B4-BE49-F238E27FC236}">
                    <a16:creationId xmlns:a16="http://schemas.microsoft.com/office/drawing/2014/main" id="{4AD101F3-778B-9143-040B-544C864DB645}"/>
                  </a:ext>
                </a:extLst>
              </p:cNvPr>
              <p:cNvPicPr/>
              <p:nvPr/>
            </p:nvPicPr>
            <p:blipFill>
              <a:blip r:embed="rId17"/>
              <a:stretch>
                <a:fillRect/>
              </a:stretch>
            </p:blipFill>
            <p:spPr>
              <a:xfrm>
                <a:off x="3736080" y="2994840"/>
                <a:ext cx="329760" cy="1321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6" name="Ink 95">
                <a:extLst>
                  <a:ext uri="{FF2B5EF4-FFF2-40B4-BE49-F238E27FC236}">
                    <a16:creationId xmlns:a16="http://schemas.microsoft.com/office/drawing/2014/main" id="{325DECEC-DEBD-1DAF-926A-266C376881CE}"/>
                  </a:ext>
                </a:extLst>
              </p14:cNvPr>
              <p14:cNvContentPartPr/>
              <p14:nvPr/>
            </p14:nvContentPartPr>
            <p14:xfrm>
              <a:off x="4164120" y="3066480"/>
              <a:ext cx="357840" cy="1197000"/>
            </p14:xfrm>
          </p:contentPart>
        </mc:Choice>
        <mc:Fallback xmlns="">
          <p:pic>
            <p:nvPicPr>
              <p:cNvPr id="96" name="Ink 95">
                <a:extLst>
                  <a:ext uri="{FF2B5EF4-FFF2-40B4-BE49-F238E27FC236}">
                    <a16:creationId xmlns:a16="http://schemas.microsoft.com/office/drawing/2014/main" id="{325DECEC-DEBD-1DAF-926A-266C376881CE}"/>
                  </a:ext>
                </a:extLst>
              </p:cNvPr>
              <p:cNvPicPr/>
              <p:nvPr/>
            </p:nvPicPr>
            <p:blipFill>
              <a:blip r:embed="rId19"/>
              <a:stretch>
                <a:fillRect/>
              </a:stretch>
            </p:blipFill>
            <p:spPr>
              <a:xfrm>
                <a:off x="4148280" y="3003120"/>
                <a:ext cx="389160" cy="13237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7" name="Ink 96">
                <a:extLst>
                  <a:ext uri="{FF2B5EF4-FFF2-40B4-BE49-F238E27FC236}">
                    <a16:creationId xmlns:a16="http://schemas.microsoft.com/office/drawing/2014/main" id="{27E8B7D1-4256-940C-CA50-71525BC7DE79}"/>
                  </a:ext>
                </a:extLst>
              </p14:cNvPr>
              <p14:cNvContentPartPr/>
              <p14:nvPr/>
            </p14:nvContentPartPr>
            <p14:xfrm>
              <a:off x="4267800" y="2992320"/>
              <a:ext cx="927360" cy="1242720"/>
            </p14:xfrm>
          </p:contentPart>
        </mc:Choice>
        <mc:Fallback xmlns="">
          <p:pic>
            <p:nvPicPr>
              <p:cNvPr id="97" name="Ink 96">
                <a:extLst>
                  <a:ext uri="{FF2B5EF4-FFF2-40B4-BE49-F238E27FC236}">
                    <a16:creationId xmlns:a16="http://schemas.microsoft.com/office/drawing/2014/main" id="{27E8B7D1-4256-940C-CA50-71525BC7DE79}"/>
                  </a:ext>
                </a:extLst>
              </p:cNvPr>
              <p:cNvPicPr/>
              <p:nvPr/>
            </p:nvPicPr>
            <p:blipFill>
              <a:blip r:embed="rId21"/>
              <a:stretch>
                <a:fillRect/>
              </a:stretch>
            </p:blipFill>
            <p:spPr>
              <a:xfrm>
                <a:off x="4251960" y="2928960"/>
                <a:ext cx="958680" cy="1369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8" name="Ink 97">
                <a:extLst>
                  <a:ext uri="{FF2B5EF4-FFF2-40B4-BE49-F238E27FC236}">
                    <a16:creationId xmlns:a16="http://schemas.microsoft.com/office/drawing/2014/main" id="{83291E70-D11E-CFDB-8C07-CBF743A15E7D}"/>
                  </a:ext>
                </a:extLst>
              </p14:cNvPr>
              <p14:cNvContentPartPr/>
              <p14:nvPr/>
            </p14:nvContentPartPr>
            <p14:xfrm>
              <a:off x="4283280" y="2931840"/>
              <a:ext cx="1559160" cy="1367640"/>
            </p14:xfrm>
          </p:contentPart>
        </mc:Choice>
        <mc:Fallback xmlns="">
          <p:pic>
            <p:nvPicPr>
              <p:cNvPr id="98" name="Ink 97">
                <a:extLst>
                  <a:ext uri="{FF2B5EF4-FFF2-40B4-BE49-F238E27FC236}">
                    <a16:creationId xmlns:a16="http://schemas.microsoft.com/office/drawing/2014/main" id="{83291E70-D11E-CFDB-8C07-CBF743A15E7D}"/>
                  </a:ext>
                </a:extLst>
              </p:cNvPr>
              <p:cNvPicPr/>
              <p:nvPr/>
            </p:nvPicPr>
            <p:blipFill>
              <a:blip r:embed="rId23"/>
              <a:stretch>
                <a:fillRect/>
              </a:stretch>
            </p:blipFill>
            <p:spPr>
              <a:xfrm>
                <a:off x="4267440" y="2868480"/>
                <a:ext cx="1590480" cy="1494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9" name="Ink 98">
                <a:extLst>
                  <a:ext uri="{FF2B5EF4-FFF2-40B4-BE49-F238E27FC236}">
                    <a16:creationId xmlns:a16="http://schemas.microsoft.com/office/drawing/2014/main" id="{C3A9C8D2-362C-7330-ABC4-118E3CCA8705}"/>
                  </a:ext>
                </a:extLst>
              </p14:cNvPr>
              <p14:cNvContentPartPr/>
              <p14:nvPr/>
            </p14:nvContentPartPr>
            <p14:xfrm>
              <a:off x="1501920" y="503640"/>
              <a:ext cx="10617840" cy="3811320"/>
            </p14:xfrm>
          </p:contentPart>
        </mc:Choice>
        <mc:Fallback xmlns="">
          <p:pic>
            <p:nvPicPr>
              <p:cNvPr id="99" name="Ink 98">
                <a:extLst>
                  <a:ext uri="{FF2B5EF4-FFF2-40B4-BE49-F238E27FC236}">
                    <a16:creationId xmlns:a16="http://schemas.microsoft.com/office/drawing/2014/main" id="{C3A9C8D2-362C-7330-ABC4-118E3CCA8705}"/>
                  </a:ext>
                </a:extLst>
              </p:cNvPr>
              <p:cNvPicPr/>
              <p:nvPr/>
            </p:nvPicPr>
            <p:blipFill>
              <a:blip r:embed="rId25"/>
              <a:stretch>
                <a:fillRect/>
              </a:stretch>
            </p:blipFill>
            <p:spPr>
              <a:xfrm>
                <a:off x="1492560" y="494280"/>
                <a:ext cx="10636560" cy="3830040"/>
              </a:xfrm>
              <a:prstGeom prst="rect">
                <a:avLst/>
              </a:prstGeom>
            </p:spPr>
          </p:pic>
        </mc:Fallback>
      </mc:AlternateContent>
    </p:spTree>
    <p:extLst>
      <p:ext uri="{BB962C8B-B14F-4D97-AF65-F5344CB8AC3E}">
        <p14:creationId xmlns:p14="http://schemas.microsoft.com/office/powerpoint/2010/main" val="100584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A043F-D102-B4E3-7AD6-54D46BEC9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6127B-5856-EC36-9099-B1F198C665D8}"/>
              </a:ext>
            </a:extLst>
          </p:cNvPr>
          <p:cNvSpPr>
            <a:spLocks noGrp="1"/>
          </p:cNvSpPr>
          <p:nvPr>
            <p:ph type="title"/>
          </p:nvPr>
        </p:nvSpPr>
        <p:spPr>
          <a:xfrm>
            <a:off x="340659" y="345887"/>
            <a:ext cx="10515600" cy="670299"/>
          </a:xfrm>
        </p:spPr>
        <p:txBody>
          <a:bodyPr>
            <a:normAutofit fontScale="90000"/>
          </a:bodyPr>
          <a:lstStyle/>
          <a:p>
            <a:r>
              <a:rPr lang="en-US" dirty="0"/>
              <a:t>Models Performance using Attention</a:t>
            </a:r>
          </a:p>
        </p:txBody>
      </p:sp>
      <p:sp>
        <p:nvSpPr>
          <p:cNvPr id="24" name="Content Placeholder 2">
            <a:extLst>
              <a:ext uri="{FF2B5EF4-FFF2-40B4-BE49-F238E27FC236}">
                <a16:creationId xmlns:a16="http://schemas.microsoft.com/office/drawing/2014/main" id="{B8C8DF15-5597-A930-8A5F-E17494BC1D55}"/>
              </a:ext>
            </a:extLst>
          </p:cNvPr>
          <p:cNvSpPr txBox="1">
            <a:spLocks/>
          </p:cNvSpPr>
          <p:nvPr/>
        </p:nvSpPr>
        <p:spPr>
          <a:xfrm>
            <a:off x="569217" y="5417932"/>
            <a:ext cx="11250706" cy="14573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1800" dirty="0">
              <a:latin typeface="Arial" panose="020B0604020202020204" pitchFamily="34" charset="0"/>
              <a:cs typeface="Arial" panose="020B0604020202020204" pitchFamily="34" charset="0"/>
            </a:endParaRPr>
          </a:p>
        </p:txBody>
      </p:sp>
      <p:pic>
        <p:nvPicPr>
          <p:cNvPr id="22" name="Picture 21" descr="A graph of a number of numbers&#10;&#10;Description automatically generated">
            <a:extLst>
              <a:ext uri="{FF2B5EF4-FFF2-40B4-BE49-F238E27FC236}">
                <a16:creationId xmlns:a16="http://schemas.microsoft.com/office/drawing/2014/main" id="{77FF4BDA-296B-5773-0C13-ED475CB496BA}"/>
              </a:ext>
            </a:extLst>
          </p:cNvPr>
          <p:cNvPicPr>
            <a:picLocks noChangeAspect="1"/>
          </p:cNvPicPr>
          <p:nvPr/>
        </p:nvPicPr>
        <p:blipFill>
          <a:blip r:embed="rId2"/>
          <a:stretch>
            <a:fillRect/>
          </a:stretch>
        </p:blipFill>
        <p:spPr>
          <a:xfrm>
            <a:off x="340659" y="1431925"/>
            <a:ext cx="7721600" cy="3022600"/>
          </a:xfrm>
          <a:prstGeom prst="rect">
            <a:avLst/>
          </a:prstGeom>
        </p:spPr>
      </p:pic>
      <p:pic>
        <p:nvPicPr>
          <p:cNvPr id="34" name="Picture 33" descr="A black and white image of a graph&#10;&#10;Description automatically generated">
            <a:extLst>
              <a:ext uri="{FF2B5EF4-FFF2-40B4-BE49-F238E27FC236}">
                <a16:creationId xmlns:a16="http://schemas.microsoft.com/office/drawing/2014/main" id="{3DC5B6B2-3039-7AEB-178E-266BBB1484A3}"/>
              </a:ext>
            </a:extLst>
          </p:cNvPr>
          <p:cNvPicPr>
            <a:picLocks noChangeAspect="1"/>
          </p:cNvPicPr>
          <p:nvPr/>
        </p:nvPicPr>
        <p:blipFill>
          <a:blip r:embed="rId3"/>
          <a:stretch>
            <a:fillRect/>
          </a:stretch>
        </p:blipFill>
        <p:spPr>
          <a:xfrm>
            <a:off x="8420100" y="2846387"/>
            <a:ext cx="3771900" cy="3822700"/>
          </a:xfrm>
          <a:prstGeom prst="rect">
            <a:avLst/>
          </a:prstGeom>
        </p:spPr>
      </p:pic>
    </p:spTree>
    <p:extLst>
      <p:ext uri="{BB962C8B-B14F-4D97-AF65-F5344CB8AC3E}">
        <p14:creationId xmlns:p14="http://schemas.microsoft.com/office/powerpoint/2010/main" val="40741285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23523</TotalTime>
  <Words>1541</Words>
  <Application>Microsoft Macintosh PowerPoint</Application>
  <PresentationFormat>Widescreen</PresentationFormat>
  <Paragraphs>237</Paragraphs>
  <Slides>24</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.AppleSystemUIFont</vt:lpstr>
      <vt:lpstr>Aptos</vt:lpstr>
      <vt:lpstr>Aptos Display</vt:lpstr>
      <vt:lpstr>Arial</vt:lpstr>
      <vt:lpstr>Cambria Math</vt:lpstr>
      <vt:lpstr>Montserrat</vt:lpstr>
      <vt:lpstr>Montserrat ExtraBold</vt:lpstr>
      <vt:lpstr>Office Theme</vt:lpstr>
      <vt:lpstr>Simple Light</vt:lpstr>
      <vt:lpstr>PowerPoint Presentation</vt:lpstr>
      <vt:lpstr>Sequence to Sequence Models</vt:lpstr>
      <vt:lpstr>Introduction to Seq 2 Seq</vt:lpstr>
      <vt:lpstr>Introduction to Seq 2 Seq</vt:lpstr>
      <vt:lpstr>Seq 2 Seq Architecture</vt:lpstr>
      <vt:lpstr>Seq 2 Seq Architecture</vt:lpstr>
      <vt:lpstr>Seq 2 Seq: Encoder Architecture</vt:lpstr>
      <vt:lpstr>Seq 2 Seq: Decoder Architecture</vt:lpstr>
      <vt:lpstr>Sequence to Sequence Models Training</vt:lpstr>
      <vt:lpstr>PowerPoint Presentation</vt:lpstr>
      <vt:lpstr>PowerPoint Presentation</vt:lpstr>
      <vt:lpstr>PowerPoint Presentation</vt:lpstr>
      <vt:lpstr>PowerPoint Presentation</vt:lpstr>
      <vt:lpstr>PowerPoint Presentation</vt:lpstr>
      <vt:lpstr>Seq2Seq Architecture:  Improvements</vt:lpstr>
      <vt:lpstr>Final Architecture</vt:lpstr>
      <vt:lpstr>Attention Mechanism</vt:lpstr>
      <vt:lpstr>Long term dependencies: Limitations of Context Vector</vt:lpstr>
      <vt:lpstr>Limitations of Context Vector</vt:lpstr>
      <vt:lpstr>Attention Mechanism</vt:lpstr>
      <vt:lpstr>Attention Mechanism</vt:lpstr>
      <vt:lpstr>Attention Mechanism</vt:lpstr>
      <vt:lpstr>PowerPoint Presentation</vt:lpstr>
      <vt:lpstr>Models Performance using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Randhir Agarwal</dc:creator>
  <cp:lastModifiedBy>Randhir Agarwal</cp:lastModifiedBy>
  <cp:revision>65</cp:revision>
  <dcterms:created xsi:type="dcterms:W3CDTF">2024-11-10T20:21:04Z</dcterms:created>
  <dcterms:modified xsi:type="dcterms:W3CDTF">2025-01-09T01:19:45Z</dcterms:modified>
</cp:coreProperties>
</file>